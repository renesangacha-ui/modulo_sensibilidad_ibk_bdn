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28"/>
  </p:notesMasterIdLst>
  <p:sldIdLst>
    <p:sldId id="256" r:id="rId3"/>
    <p:sldId id="257" r:id="rId4"/>
    <p:sldId id="263" r:id="rId5"/>
    <p:sldId id="2147483647" r:id="rId6"/>
    <p:sldId id="2147483604" r:id="rId7"/>
    <p:sldId id="264" r:id="rId8"/>
    <p:sldId id="262" r:id="rId9"/>
    <p:sldId id="2147483645" r:id="rId10"/>
    <p:sldId id="261" r:id="rId11"/>
    <p:sldId id="258" r:id="rId12"/>
    <p:sldId id="259" r:id="rId13"/>
    <p:sldId id="265" r:id="rId14"/>
    <p:sldId id="2147483617" r:id="rId15"/>
    <p:sldId id="2147483637" r:id="rId16"/>
    <p:sldId id="2147483636" r:id="rId17"/>
    <p:sldId id="2147483635" r:id="rId18"/>
    <p:sldId id="2147483634" r:id="rId19"/>
    <p:sldId id="2147483633" r:id="rId20"/>
    <p:sldId id="2147483632" r:id="rId21"/>
    <p:sldId id="2147483631" r:id="rId22"/>
    <p:sldId id="2147483630" r:id="rId23"/>
    <p:sldId id="2147483613" r:id="rId24"/>
    <p:sldId id="2147483614" r:id="rId25"/>
    <p:sldId id="2147483615" r:id="rId26"/>
    <p:sldId id="2147483629" r:id="rId27"/>
  </p:sldIdLst>
  <p:sldSz cx="12192000" cy="6858000"/>
  <p:notesSz cx="6858000" cy="9144000"/>
  <p:custDataLst>
    <p:tags r:id="rId29"/>
  </p:custDataLst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4AD"/>
    <a:srgbClr val="13807B"/>
    <a:srgbClr val="D6E0DE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77"/>
    <p:restoredTop sz="94645"/>
  </p:normalViewPr>
  <p:slideViewPr>
    <p:cSldViewPr snapToGrid="0">
      <p:cViewPr varScale="1">
        <p:scale>
          <a:sx n="99" d="100"/>
          <a:sy n="99" d="100"/>
        </p:scale>
        <p:origin x="9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4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5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6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7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8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9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0.xlsb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1.xlsb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2.xlsb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3.xlsb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4.xlsb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5.xlsb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6.xlsb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7.xlsb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8.xlsb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9.xlsb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0.xlsb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1.xlsb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2.xlsb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3.xlsb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4.xlsb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5.xlsb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6.xlsb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7.xlsb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8.xlsb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9.xlsb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0.xlsb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1.xlsb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2.xlsb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3.xlsb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4.xlsb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5.xlsb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6.xlsb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7.xlsb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8.xlsb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9.xlsb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0.xlsb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1.xlsb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2.xlsb"/></Relationships>
</file>

<file path=ppt/charts/_rels/chart5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3.xlsb"/></Relationships>
</file>

<file path=ppt/charts/_rels/chart5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4.xlsb"/></Relationships>
</file>

<file path=ppt/charts/_rels/chart5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5.xlsb"/></Relationships>
</file>

<file path=ppt/charts/_rels/chart5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5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6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6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_rels/chart6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_rels/chart6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_rels/chart6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7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7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243018419489006E-3"/>
          <c:y val="2.4551463644948063E-2"/>
          <c:w val="0.98455139631610222"/>
          <c:h val="0.950897072710103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600-4243-BA21-D318610CA6AA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600-4243-BA21-D318610CA6AA}"/>
              </c:ext>
            </c:extLst>
          </c:dPt>
          <c:dPt>
            <c:idx val="4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600-4243-BA21-D318610CA6AA}"/>
              </c:ext>
            </c:extLst>
          </c:dPt>
          <c:dPt>
            <c:idx val="6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600-4243-BA21-D318610CA6AA}"/>
              </c:ext>
            </c:extLst>
          </c:dPt>
          <c:val>
            <c:numRef>
              <c:f>Sheet1!$A$1:$G$1</c:f>
              <c:numCache>
                <c:formatCode>General</c:formatCode>
                <c:ptCount val="7"/>
                <c:pt idx="0">
                  <c:v>279372699.31140602</c:v>
                </c:pt>
                <c:pt idx="1">
                  <c:v>245340581.201406</c:v>
                </c:pt>
                <c:pt idx="2">
                  <c:v>167504061.99437481</c:v>
                </c:pt>
                <c:pt idx="3">
                  <c:v>115949458.00218731</c:v>
                </c:pt>
                <c:pt idx="4">
                  <c:v>42709290.9921875</c:v>
                </c:pt>
                <c:pt idx="5">
                  <c:v>93878568.908437297</c:v>
                </c:pt>
                <c:pt idx="6">
                  <c:v>20638401.8984375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600-4243-BA21-D318610CA6AA}"/>
            </c:ext>
          </c:extLst>
        </c:ser>
        <c:ser>
          <c:idx val="1"/>
          <c:order val="1"/>
          <c:spPr>
            <a:solidFill>
              <a:srgbClr val="A1A1A1"/>
            </a:solidFill>
            <a:ln>
              <a:noFill/>
            </a:ln>
          </c:spPr>
          <c:invertIfNegative val="0"/>
          <c:dPt>
            <c:idx val="4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600-4243-BA21-D318610CA6AA}"/>
              </c:ext>
            </c:extLst>
          </c:dPt>
          <c:dPt>
            <c:idx val="5"/>
            <c:invertIfNegative val="0"/>
            <c:bubble3D val="0"/>
            <c:spPr>
              <a:solidFill>
                <a:srgbClr val="E9163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E600-4243-BA21-D318610CA6AA}"/>
              </c:ext>
            </c:extLst>
          </c:dPt>
          <c:dPt>
            <c:idx val="6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600-4243-BA21-D318610CA6AA}"/>
              </c:ext>
            </c:extLst>
          </c:dPt>
          <c:val>
            <c:numRef>
              <c:f>Sheet1!$A$2:$G$2</c:f>
              <c:numCache>
                <c:formatCode>General</c:formatCode>
                <c:ptCount val="7"/>
                <c:pt idx="2">
                  <c:v>77836519.20703119</c:v>
                </c:pt>
                <c:pt idx="3">
                  <c:v>51554603.9921875</c:v>
                </c:pt>
                <c:pt idx="4">
                  <c:v>73240167.010000005</c:v>
                </c:pt>
                <c:pt idx="5">
                  <c:v>22070889.09375</c:v>
                </c:pt>
                <c:pt idx="6">
                  <c:v>73240167.010000005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00-4243-BA21-D318610CA6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4592848"/>
        <c:axId val="1"/>
      </c:barChart>
      <c:catAx>
        <c:axId val="10459284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50000000"/>
          <c:min val="-1.9371509552001953E-7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0459284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243018419489006E-3"/>
          <c:y val="2.4551463644948063E-2"/>
          <c:w val="0.98455139631610222"/>
          <c:h val="0.950897072710103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F46-41FA-9206-5A58A4BFD1E0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F46-41FA-9206-5A58A4BFD1E0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7F46-41FA-9206-5A58A4BFD1E0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F46-41FA-9206-5A58A4BFD1E0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279372699.31140602</c:v>
                </c:pt>
                <c:pt idx="1">
                  <c:v>245340581.201406</c:v>
                </c:pt>
                <c:pt idx="2">
                  <c:v>193785977.2092185</c:v>
                </c:pt>
                <c:pt idx="3">
                  <c:v>120545810.19921869</c:v>
                </c:pt>
                <c:pt idx="4">
                  <c:v>134932474.95531231</c:v>
                </c:pt>
                <c:pt idx="5">
                  <c:v>61692307.9453125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F46-41FA-9206-5A58A4BFD1E0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F46-41FA-9206-5A58A4BFD1E0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7F46-41FA-9206-5A58A4BFD1E0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F46-41FA-9206-5A58A4BFD1E0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51554603.9921875</c:v>
                </c:pt>
                <c:pt idx="3">
                  <c:v>73240167.00999999</c:v>
                </c:pt>
                <c:pt idx="4">
                  <c:v>58853502.25390619</c:v>
                </c:pt>
                <c:pt idx="5">
                  <c:v>73240167.00999999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F46-41FA-9206-5A58A4BFD1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776966095"/>
        <c:axId val="1"/>
      </c:barChart>
      <c:catAx>
        <c:axId val="17769660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50000000"/>
          <c:min val="-1.7881393432617188E-7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7769660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7545126353790613E-2"/>
          <c:w val="0.95589482612383381"/>
          <c:h val="0.924909747292418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7AD-4ABB-8356-53423648DF28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7AD-4ABB-8356-53423648DF28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87AD-4ABB-8356-53423648DF28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7AD-4ABB-8356-53423648DF28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33588098.149999999</c:v>
                </c:pt>
                <c:pt idx="1">
                  <c:v>28087231.309999999</c:v>
                </c:pt>
                <c:pt idx="2">
                  <c:v>27297497.02</c:v>
                </c:pt>
                <c:pt idx="3">
                  <c:v>6957070.3200000003</c:v>
                </c:pt>
                <c:pt idx="4">
                  <c:v>24330131.359999999</c:v>
                </c:pt>
                <c:pt idx="5">
                  <c:v>3989704.66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AD-4ABB-8356-53423648DF28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7AD-4ABB-8356-53423648DF28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87AD-4ABB-8356-53423648DF28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87AD-4ABB-8356-53423648DF28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789734.28999999911</c:v>
                </c:pt>
                <c:pt idx="3">
                  <c:v>20340426.699999999</c:v>
                </c:pt>
                <c:pt idx="4">
                  <c:v>2967365.66</c:v>
                </c:pt>
                <c:pt idx="5">
                  <c:v>20340426.699999999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7AD-4ABB-8356-53423648DF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777062607"/>
        <c:axId val="1"/>
      </c:barChart>
      <c:catAx>
        <c:axId val="17770626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3588098.14999999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7770626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7545126353790613E-2"/>
          <c:w val="0.95587611370386083"/>
          <c:h val="0.924909747292418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F61-4102-A97E-7B09FD294140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F61-4102-A97E-7B09FD294140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5F61-4102-A97E-7B09FD294140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F61-4102-A97E-7B09FD294140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46009618.287656203</c:v>
                </c:pt>
                <c:pt idx="1">
                  <c:v>45411238.3376562</c:v>
                </c:pt>
                <c:pt idx="2">
                  <c:v>43524794.697656199</c:v>
                </c:pt>
                <c:pt idx="3">
                  <c:v>14070473.787656251</c:v>
                </c:pt>
                <c:pt idx="4">
                  <c:v>39150940.035000004</c:v>
                </c:pt>
                <c:pt idx="5">
                  <c:v>9696619.125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F61-4102-A97E-7B09FD294140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F61-4102-A97E-7B09FD294140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5F61-4102-A97E-7B09FD294140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F61-4102-A97E-7B09FD294140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1886443.6400000006</c:v>
                </c:pt>
                <c:pt idx="3">
                  <c:v>29454320.91</c:v>
                </c:pt>
                <c:pt idx="4">
                  <c:v>4373854.6626562476</c:v>
                </c:pt>
                <c:pt idx="5">
                  <c:v>29454320.909999996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61-4102-A97E-7B09FD2941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903536255"/>
        <c:axId val="1"/>
      </c:barChart>
      <c:catAx>
        <c:axId val="19035362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009618.28765620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0353625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7545126353790613E-2"/>
          <c:w val="0.95589482612383381"/>
          <c:h val="0.924909747292418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E1A-41BF-9FC3-67578E1E775E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E1A-41BF-9FC3-67578E1E775E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9E1A-41BF-9FC3-67578E1E775E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E1A-41BF-9FC3-67578E1E775E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54154326.407343701</c:v>
                </c:pt>
                <c:pt idx="1">
                  <c:v>51024295.577343702</c:v>
                </c:pt>
                <c:pt idx="2">
                  <c:v>44781911.9395312</c:v>
                </c:pt>
                <c:pt idx="3">
                  <c:v>17598442.099531248</c:v>
                </c:pt>
                <c:pt idx="4">
                  <c:v>36005689.553906254</c:v>
                </c:pt>
                <c:pt idx="5">
                  <c:v>8822219.7139062509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1A-41BF-9FC3-67578E1E775E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E1A-41BF-9FC3-67578E1E775E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9E1A-41BF-9FC3-67578E1E775E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E1A-41BF-9FC3-67578E1E775E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6242383.6378125027</c:v>
                </c:pt>
                <c:pt idx="3">
                  <c:v>27183469.840000004</c:v>
                </c:pt>
                <c:pt idx="4">
                  <c:v>8776222.3856249973</c:v>
                </c:pt>
                <c:pt idx="5">
                  <c:v>27183469.839999996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E1A-41BF-9FC3-67578E1E77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577830223"/>
        <c:axId val="1"/>
      </c:barChart>
      <c:catAx>
        <c:axId val="15778302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4154326.40734370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5778302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7545126353790613E-2"/>
          <c:w val="0.95589482612383381"/>
          <c:h val="0.924909747292418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809-4459-8F30-6F51DF749E01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809-4459-8F30-6F51DF749E01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9809-4459-8F30-6F51DF749E01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809-4459-8F30-6F51DF749E01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77800363.981249899</c:v>
                </c:pt>
                <c:pt idx="1">
                  <c:v>68600028.021249995</c:v>
                </c:pt>
                <c:pt idx="2">
                  <c:v>57749052.528124988</c:v>
                </c:pt>
                <c:pt idx="3">
                  <c:v>28854680.938124999</c:v>
                </c:pt>
                <c:pt idx="4">
                  <c:v>43869938.489687502</c:v>
                </c:pt>
                <c:pt idx="5">
                  <c:v>14975566.899687501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09-4459-8F30-6F51DF749E01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809-4459-8F30-6F51DF749E01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9809-4459-8F30-6F51DF749E01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809-4459-8F30-6F51DF749E01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10850975.493124992</c:v>
                </c:pt>
                <c:pt idx="3">
                  <c:v>28894371.590000004</c:v>
                </c:pt>
                <c:pt idx="4">
                  <c:v>13879114.038437501</c:v>
                </c:pt>
                <c:pt idx="5">
                  <c:v>28894371.590000004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09-4459-8F30-6F51DF749E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903468511"/>
        <c:axId val="1"/>
      </c:barChart>
      <c:catAx>
        <c:axId val="19034685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7800363.98124989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034685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7845705967976713E-2"/>
          <c:w val="0.95587611370386083"/>
          <c:h val="0.9243085880640465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17F-4939-821C-255A8A74217F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17F-4939-821C-255A8A74217F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D17F-4939-821C-255A8A74217F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17F-4939-821C-255A8A74217F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72657313.581249997</c:v>
                </c:pt>
                <c:pt idx="1">
                  <c:v>54664660.78125</c:v>
                </c:pt>
                <c:pt idx="2">
                  <c:v>48705264.265625</c:v>
                </c:pt>
                <c:pt idx="3">
                  <c:v>31338386.265625</c:v>
                </c:pt>
                <c:pt idx="4">
                  <c:v>31961335.4296875</c:v>
                </c:pt>
                <c:pt idx="5">
                  <c:v>14594457.4296875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17F-4939-821C-255A8A74217F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17F-4939-821C-255A8A74217F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D17F-4939-821C-255A8A74217F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D17F-4939-821C-255A8A74217F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5959396.515625</c:v>
                </c:pt>
                <c:pt idx="3">
                  <c:v>17366878</c:v>
                </c:pt>
                <c:pt idx="4">
                  <c:v>16743928.8359375</c:v>
                </c:pt>
                <c:pt idx="5">
                  <c:v>17366878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17F-4939-821C-255A8A742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115374031"/>
        <c:axId val="1"/>
      </c:barChart>
      <c:catAx>
        <c:axId val="11153740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2657313.58124999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153740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255813953488372E-2"/>
          <c:y val="7.1922544951590589E-2"/>
          <c:w val="0.95348837209302328"/>
          <c:h val="0.8561549100968187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0B4AD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74.513889259140569</c:v>
                </c:pt>
                <c:pt idx="1">
                  <c:v>35.657086070380124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D-4A2E-B08E-7553515AE85D}"/>
            </c:ext>
          </c:extLst>
        </c:ser>
        <c:ser>
          <c:idx val="1"/>
          <c:order val="1"/>
          <c:spPr>
            <a:solidFill>
              <a:srgbClr val="13807B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83.601795646038795</c:v>
                </c:pt>
                <c:pt idx="1">
                  <c:v>54.337147576970956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1D-4A2E-B08E-7553515AE8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903623951"/>
        <c:axId val="1"/>
      </c:barChart>
      <c:catAx>
        <c:axId val="19036239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3.60179564603879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036239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7545126353790613E-2"/>
          <c:w val="0.95589482612383381"/>
          <c:h val="0.924909747292418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6C0-46F8-8503-F21CCC8FE739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6C0-46F8-8503-F21CCC8FE739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C6C0-46F8-8503-F21CCC8FE739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6C0-46F8-8503-F21CCC8FE739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35949274.740000002</c:v>
                </c:pt>
                <c:pt idx="1">
                  <c:v>35049079.789999999</c:v>
                </c:pt>
                <c:pt idx="2">
                  <c:v>31605311.48</c:v>
                </c:pt>
                <c:pt idx="3">
                  <c:v>19393883.079999998</c:v>
                </c:pt>
                <c:pt idx="4">
                  <c:v>19618792.550000001</c:v>
                </c:pt>
                <c:pt idx="5">
                  <c:v>7407364.1500000004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C0-46F8-8503-F21CCC8FE739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6C0-46F8-8503-F21CCC8FE739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C6C0-46F8-8503-F21CCC8FE739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6C0-46F8-8503-F21CCC8FE739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3443768.3099999987</c:v>
                </c:pt>
                <c:pt idx="3">
                  <c:v>12211428.399999999</c:v>
                </c:pt>
                <c:pt idx="4">
                  <c:v>11986518.93</c:v>
                </c:pt>
                <c:pt idx="5">
                  <c:v>12211428.4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6C0-46F8-8503-F21CCC8FE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269423"/>
        <c:axId val="1"/>
      </c:barChart>
      <c:catAx>
        <c:axId val="11902694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949274.74000000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2694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7545126353790613E-2"/>
          <c:w val="0.95587611370386083"/>
          <c:h val="0.924909747292418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657-4BE5-AB64-A2C05C9993AD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657-4BE5-AB64-A2C05C9993AD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657-4BE5-AB64-A2C05C9993AD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657-4BE5-AB64-A2C05C9993AD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61309422.0879687</c:v>
                </c:pt>
                <c:pt idx="1">
                  <c:v>60611298.187968701</c:v>
                </c:pt>
                <c:pt idx="2">
                  <c:v>57159480.326718703</c:v>
                </c:pt>
                <c:pt idx="3">
                  <c:v>41292754.3767187</c:v>
                </c:pt>
                <c:pt idx="4">
                  <c:v>38619060.632656202</c:v>
                </c:pt>
                <c:pt idx="5">
                  <c:v>22752334.682656199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657-4BE5-AB64-A2C05C9993AD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657-4BE5-AB64-A2C05C9993AD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E657-4BE5-AB64-A2C05C9993AD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657-4BE5-AB64-A2C05C9993AD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3451817.8612499982</c:v>
                </c:pt>
                <c:pt idx="3">
                  <c:v>15866725.950000003</c:v>
                </c:pt>
                <c:pt idx="4">
                  <c:v>18540419.694062501</c:v>
                </c:pt>
                <c:pt idx="5">
                  <c:v>15866725.950000003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57-4BE5-AB64-A2C05C9993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152031"/>
        <c:axId val="1"/>
      </c:barChart>
      <c:catAx>
        <c:axId val="11901520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309422.087968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1520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7545126353790613E-2"/>
          <c:w val="0.95589482612383381"/>
          <c:h val="0.924909747292418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42C-482A-80FA-45FF9F7FBB28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42C-482A-80FA-45FF9F7FBB28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42C-482A-80FA-45FF9F7FBB28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2C-482A-80FA-45FF9F7FBB28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84484993.683906198</c:v>
                </c:pt>
                <c:pt idx="1">
                  <c:v>83748256.933906198</c:v>
                </c:pt>
                <c:pt idx="2">
                  <c:v>77185213.496406198</c:v>
                </c:pt>
                <c:pt idx="3">
                  <c:v>58414645.076406203</c:v>
                </c:pt>
                <c:pt idx="4">
                  <c:v>49724697.054999992</c:v>
                </c:pt>
                <c:pt idx="5">
                  <c:v>30954128.635000002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2C-482A-80FA-45FF9F7FBB28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42C-482A-80FA-45FF9F7FBB28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042C-482A-80FA-45FF9F7FBB28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042C-482A-80FA-45FF9F7FBB28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6563043.4375</c:v>
                </c:pt>
                <c:pt idx="3">
                  <c:v>18770568.419999994</c:v>
                </c:pt>
                <c:pt idx="4">
                  <c:v>27460516.441406205</c:v>
                </c:pt>
                <c:pt idx="5">
                  <c:v>18770568.420000006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2C-482A-80FA-45FF9F7FBB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319999"/>
        <c:axId val="1"/>
      </c:barChart>
      <c:catAx>
        <c:axId val="11903199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84484993.683906198"/>
          <c:min val="-1.4901161193847656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3199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7956204379562042E-2"/>
          <c:w val="0.95589482612383381"/>
          <c:h val="0.9240875912408759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8CE-489C-BF61-03500063629B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8CE-489C-BF61-03500063629B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8CE-489C-BF61-03500063629B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8CE-489C-BF61-03500063629B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79159118.207812503</c:v>
                </c:pt>
                <c:pt idx="1">
                  <c:v>74752093.107812494</c:v>
                </c:pt>
                <c:pt idx="2">
                  <c:v>69325172.1015625</c:v>
                </c:pt>
                <c:pt idx="3">
                  <c:v>55900701.101562396</c:v>
                </c:pt>
                <c:pt idx="4">
                  <c:v>47226334.173281312</c:v>
                </c:pt>
                <c:pt idx="5">
                  <c:v>33801863.1732812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CE-489C-BF61-03500063629B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8CE-489C-BF61-03500063629B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28CE-489C-BF61-03500063629B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8CE-489C-BF61-03500063629B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5426921.006249994</c:v>
                </c:pt>
                <c:pt idx="3">
                  <c:v>13424471</c:v>
                </c:pt>
                <c:pt idx="4">
                  <c:v>22098837.928281203</c:v>
                </c:pt>
                <c:pt idx="5">
                  <c:v>13424471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CE-489C-BF61-0350006362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152495"/>
        <c:axId val="1"/>
      </c:barChart>
      <c:catAx>
        <c:axId val="11901524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9159118.20781250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1524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7956204379562042E-2"/>
          <c:w val="0.95589482612383381"/>
          <c:h val="0.9240875912408759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FCB-42DF-8CDF-09BC2CFEF48F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FCB-42DF-8CDF-09BC2CFEF48F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BFCB-42DF-8CDF-09BC2CFEF48F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FCB-42DF-8CDF-09BC2CFEF48F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55278388.1420312</c:v>
                </c:pt>
                <c:pt idx="1">
                  <c:v>52246909.882031202</c:v>
                </c:pt>
                <c:pt idx="2">
                  <c:v>46258817.882031202</c:v>
                </c:pt>
                <c:pt idx="3">
                  <c:v>39050625.582031205</c:v>
                </c:pt>
                <c:pt idx="4">
                  <c:v>25326007.448437501</c:v>
                </c:pt>
                <c:pt idx="5">
                  <c:v>18117815.1484375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CB-42DF-8CDF-09BC2CFEF48F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FCB-42DF-8CDF-09BC2CFEF48F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FCB-42DF-8CDF-09BC2CFEF48F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FCB-42DF-8CDF-09BC2CFEF48F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5988092</c:v>
                </c:pt>
                <c:pt idx="3">
                  <c:v>7208192.299999997</c:v>
                </c:pt>
                <c:pt idx="4">
                  <c:v>20932810.433593702</c:v>
                </c:pt>
                <c:pt idx="5">
                  <c:v>7208192.3000000007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CB-42DF-8CDF-09BC2CFEF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207711"/>
        <c:axId val="1"/>
      </c:barChart>
      <c:catAx>
        <c:axId val="11902077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5278388.142031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2077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255813953488372E-2"/>
          <c:y val="0.16866267465069859"/>
          <c:w val="0.95348837209302328"/>
          <c:h val="0.7145708582834331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0B4A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54491017964071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974-4352-AE78-140FAF7B6CCE}"/>
                </c:ext>
              </c:extLst>
            </c:dLbl>
            <c:dLbl>
              <c:idx val="1"/>
              <c:layout>
                <c:manualLayout>
                  <c:x val="0"/>
                  <c:y val="-0.141716566866267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974-4352-AE78-140FAF7B6C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38.637266421903341</c:v>
                </c:pt>
                <c:pt idx="1">
                  <c:v>15.582309773635512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974-4352-AE78-140FAF7B6CCE}"/>
            </c:ext>
          </c:extLst>
        </c:ser>
        <c:ser>
          <c:idx val="1"/>
          <c:order val="1"/>
          <c:spPr>
            <a:solidFill>
              <a:srgbClr val="13807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0179640718562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974-4352-AE78-140FAF7B6CCE}"/>
                </c:ext>
              </c:extLst>
            </c:dLbl>
            <c:dLbl>
              <c:idx val="1"/>
              <c:layout>
                <c:manualLayout>
                  <c:x val="0"/>
                  <c:y val="-0.2155688622754491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B974-4352-AE78-140FAF7B6C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62.243526806648454</c:v>
                </c:pt>
                <c:pt idx="1">
                  <c:v>28.461621180028168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974-4352-AE78-140FAF7B6C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90290303"/>
        <c:axId val="1"/>
      </c:barChart>
      <c:catAx>
        <c:axId val="119029030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2.24352680664845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29030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8291605301914583E-2"/>
          <c:w val="0.95589482612383381"/>
          <c:h val="0.9234167893961708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EB0-4870-B7B5-D77B9A98AECE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EB0-4870-B7B5-D77B9A98AECE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DEB0-4870-B7B5-D77B9A98AECE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EB0-4870-B7B5-D77B9A98AECE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48698081.029999897</c:v>
                </c:pt>
                <c:pt idx="1">
                  <c:v>44856328.979999997</c:v>
                </c:pt>
                <c:pt idx="2">
                  <c:v>39143302.919999994</c:v>
                </c:pt>
                <c:pt idx="3">
                  <c:v>11837054.02</c:v>
                </c:pt>
                <c:pt idx="4">
                  <c:v>33605698.660000004</c:v>
                </c:pt>
                <c:pt idx="5">
                  <c:v>6299449.7599999998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B0-4870-B7B5-D77B9A98AECE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EB0-4870-B7B5-D77B9A98AECE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DEB0-4870-B7B5-D77B9A98AECE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DEB0-4870-B7B5-D77B9A98AECE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5713026.0600000024</c:v>
                </c:pt>
                <c:pt idx="3">
                  <c:v>27306248.900000002</c:v>
                </c:pt>
                <c:pt idx="4">
                  <c:v>5537604.2599999979</c:v>
                </c:pt>
                <c:pt idx="5">
                  <c:v>27306248.899999999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B0-4870-B7B5-D77B9A98AE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99900943"/>
        <c:axId val="1"/>
      </c:barChart>
      <c:catAx>
        <c:axId val="10999009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8698081.02999989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0999009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8291605301914583E-2"/>
          <c:w val="0.95587611370386083"/>
          <c:h val="0.9234167893961708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245-4D46-9E11-DFBF6B27CD9B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245-4D46-9E11-DFBF6B27CD9B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8245-4D46-9E11-DFBF6B27CD9B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245-4D46-9E11-DFBF6B27CD9B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62255960.789999902</c:v>
                </c:pt>
                <c:pt idx="1">
                  <c:v>56889147.539999902</c:v>
                </c:pt>
                <c:pt idx="2">
                  <c:v>48306469.258749902</c:v>
                </c:pt>
                <c:pt idx="3">
                  <c:v>16553532.608750001</c:v>
                </c:pt>
                <c:pt idx="4">
                  <c:v>41676658.553124905</c:v>
                </c:pt>
                <c:pt idx="5">
                  <c:v>9923721.9031249993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45-4D46-9E11-DFBF6B27CD9B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245-4D46-9E11-DFBF6B27CD9B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8245-4D46-9E11-DFBF6B27CD9B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8245-4D46-9E11-DFBF6B27CD9B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8582678.28125</c:v>
                </c:pt>
                <c:pt idx="3">
                  <c:v>31752936.649999999</c:v>
                </c:pt>
                <c:pt idx="4">
                  <c:v>6629810.7056249976</c:v>
                </c:pt>
                <c:pt idx="5">
                  <c:v>31752936.649999995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45-4D46-9E11-DFBF6B27CD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99849903"/>
        <c:axId val="1"/>
      </c:barChart>
      <c:catAx>
        <c:axId val="109984990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2255960.789999902"/>
          <c:min val="-9.6857547760009766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09984990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8291605301914583E-2"/>
          <c:w val="0.95589482612383381"/>
          <c:h val="0.9234167893961708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54F-44A2-B623-FB3BE593729F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54F-44A2-B623-FB3BE593729F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B54F-44A2-B623-FB3BE593729F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54F-44A2-B623-FB3BE593729F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63694876.096093699</c:v>
                </c:pt>
                <c:pt idx="1">
                  <c:v>61132747.996093698</c:v>
                </c:pt>
                <c:pt idx="2">
                  <c:v>54376761.966093697</c:v>
                </c:pt>
                <c:pt idx="3">
                  <c:v>25809604.566093698</c:v>
                </c:pt>
                <c:pt idx="4">
                  <c:v>42700977.563593701</c:v>
                </c:pt>
                <c:pt idx="5">
                  <c:v>14133820.1635937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4F-44A2-B623-FB3BE593729F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54F-44A2-B623-FB3BE593729F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54F-44A2-B623-FB3BE593729F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54F-44A2-B623-FB3BE593729F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6755986.0300000012</c:v>
                </c:pt>
                <c:pt idx="3">
                  <c:v>28567157.399999999</c:v>
                </c:pt>
                <c:pt idx="4">
                  <c:v>11675784.402500004</c:v>
                </c:pt>
                <c:pt idx="5">
                  <c:v>28567157.399999999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4F-44A2-B623-FB3BE59372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278721632"/>
        <c:axId val="1"/>
      </c:barChart>
      <c:catAx>
        <c:axId val="127872163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3694876.096093699"/>
          <c:min val="-7.4505805969238281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787216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4922766957689727E-2"/>
          <c:w val="0.95589482612383381"/>
          <c:h val="0.930154466084620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62A-4301-AF98-1B781713D16D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62A-4301-AF98-1B781713D16D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562A-4301-AF98-1B781713D16D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62A-4301-AF98-1B781713D16D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123472260.638125</c:v>
                </c:pt>
                <c:pt idx="1">
                  <c:v>112278641.92812499</c:v>
                </c:pt>
                <c:pt idx="2">
                  <c:v>88892456.68249999</c:v>
                </c:pt>
                <c:pt idx="3">
                  <c:v>40571657.082499996</c:v>
                </c:pt>
                <c:pt idx="4">
                  <c:v>71315326.493750006</c:v>
                </c:pt>
                <c:pt idx="5">
                  <c:v>22994526.893750001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2A-4301-AF98-1B781713D16D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62A-4301-AF98-1B781713D16D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562A-4301-AF98-1B781713D16D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62A-4301-AF98-1B781713D16D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23386185.245625004</c:v>
                </c:pt>
                <c:pt idx="3">
                  <c:v>48320799.600000009</c:v>
                </c:pt>
                <c:pt idx="4">
                  <c:v>17577130.188749999</c:v>
                </c:pt>
                <c:pt idx="5">
                  <c:v>48320799.600000009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62A-4301-AF98-1B781713D1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99847583"/>
        <c:axId val="1"/>
      </c:barChart>
      <c:catAx>
        <c:axId val="10998475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3472260.63812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0998475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4922766957689727E-2"/>
          <c:w val="0.95587611370386083"/>
          <c:h val="0.930154466084620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3D2-4084-86F5-75CE878A2DE5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3D2-4084-86F5-75CE878A2DE5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53D2-4084-86F5-75CE878A2DE5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3D2-4084-86F5-75CE878A2DE5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99739926.361406207</c:v>
                </c:pt>
                <c:pt idx="1">
                  <c:v>85924975.891406193</c:v>
                </c:pt>
                <c:pt idx="2">
                  <c:v>65655022.766406193</c:v>
                </c:pt>
                <c:pt idx="3">
                  <c:v>40951788.066406205</c:v>
                </c:pt>
                <c:pt idx="4">
                  <c:v>48516789.403124981</c:v>
                </c:pt>
                <c:pt idx="5">
                  <c:v>23813554.703125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D2-4084-86F5-75CE878A2DE5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3D2-4084-86F5-75CE878A2DE5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53D2-4084-86F5-75CE878A2DE5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3D2-4084-86F5-75CE878A2DE5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20269953.125</c:v>
                </c:pt>
                <c:pt idx="3">
                  <c:v>24703234.700000003</c:v>
                </c:pt>
                <c:pt idx="4">
                  <c:v>17138233.363281198</c:v>
                </c:pt>
                <c:pt idx="5">
                  <c:v>24703234.700000003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3D2-4084-86F5-75CE878A2D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278872896"/>
        <c:axId val="1"/>
      </c:barChart>
      <c:catAx>
        <c:axId val="12788728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99739926.361406207"/>
          <c:min val="-2.2351741790771484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788728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875114784205693E-2"/>
          <c:y val="0.18191603875134554"/>
          <c:w val="0.95224977043158865"/>
          <c:h val="0.6921420882669536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0B4A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41442411194833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FA3-4ACB-9074-9EB5ABA58EF2}"/>
                </c:ext>
              </c:extLst>
            </c:dLbl>
            <c:dLbl>
              <c:idx val="1"/>
              <c:layout>
                <c:manualLayout>
                  <c:x val="0"/>
                  <c:y val="-0.2174381054897739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FA3-4ACB-9074-9EB5ABA58EF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69.75969543451086</c:v>
                </c:pt>
                <c:pt idx="1">
                  <c:v>37.625810881052558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A3-4ACB-9074-9EB5ABA58EF2}"/>
            </c:ext>
          </c:extLst>
        </c:ser>
        <c:ser>
          <c:idx val="1"/>
          <c:order val="1"/>
          <c:spPr>
            <a:solidFill>
              <a:srgbClr val="13807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3659849300322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FA3-4ACB-9074-9EB5ABA58EF2}"/>
                </c:ext>
              </c:extLst>
            </c:dLbl>
            <c:dLbl>
              <c:idx val="1"/>
              <c:layout>
                <c:manualLayout>
                  <c:x val="0"/>
                  <c:y val="-0.2744886975242196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FA3-4ACB-9074-9EB5ABA58EF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81.254816857897765</c:v>
                </c:pt>
                <c:pt idx="1">
                  <c:v>50.916878474256265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FA3-4ACB-9074-9EB5ABA58E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90511439"/>
        <c:axId val="1"/>
      </c:barChart>
      <c:catAx>
        <c:axId val="10905114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1.25481685789776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0905114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776325344952796E-2"/>
          <c:w val="0.95589482612383381"/>
          <c:h val="0.92447349310094407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7F3-481F-9DD8-C4A3F7B818D4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7F3-481F-9DD8-C4A3F7B818D4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B7F3-481F-9DD8-C4A3F7B818D4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7F3-481F-9DD8-C4A3F7B818D4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49251061.530000001</c:v>
                </c:pt>
                <c:pt idx="1">
                  <c:v>42861928.32</c:v>
                </c:pt>
                <c:pt idx="2">
                  <c:v>39574825.960000001</c:v>
                </c:pt>
                <c:pt idx="3">
                  <c:v>21160201.359999999</c:v>
                </c:pt>
                <c:pt idx="4">
                  <c:v>27000808.749999993</c:v>
                </c:pt>
                <c:pt idx="5">
                  <c:v>8586184.1500000004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F3-481F-9DD8-C4A3F7B818D4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7F3-481F-9DD8-C4A3F7B818D4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7F3-481F-9DD8-C4A3F7B818D4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7F3-481F-9DD8-C4A3F7B818D4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3287102.3599999994</c:v>
                </c:pt>
                <c:pt idx="3">
                  <c:v>18414624.600000001</c:v>
                </c:pt>
                <c:pt idx="4">
                  <c:v>12574017.210000001</c:v>
                </c:pt>
                <c:pt idx="5">
                  <c:v>18414624.600000001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7F3-481F-9DD8-C4A3F7B818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652788415"/>
        <c:axId val="1"/>
      </c:barChart>
      <c:catAx>
        <c:axId val="16527884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49251061.530000001"/>
          <c:min val="-7.4505805969238281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6527884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7873270211216316E-2"/>
          <c:w val="0.95587611370386083"/>
          <c:h val="0.92425345957756733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CA0-4D50-8272-C4A284C6A83D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CA0-4D50-8272-C4A284C6A83D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CA0-4D50-8272-C4A284C6A83D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CA0-4D50-8272-C4A284C6A83D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86151690.282499999</c:v>
                </c:pt>
                <c:pt idx="1">
                  <c:v>80425098.002499998</c:v>
                </c:pt>
                <c:pt idx="2">
                  <c:v>71987217.657499999</c:v>
                </c:pt>
                <c:pt idx="3">
                  <c:v>41063801.877499998</c:v>
                </c:pt>
                <c:pt idx="4">
                  <c:v>51817715.33625</c:v>
                </c:pt>
                <c:pt idx="5">
                  <c:v>20894299.556249999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A0-4D50-8272-C4A284C6A83D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CA0-4D50-8272-C4A284C6A83D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ECA0-4D50-8272-C4A284C6A83D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CA0-4D50-8272-C4A284C6A83D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8437880.3449999988</c:v>
                </c:pt>
                <c:pt idx="3">
                  <c:v>30923415.780000001</c:v>
                </c:pt>
                <c:pt idx="4">
                  <c:v>20169502.321249999</c:v>
                </c:pt>
                <c:pt idx="5">
                  <c:v>30923415.780000001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A0-4D50-8272-C4A284C6A8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903537647"/>
        <c:axId val="1"/>
      </c:barChart>
      <c:catAx>
        <c:axId val="19035376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86151690.282499999"/>
          <c:min val="-7.4505805969238281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0353764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8235294117647062E-2"/>
          <c:w val="0.95589482612383381"/>
          <c:h val="0.92352941176470593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54A-4F19-8827-8C3689267B63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54A-4F19-8827-8C3689267B63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54A-4F19-8827-8C3689267B63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54A-4F19-8827-8C3689267B63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95475668.809687495</c:v>
                </c:pt>
                <c:pt idx="1">
                  <c:v>90453975.709687501</c:v>
                </c:pt>
                <c:pt idx="2">
                  <c:v>79746671.084687501</c:v>
                </c:pt>
                <c:pt idx="3">
                  <c:v>54569784.454687499</c:v>
                </c:pt>
                <c:pt idx="4">
                  <c:v>55401946.975000001</c:v>
                </c:pt>
                <c:pt idx="5">
                  <c:v>30225060.344999999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4A-4F19-8827-8C3689267B63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54A-4F19-8827-8C3689267B63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154A-4F19-8827-8C3689267B63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54A-4F19-8827-8C3689267B63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10707304.625</c:v>
                </c:pt>
                <c:pt idx="3">
                  <c:v>25176886.630000003</c:v>
                </c:pt>
                <c:pt idx="4">
                  <c:v>24344724.1096875</c:v>
                </c:pt>
                <c:pt idx="5">
                  <c:v>25176886.629999995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4A-4F19-8827-8C3689267B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25650336"/>
        <c:axId val="1"/>
      </c:barChart>
      <c:catAx>
        <c:axId val="1325650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5475668.80968749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32565033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6036036036036036E-2"/>
          <c:w val="0.95589482612383381"/>
          <c:h val="0.9279279279279278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DF1-4571-913A-685C9AF55A96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DF1-4571-913A-685C9AF55A96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6DF1-4571-913A-685C9AF55A96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DF1-4571-913A-685C9AF55A96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120397291.08765601</c:v>
                </c:pt>
                <c:pt idx="1">
                  <c:v>107662858.707656</c:v>
                </c:pt>
                <c:pt idx="2">
                  <c:v>94476521.29203099</c:v>
                </c:pt>
                <c:pt idx="3">
                  <c:v>72841267.892031193</c:v>
                </c:pt>
                <c:pt idx="4">
                  <c:v>54612520.33890599</c:v>
                </c:pt>
                <c:pt idx="5">
                  <c:v>32977266.9389062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F1-4571-913A-685C9AF55A96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DF1-4571-913A-685C9AF55A96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6DF1-4571-913A-685C9AF55A96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6DF1-4571-913A-685C9AF55A96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13186337.415625006</c:v>
                </c:pt>
                <c:pt idx="3">
                  <c:v>21635253.400000006</c:v>
                </c:pt>
                <c:pt idx="4">
                  <c:v>39864000.953125</c:v>
                </c:pt>
                <c:pt idx="5">
                  <c:v>21635253.399999999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DF1-4571-913A-685C9AF55A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25600688"/>
        <c:axId val="1"/>
      </c:barChart>
      <c:catAx>
        <c:axId val="132560068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20397291.08765601"/>
          <c:min val="-2.0861625671386719E-7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32560068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6061026352288486E-2"/>
          <c:w val="0.95587611370386083"/>
          <c:h val="0.9278779472954230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1C4-4F6A-A94F-2C0E5D83D93C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C4-4F6A-A94F-2C0E5D83D93C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1C4-4F6A-A94F-2C0E5D83D93C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C4-4F6A-A94F-2C0E5D83D93C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96230989.034531206</c:v>
                </c:pt>
                <c:pt idx="1">
                  <c:v>80379161.794531196</c:v>
                </c:pt>
                <c:pt idx="2">
                  <c:v>68416321.888281196</c:v>
                </c:pt>
                <c:pt idx="3">
                  <c:v>54561029.238281205</c:v>
                </c:pt>
                <c:pt idx="4">
                  <c:v>38306858.567968696</c:v>
                </c:pt>
                <c:pt idx="5">
                  <c:v>24451565.917968702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C4-4F6A-A94F-2C0E5D83D93C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C4-4F6A-A94F-2C0E5D83D93C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F1C4-4F6A-A94F-2C0E5D83D93C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C4-4F6A-A94F-2C0E5D83D93C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11962839.90625</c:v>
                </c:pt>
                <c:pt idx="3">
                  <c:v>13855292.650000006</c:v>
                </c:pt>
                <c:pt idx="4">
                  <c:v>30109463.3203125</c:v>
                </c:pt>
                <c:pt idx="5">
                  <c:v>13855292.650000002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C4-4F6A-A94F-2C0E5D83D9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25474480"/>
        <c:axId val="1"/>
      </c:barChart>
      <c:catAx>
        <c:axId val="13254744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96230989.034531206"/>
          <c:min val="-1.4901161193847656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3254744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657870791628753E-2"/>
          <c:y val="0.16900000000000001"/>
          <c:w val="0.95268425841674254"/>
          <c:h val="0.7139999999999999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0B4A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959999999999999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591-4D40-9A7B-690B98CDFBBF}"/>
                </c:ext>
              </c:extLst>
            </c:dLbl>
            <c:dLbl>
              <c:idx val="1"/>
              <c:layout>
                <c:manualLayout>
                  <c:x val="0"/>
                  <c:y val="-0.1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591-4D40-9A7B-690B98CDFBB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46.531157505562916</c:v>
                </c:pt>
                <c:pt idx="1">
                  <c:v>20.251443321704237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91-4D40-9A7B-690B98CDFBBF}"/>
            </c:ext>
          </c:extLst>
        </c:ser>
        <c:ser>
          <c:idx val="1"/>
          <c:order val="1"/>
          <c:spPr>
            <a:solidFill>
              <a:srgbClr val="13807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591-4D40-9A7B-690B98CDFBBF}"/>
                </c:ext>
              </c:extLst>
            </c:dLbl>
            <c:dLbl>
              <c:idx val="1"/>
              <c:layout>
                <c:manualLayout>
                  <c:x val="0"/>
                  <c:y val="-0.2429999999999999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591-4D40-9A7B-690B98CDFBB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68.200270482638786</c:v>
                </c:pt>
                <c:pt idx="1">
                  <c:v>36.169221825945996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91-4D40-9A7B-690B98CDF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90517007"/>
        <c:axId val="1"/>
      </c:barChart>
      <c:catAx>
        <c:axId val="10905170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8.20027048263878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0905170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4.0247678018575851E-2"/>
          <c:w val="0.95589482612383381"/>
          <c:h val="0.9195046439628482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D49-4C0B-AE8A-A7738D4E7585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D49-4C0B-AE8A-A7738D4E7585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D49-4C0B-AE8A-A7738D4E7585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D49-4C0B-AE8A-A7738D4E7585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96326823.049999997</c:v>
                </c:pt>
                <c:pt idx="1">
                  <c:v>89627667.649999902</c:v>
                </c:pt>
                <c:pt idx="2">
                  <c:v>68300320.449999899</c:v>
                </c:pt>
                <c:pt idx="3">
                  <c:v>29751450.199999999</c:v>
                </c:pt>
                <c:pt idx="4">
                  <c:v>54844930.429999918</c:v>
                </c:pt>
                <c:pt idx="5">
                  <c:v>16296060.18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D49-4C0B-AE8A-A7738D4E7585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D49-4C0B-AE8A-A7738D4E7585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ED49-4C0B-AE8A-A7738D4E7585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D49-4C0B-AE8A-A7738D4E7585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21327347.200000003</c:v>
                </c:pt>
                <c:pt idx="3">
                  <c:v>38548870.25</c:v>
                </c:pt>
                <c:pt idx="4">
                  <c:v>13455390.019999996</c:v>
                </c:pt>
                <c:pt idx="5">
                  <c:v>38548870.25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49-4C0B-AE8A-A7738D4E75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903603999"/>
        <c:axId val="1"/>
      </c:barChart>
      <c:catAx>
        <c:axId val="19036039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96326823.049999997"/>
          <c:min val="-8.9406967163085938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036039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4.0247678018575851E-2"/>
          <c:w val="0.95587611370386083"/>
          <c:h val="0.9195046439628482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7A1-476C-9DC2-64093EDE0638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7A1-476C-9DC2-64093EDE0638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77A1-476C-9DC2-64093EDE0638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7A1-476C-9DC2-64093EDE0638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133054972.00968701</c:v>
                </c:pt>
                <c:pt idx="1">
                  <c:v>128931088.739687</c:v>
                </c:pt>
                <c:pt idx="2">
                  <c:v>102743819.068437</c:v>
                </c:pt>
                <c:pt idx="3">
                  <c:v>49454278.658437505</c:v>
                </c:pt>
                <c:pt idx="4">
                  <c:v>81307309.986249492</c:v>
                </c:pt>
                <c:pt idx="5">
                  <c:v>28017769.576250002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7A1-476C-9DC2-64093EDE0638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7A1-476C-9DC2-64093EDE0638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77A1-476C-9DC2-64093EDE0638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7A1-476C-9DC2-64093EDE0638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26187269.671250001</c:v>
                </c:pt>
                <c:pt idx="3">
                  <c:v>53289540.409999996</c:v>
                </c:pt>
                <c:pt idx="4">
                  <c:v>21436509.082187504</c:v>
                </c:pt>
                <c:pt idx="5">
                  <c:v>53289540.409999996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A1-476C-9DC2-64093EDE0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903583583"/>
        <c:axId val="1"/>
      </c:barChart>
      <c:catAx>
        <c:axId val="19035835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33054972.00968701"/>
          <c:min val="-5.0663948059082031E-7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035835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4.0247678018575851E-2"/>
          <c:w val="0.95589482612383381"/>
          <c:h val="0.9195046439628482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591-4140-B531-ABF249A98F44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591-4140-B531-ABF249A98F44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C591-4140-B531-ABF249A98F44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591-4140-B531-ABF249A98F44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125651705.296093</c:v>
                </c:pt>
                <c:pt idx="1">
                  <c:v>122214241.80609301</c:v>
                </c:pt>
                <c:pt idx="2">
                  <c:v>100447951.42546801</c:v>
                </c:pt>
                <c:pt idx="3">
                  <c:v>56062532.975468703</c:v>
                </c:pt>
                <c:pt idx="4">
                  <c:v>73176644.4932805</c:v>
                </c:pt>
                <c:pt idx="5">
                  <c:v>28791226.043281201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91-4140-B531-ABF249A98F44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591-4140-B531-ABF249A98F44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C591-4140-B531-ABF249A98F44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591-4140-B531-ABF249A98F44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21766290.380624995</c:v>
                </c:pt>
                <c:pt idx="3">
                  <c:v>44385418.45000001</c:v>
                </c:pt>
                <c:pt idx="4">
                  <c:v>27271306.932187498</c:v>
                </c:pt>
                <c:pt idx="5">
                  <c:v>44385418.450000003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91-4140-B531-ABF249A98F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903543215"/>
        <c:axId val="1"/>
      </c:barChart>
      <c:catAx>
        <c:axId val="19035432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25651705.296093"/>
          <c:min val="-7.152557373046875E-7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035432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4368803701255786E-2"/>
          <c:w val="0.95589482612383381"/>
          <c:h val="0.93126239259748844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866-4137-A7C2-90446CBAA999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866-4137-A7C2-90446CBAA999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6866-4137-A7C2-90446CBAA999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866-4137-A7C2-90446CBAA999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124067477.97656199</c:v>
                </c:pt>
                <c:pt idx="1">
                  <c:v>111270919.16656201</c:v>
                </c:pt>
                <c:pt idx="2">
                  <c:v>92456209.889687002</c:v>
                </c:pt>
                <c:pt idx="3">
                  <c:v>59998187.239687398</c:v>
                </c:pt>
                <c:pt idx="4">
                  <c:v>60709384.262030803</c:v>
                </c:pt>
                <c:pt idx="5">
                  <c:v>28251361.612031199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66-4137-A7C2-90446CBAA999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866-4137-A7C2-90446CBAA999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6866-4137-A7C2-90446CBAA999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6866-4137-A7C2-90446CBAA999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18814709.276875004</c:v>
                </c:pt>
                <c:pt idx="3">
                  <c:v>32458022.649999991</c:v>
                </c:pt>
                <c:pt idx="4">
                  <c:v>31746825.627656199</c:v>
                </c:pt>
                <c:pt idx="5">
                  <c:v>32458022.649999999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66-4137-A7C2-90446CBAA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297727"/>
        <c:axId val="1"/>
      </c:barChart>
      <c:catAx>
        <c:axId val="119029772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24067477.97656199"/>
          <c:min val="-3.8743019104003906E-7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29772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4368803701255786E-2"/>
          <c:w val="0.95589482612383381"/>
          <c:h val="0.93126239259748844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9CD-4E7D-A198-2A46CEF078FB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9CD-4E7D-A198-2A46CEF078FB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9CD-4E7D-A198-2A46CEF078FB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9CD-4E7D-A198-2A46CEF078FB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111286844.082968</c:v>
                </c:pt>
                <c:pt idx="1">
                  <c:v>97446184.542968705</c:v>
                </c:pt>
                <c:pt idx="2">
                  <c:v>71041052.417968705</c:v>
                </c:pt>
                <c:pt idx="3">
                  <c:v>51170896.167968705</c:v>
                </c:pt>
                <c:pt idx="4">
                  <c:v>49110576.972656205</c:v>
                </c:pt>
                <c:pt idx="5">
                  <c:v>29240420.722656202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CD-4E7D-A198-2A46CEF078FB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9CD-4E7D-A198-2A46CEF078FB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09CD-4E7D-A198-2A46CEF078FB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09CD-4E7D-A198-2A46CEF078FB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26405132.125</c:v>
                </c:pt>
                <c:pt idx="3">
                  <c:v>19870156.25</c:v>
                </c:pt>
                <c:pt idx="4">
                  <c:v>21930475.4453125</c:v>
                </c:pt>
                <c:pt idx="5">
                  <c:v>19870156.250000004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CD-4E7D-A198-2A46CEF07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163631"/>
        <c:axId val="1"/>
      </c:barChart>
      <c:catAx>
        <c:axId val="11901636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1286844.08296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1636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255813953488372E-2"/>
          <c:y val="0.16984924623115577"/>
          <c:w val="0.95348837209302328"/>
          <c:h val="0.7125628140703517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0B4A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386934673366834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E27-4448-9154-C9A02648300C}"/>
                </c:ext>
              </c:extLst>
            </c:dLbl>
            <c:dLbl>
              <c:idx val="1"/>
              <c:layout>
                <c:manualLayout>
                  <c:x val="0"/>
                  <c:y val="-0.194974874371859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E27-4448-9154-C9A02648300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56.440248004722207</c:v>
                </c:pt>
                <c:pt idx="1">
                  <c:v>27.969963244764884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27-4448-9154-C9A02648300C}"/>
            </c:ext>
          </c:extLst>
        </c:ser>
        <c:ser>
          <c:idx val="1"/>
          <c:order val="1"/>
          <c:spPr>
            <a:solidFill>
              <a:srgbClr val="13807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9045226130653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E27-4448-9154-C9A02648300C}"/>
                </c:ext>
              </c:extLst>
            </c:dLbl>
            <c:dLbl>
              <c:idx val="1"/>
              <c:layout>
                <c:manualLayout>
                  <c:x val="0"/>
                  <c:y val="-0.2582914572864321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7E27-4448-9154-C9A02648300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70.287025524083617</c:v>
                </c:pt>
                <c:pt idx="1">
                  <c:v>40.460034222492048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E27-4448-9154-C9A0264830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90153887"/>
        <c:axId val="1"/>
      </c:barChart>
      <c:catAx>
        <c:axId val="11901538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0.28702552408361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15388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8719285182427399E-2"/>
          <c:w val="0.95589482612383381"/>
          <c:h val="0.922561429635145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EBC-407B-91AF-5B36744B72A8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EBC-407B-91AF-5B36744B72A8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9EBC-407B-91AF-5B36744B72A8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EBC-407B-91AF-5B36744B72A8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24383545.57</c:v>
                </c:pt>
                <c:pt idx="1">
                  <c:v>23034568.77</c:v>
                </c:pt>
                <c:pt idx="2">
                  <c:v>10899844.959999997</c:v>
                </c:pt>
                <c:pt idx="3">
                  <c:v>2666131.71</c:v>
                </c:pt>
                <c:pt idx="4">
                  <c:v>9632781.5300000012</c:v>
                </c:pt>
                <c:pt idx="5">
                  <c:v>1399068.28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BC-407B-91AF-5B36744B72A8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EBC-407B-91AF-5B36744B72A8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9EBC-407B-91AF-5B36744B72A8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EBC-407B-91AF-5B36744B72A8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12134723.809999999</c:v>
                </c:pt>
                <c:pt idx="3">
                  <c:v>8233713.2500000009</c:v>
                </c:pt>
                <c:pt idx="4">
                  <c:v>1267063.4299999997</c:v>
                </c:pt>
                <c:pt idx="5">
                  <c:v>8233713.2499999991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EBC-407B-91AF-5B36744B72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289375"/>
        <c:axId val="1"/>
      </c:barChart>
      <c:catAx>
        <c:axId val="11902893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4383545.5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2893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8719285182427399E-2"/>
          <c:w val="0.95587611370386083"/>
          <c:h val="0.922561429635145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860-4C30-AAF5-BBC849CC46B6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860-4C30-AAF5-BBC849CC46B6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C860-4C30-AAF5-BBC849CC46B6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860-4C30-AAF5-BBC849CC46B6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34487130.838749997</c:v>
                </c:pt>
                <c:pt idx="1">
                  <c:v>33412027.088750001</c:v>
                </c:pt>
                <c:pt idx="2">
                  <c:v>21755655.942812499</c:v>
                </c:pt>
                <c:pt idx="3">
                  <c:v>3723156.3428125</c:v>
                </c:pt>
                <c:pt idx="4">
                  <c:v>20586212.132031251</c:v>
                </c:pt>
                <c:pt idx="5">
                  <c:v>2553712.5320312502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60-4C30-AAF5-BBC849CC46B6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860-4C30-AAF5-BBC849CC46B6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C860-4C30-AAF5-BBC849CC46B6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860-4C30-AAF5-BBC849CC46B6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11656371.145937499</c:v>
                </c:pt>
                <c:pt idx="3">
                  <c:v>18032499.600000001</c:v>
                </c:pt>
                <c:pt idx="4">
                  <c:v>1169443.8107812516</c:v>
                </c:pt>
                <c:pt idx="5">
                  <c:v>18032499.600000001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60-4C30-AAF5-BBC849CC46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197967"/>
        <c:axId val="1"/>
      </c:barChart>
      <c:catAx>
        <c:axId val="11901979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4487130.83874999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1979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8719285182427399E-2"/>
          <c:w val="0.95589482612383381"/>
          <c:h val="0.922561429635145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868-46BA-9D4B-EB180020E6FD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868-46BA-9D4B-EB180020E6FD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9868-46BA-9D4B-EB180020E6FD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868-46BA-9D4B-EB180020E6FD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39248809.3203125</c:v>
                </c:pt>
                <c:pt idx="1">
                  <c:v>37866240.220312499</c:v>
                </c:pt>
                <c:pt idx="2">
                  <c:v>21990698.2153126</c:v>
                </c:pt>
                <c:pt idx="3">
                  <c:v>7535876.6653124997</c:v>
                </c:pt>
                <c:pt idx="4">
                  <c:v>19335062.442031354</c:v>
                </c:pt>
                <c:pt idx="5">
                  <c:v>4880240.8920312496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68-46BA-9D4B-EB180020E6FD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868-46BA-9D4B-EB180020E6FD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9868-46BA-9D4B-EB180020E6FD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868-46BA-9D4B-EB180020E6FD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15875542.004999898</c:v>
                </c:pt>
                <c:pt idx="3">
                  <c:v>14454821.550000001</c:v>
                </c:pt>
                <c:pt idx="4">
                  <c:v>2655635.7732812501</c:v>
                </c:pt>
                <c:pt idx="5">
                  <c:v>14454821.550000001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68-46BA-9D4B-EB180020E6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324639"/>
        <c:axId val="1"/>
      </c:barChart>
      <c:catAx>
        <c:axId val="11903246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9248809.320312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3246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4143138542350626E-2"/>
          <c:w val="0.95589482612383381"/>
          <c:h val="0.9317137229152987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63B-4977-B274-8D6E5FF87554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63B-4977-B274-8D6E5FF87554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63B-4977-B274-8D6E5FF87554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63B-4977-B274-8D6E5FF87554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44808958.101249903</c:v>
                </c:pt>
                <c:pt idx="1">
                  <c:v>40850776.541249998</c:v>
                </c:pt>
                <c:pt idx="2">
                  <c:v>22953553.910937499</c:v>
                </c:pt>
                <c:pt idx="3">
                  <c:v>9806697.4609375</c:v>
                </c:pt>
                <c:pt idx="4">
                  <c:v>17183996.555312499</c:v>
                </c:pt>
                <c:pt idx="5">
                  <c:v>4037140.1053125001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3B-4977-B274-8D6E5FF87554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63B-4977-B274-8D6E5FF87554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263B-4977-B274-8D6E5FF87554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63B-4977-B274-8D6E5FF87554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17897222.630312499</c:v>
                </c:pt>
                <c:pt idx="3">
                  <c:v>13146856.449999999</c:v>
                </c:pt>
                <c:pt idx="4">
                  <c:v>5769557.3556249999</c:v>
                </c:pt>
                <c:pt idx="5">
                  <c:v>13146856.449999999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63B-4977-B274-8D6E5FF875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374751"/>
        <c:axId val="1"/>
      </c:barChart>
      <c:catAx>
        <c:axId val="11903747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44808958.101249903"/>
          <c:min val="-3.7252902984619141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3747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4143138542350626E-2"/>
          <c:w val="0.95587611370386083"/>
          <c:h val="0.9317137229152987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E68-4526-A98A-29616A897AD4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E68-4526-A98A-29616A897AD4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E68-4526-A98A-29616A897AD4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E68-4526-A98A-29616A897AD4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38062162.241875</c:v>
                </c:pt>
                <c:pt idx="1">
                  <c:v>33377056.881875001</c:v>
                </c:pt>
                <c:pt idx="2">
                  <c:v>15366067.616250001</c:v>
                </c:pt>
                <c:pt idx="3">
                  <c:v>9692755.65625</c:v>
                </c:pt>
                <c:pt idx="4">
                  <c:v>9023951.6514062509</c:v>
                </c:pt>
                <c:pt idx="5">
                  <c:v>3350639.69140625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E68-4526-A98A-29616A897AD4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E68-4526-A98A-29616A897AD4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EE68-4526-A98A-29616A897AD4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E68-4526-A98A-29616A897AD4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18010989.265625</c:v>
                </c:pt>
                <c:pt idx="3">
                  <c:v>5673311.9600000009</c:v>
                </c:pt>
                <c:pt idx="4">
                  <c:v>6342115.96484375</c:v>
                </c:pt>
                <c:pt idx="5">
                  <c:v>5673311.9600000009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68-4526-A98A-29616A897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336703"/>
        <c:axId val="1"/>
      </c:barChart>
      <c:catAx>
        <c:axId val="119033670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8062162.24187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33670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4299065420560748E-2"/>
          <c:y val="0.18055555555555555"/>
          <c:w val="0.95140186915887848"/>
          <c:h val="0.6944444444444444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0B4A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632478632478632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6A9-4E8C-957C-DD877A840919}"/>
                </c:ext>
              </c:extLst>
            </c:dLbl>
            <c:dLbl>
              <c:idx val="1"/>
              <c:layout>
                <c:manualLayout>
                  <c:x val="0"/>
                  <c:y val="-0.2061965811965811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6A9-4E8C-957C-DD877A8409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75.539728135729362</c:v>
                </c:pt>
                <c:pt idx="1">
                  <c:v>36.921039928265905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6A9-4E8C-957C-DD877A840919}"/>
            </c:ext>
          </c:extLst>
        </c:ser>
        <c:ser>
          <c:idx val="1"/>
          <c:order val="1"/>
          <c:spPr>
            <a:solidFill>
              <a:srgbClr val="13807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38461538461538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6A9-4E8C-957C-DD877A840919}"/>
                </c:ext>
              </c:extLst>
            </c:dLbl>
            <c:dLbl>
              <c:idx val="1"/>
              <c:layout>
                <c:manualLayout>
                  <c:x val="0"/>
                  <c:y val="-0.3119658119658119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6A9-4E8C-957C-DD877A8409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85.475967915987809</c:v>
                </c:pt>
                <c:pt idx="1">
                  <c:v>62.869485333688566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6A9-4E8C-957C-DD877A8409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90394239"/>
        <c:axId val="1"/>
      </c:barChart>
      <c:catAx>
        <c:axId val="11903942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5.47596791598780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3942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9068369646882047E-2"/>
          <c:w val="0.95589482612383381"/>
          <c:h val="0.9218632607062359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B33-4845-ABCB-D10949232698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B33-4845-ABCB-D10949232698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B33-4845-ABCB-D10949232698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B33-4845-ABCB-D10949232698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2289058.46</c:v>
                </c:pt>
                <c:pt idx="1">
                  <c:v>2289058.46</c:v>
                </c:pt>
                <c:pt idx="2">
                  <c:v>1925902.4</c:v>
                </c:pt>
                <c:pt idx="3">
                  <c:v>1091860.699999999</c:v>
                </c:pt>
                <c:pt idx="4">
                  <c:v>1734850.38</c:v>
                </c:pt>
                <c:pt idx="5">
                  <c:v>900808.679999999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33-4845-ABCB-D10949232698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B33-4845-ABCB-D10949232698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1B33-4845-ABCB-D10949232698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B33-4845-ABCB-D10949232698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363156.06000000006</c:v>
                </c:pt>
                <c:pt idx="3">
                  <c:v>834041.7</c:v>
                </c:pt>
                <c:pt idx="4">
                  <c:v>191052.02000000002</c:v>
                </c:pt>
                <c:pt idx="5">
                  <c:v>834041.7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33-4845-ABCB-D10949232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382175"/>
        <c:axId val="1"/>
      </c:barChart>
      <c:catAx>
        <c:axId val="11903821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289058.4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3821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9068369646882047E-2"/>
          <c:w val="0.95587611370386083"/>
          <c:h val="0.9218632607062359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57A-4674-B8C2-7B5D2194F478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57A-4674-B8C2-7B5D2194F478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857A-4674-B8C2-7B5D2194F478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57A-4674-B8C2-7B5D2194F478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2182332.76171875</c:v>
                </c:pt>
                <c:pt idx="1">
                  <c:v>2182332.76171875</c:v>
                </c:pt>
                <c:pt idx="2">
                  <c:v>1977732.76171875</c:v>
                </c:pt>
                <c:pt idx="3">
                  <c:v>1062587.01171875</c:v>
                </c:pt>
                <c:pt idx="4">
                  <c:v>1612732.76171875</c:v>
                </c:pt>
                <c:pt idx="5">
                  <c:v>697587.01171875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7A-4674-B8C2-7B5D2194F478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57A-4674-B8C2-7B5D2194F478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857A-4674-B8C2-7B5D2194F478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857A-4674-B8C2-7B5D2194F478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204600</c:v>
                </c:pt>
                <c:pt idx="3">
                  <c:v>915145.75</c:v>
                </c:pt>
                <c:pt idx="4">
                  <c:v>365000</c:v>
                </c:pt>
                <c:pt idx="5">
                  <c:v>915145.75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7A-4674-B8C2-7B5D2194F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44478928"/>
        <c:axId val="1"/>
      </c:barChart>
      <c:catAx>
        <c:axId val="24447892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182332.7617187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4447892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6723163841807911E-2"/>
          <c:w val="0.95589482612383381"/>
          <c:h val="0.9265536723163841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42C-48A0-82CE-7119C6FA1973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42C-48A0-82CE-7119C6FA1973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A42C-48A0-82CE-7119C6FA1973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42C-48A0-82CE-7119C6FA1973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2487117.05859375</c:v>
                </c:pt>
                <c:pt idx="1">
                  <c:v>2487117.05859375</c:v>
                </c:pt>
                <c:pt idx="2">
                  <c:v>2237117.05859375</c:v>
                </c:pt>
                <c:pt idx="3">
                  <c:v>1357073.05859375</c:v>
                </c:pt>
                <c:pt idx="4">
                  <c:v>1822117.05859375</c:v>
                </c:pt>
                <c:pt idx="5">
                  <c:v>942073.05859375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2C-48A0-82CE-7119C6FA1973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42C-48A0-82CE-7119C6FA1973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A42C-48A0-82CE-7119C6FA1973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42C-48A0-82CE-7119C6FA1973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250000</c:v>
                </c:pt>
                <c:pt idx="3">
                  <c:v>880044</c:v>
                </c:pt>
                <c:pt idx="4">
                  <c:v>415000</c:v>
                </c:pt>
                <c:pt idx="5">
                  <c:v>880044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42C-48A0-82CE-7119C6FA19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991847151"/>
        <c:axId val="1"/>
      </c:barChart>
      <c:catAx>
        <c:axId val="19918471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700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918471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4278180619644036E-2"/>
          <c:w val="0.95589482612383381"/>
          <c:h val="0.931443638760711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AAD-41C6-A8C4-9B9BE2B267F6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AAD-41C6-A8C4-9B9BE2B267F6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AAD-41C6-A8C4-9B9BE2B267F6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AAD-41C6-A8C4-9B9BE2B267F6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3004357.6056249999</c:v>
                </c:pt>
                <c:pt idx="1">
                  <c:v>2944354.6056249999</c:v>
                </c:pt>
                <c:pt idx="2">
                  <c:v>2794354.6056249999</c:v>
                </c:pt>
                <c:pt idx="3">
                  <c:v>1639496.9056249999</c:v>
                </c:pt>
                <c:pt idx="4">
                  <c:v>2260980.2228124999</c:v>
                </c:pt>
                <c:pt idx="5">
                  <c:v>1106122.5228124999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AD-41C6-A8C4-9B9BE2B267F6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AAD-41C6-A8C4-9B9BE2B267F6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EAAD-41C6-A8C4-9B9BE2B267F6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AAD-41C6-A8C4-9B9BE2B267F6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150000</c:v>
                </c:pt>
                <c:pt idx="3">
                  <c:v>1154857.7</c:v>
                </c:pt>
                <c:pt idx="4">
                  <c:v>533374.3828125</c:v>
                </c:pt>
                <c:pt idx="5">
                  <c:v>1154857.7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AAD-41C6-A8C4-9B9BE2B26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42794432"/>
        <c:axId val="1"/>
      </c:barChart>
      <c:catAx>
        <c:axId val="14279443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4357.605624999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27944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303684879288437E-2"/>
          <c:w val="0.95587611370386083"/>
          <c:h val="0.9339263024142312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EF3-447E-912D-58AE56E9BB68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EF3-447E-912D-58AE56E9BB68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5EF3-447E-912D-58AE56E9BB68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EF3-447E-912D-58AE56E9BB68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12018099.175000001</c:v>
                </c:pt>
                <c:pt idx="1">
                  <c:v>10847640.725</c:v>
                </c:pt>
                <c:pt idx="2">
                  <c:v>9042986.7249999996</c:v>
                </c:pt>
                <c:pt idx="3">
                  <c:v>2334151.875</c:v>
                </c:pt>
                <c:pt idx="4">
                  <c:v>8325999.5687499996</c:v>
                </c:pt>
                <c:pt idx="5">
                  <c:v>1617164.71875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EF3-447E-912D-58AE56E9BB68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EF3-447E-912D-58AE56E9BB68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5EF3-447E-912D-58AE56E9BB68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EF3-447E-912D-58AE56E9BB68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1804654</c:v>
                </c:pt>
                <c:pt idx="3">
                  <c:v>6708834.8499999996</c:v>
                </c:pt>
                <c:pt idx="4">
                  <c:v>716987.15625</c:v>
                </c:pt>
                <c:pt idx="5">
                  <c:v>6708834.8499999996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F3-447E-912D-58AE56E9BB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42638064"/>
        <c:axId val="1"/>
      </c:barChart>
      <c:catAx>
        <c:axId val="1426380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00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26380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4186046511627906E-2"/>
          <c:y val="0.18612334801762115"/>
          <c:w val="0.95162790697674415"/>
          <c:h val="0.6850220264317180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0B4A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422907488986784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53B-4DCA-8931-415C2C09C027}"/>
                </c:ext>
              </c:extLst>
            </c:dLbl>
            <c:dLbl>
              <c:idx val="1"/>
              <c:layout>
                <c:manualLayout>
                  <c:x val="0"/>
                  <c:y val="-0.3744493392070484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53B-4DCA-8931-415C2C09C02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43.306540352200628</c:v>
                </c:pt>
                <c:pt idx="1">
                  <c:v>74.188263833816464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3B-4DCA-8931-415C2C09C027}"/>
            </c:ext>
          </c:extLst>
        </c:ser>
        <c:ser>
          <c:idx val="1"/>
          <c:order val="1"/>
          <c:spPr>
            <a:solidFill>
              <a:srgbClr val="13807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2114537444933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53B-4DCA-8931-415C2C09C027}"/>
                </c:ext>
              </c:extLst>
            </c:dLbl>
            <c:dLbl>
              <c:idx val="1"/>
              <c:layout>
                <c:manualLayout>
                  <c:x val="0"/>
                  <c:y val="-0.4008810572687224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053B-4DCA-8931-415C2C09C02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48.07571359554364</c:v>
                </c:pt>
                <c:pt idx="1">
                  <c:v>80.576930068316244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53B-4DCA-8931-415C2C09C0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2875168"/>
        <c:axId val="1"/>
      </c:barChart>
      <c:catAx>
        <c:axId val="14287516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.57693006831624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287516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8863976083707022E-2"/>
          <c:w val="0.95589482612383381"/>
          <c:h val="0.9222720478325859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403-4A60-A1FB-56251015FC9A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403-4A60-A1FB-56251015FC9A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5403-4A60-A1FB-56251015FC9A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403-4A60-A1FB-56251015FC9A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12455086.779999999</c:v>
                </c:pt>
                <c:pt idx="1">
                  <c:v>12205754.33</c:v>
                </c:pt>
                <c:pt idx="2">
                  <c:v>8520677.5500000007</c:v>
                </c:pt>
                <c:pt idx="3">
                  <c:v>4580480.55</c:v>
                </c:pt>
                <c:pt idx="4">
                  <c:v>7200597.8900000006</c:v>
                </c:pt>
                <c:pt idx="5">
                  <c:v>3260400.89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03-4A60-A1FB-56251015FC9A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403-4A60-A1FB-56251015FC9A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5403-4A60-A1FB-56251015FC9A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403-4A60-A1FB-56251015FC9A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3685076.7799999993</c:v>
                </c:pt>
                <c:pt idx="3">
                  <c:v>3940197.0000000009</c:v>
                </c:pt>
                <c:pt idx="4">
                  <c:v>1320079.6600000001</c:v>
                </c:pt>
                <c:pt idx="5">
                  <c:v>3940197.0000000005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03-4A60-A1FB-56251015FC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44433920"/>
        <c:axId val="1"/>
      </c:barChart>
      <c:catAx>
        <c:axId val="24443392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455086.77999999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4443392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8863976083707022E-2"/>
          <c:w val="0.95587611370386083"/>
          <c:h val="0.9222720478325859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AB5-4C89-AC87-DEE1E0AD1B65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AB5-4C89-AC87-DEE1E0AD1B65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AB5-4C89-AC87-DEE1E0AD1B65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AB5-4C89-AC87-DEE1E0AD1B65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18573864.6304687</c:v>
                </c:pt>
                <c:pt idx="1">
                  <c:v>18573864.6304687</c:v>
                </c:pt>
                <c:pt idx="2">
                  <c:v>12022848.504531201</c:v>
                </c:pt>
                <c:pt idx="3">
                  <c:v>8366765.7545312503</c:v>
                </c:pt>
                <c:pt idx="4">
                  <c:v>10482694.305312451</c:v>
                </c:pt>
                <c:pt idx="5">
                  <c:v>6826611.5553125003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AB5-4C89-AC87-DEE1E0AD1B65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AB5-4C89-AC87-DEE1E0AD1B65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1AB5-4C89-AC87-DEE1E0AD1B65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AB5-4C89-AC87-DEE1E0AD1B65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6551016.1259374991</c:v>
                </c:pt>
                <c:pt idx="3">
                  <c:v>3656082.7499999991</c:v>
                </c:pt>
                <c:pt idx="4">
                  <c:v>1540154.19921875</c:v>
                </c:pt>
                <c:pt idx="5">
                  <c:v>3656082.7499999991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B5-4C89-AC87-DEE1E0AD1B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42645952"/>
        <c:axId val="1"/>
      </c:barChart>
      <c:catAx>
        <c:axId val="1426459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8573864.6304687"/>
          <c:min val="-4.8428773880004883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26459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8863976083707022E-2"/>
          <c:w val="0.95589482612383381"/>
          <c:h val="0.9222720478325859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ACE-46A0-BF96-A43921819F91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ACE-46A0-BF96-A43921819F91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9ACE-46A0-BF96-A43921819F91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ACE-46A0-BF96-A43921819F91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19116994.874375001</c:v>
                </c:pt>
                <c:pt idx="1">
                  <c:v>18916984.874375001</c:v>
                </c:pt>
                <c:pt idx="2">
                  <c:v>13809976.274375001</c:v>
                </c:pt>
                <c:pt idx="3">
                  <c:v>10184000.024374999</c:v>
                </c:pt>
                <c:pt idx="4">
                  <c:v>11396816.689687502</c:v>
                </c:pt>
                <c:pt idx="5">
                  <c:v>7770840.4396874998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CE-46A0-BF96-A43921819F91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ACE-46A0-BF96-A43921819F91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9ACE-46A0-BF96-A43921819F91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ACE-46A0-BF96-A43921819F91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5107008.5999999996</c:v>
                </c:pt>
                <c:pt idx="3">
                  <c:v>3625976.25</c:v>
                </c:pt>
                <c:pt idx="4">
                  <c:v>2413159.5846874993</c:v>
                </c:pt>
                <c:pt idx="5">
                  <c:v>3625976.25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ACE-46A0-BF96-A43921819F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776877935"/>
        <c:axId val="1"/>
      </c:barChart>
      <c:catAx>
        <c:axId val="17768779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9116994.87437500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77687793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4255599472990776E-2"/>
          <c:w val="0.95589482612383381"/>
          <c:h val="0.93148880105401843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144-4539-99BD-BB9AF7DCC414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144-4539-99BD-BB9AF7DCC414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6144-4539-99BD-BB9AF7DCC414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144-4539-99BD-BB9AF7DCC414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16924711.504999999</c:v>
                </c:pt>
                <c:pt idx="1">
                  <c:v>16574694.0049999</c:v>
                </c:pt>
                <c:pt idx="2">
                  <c:v>13113494.0049999</c:v>
                </c:pt>
                <c:pt idx="3">
                  <c:v>8416457.254999999</c:v>
                </c:pt>
                <c:pt idx="4">
                  <c:v>11437649.874999903</c:v>
                </c:pt>
                <c:pt idx="5">
                  <c:v>6740613.125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4-4539-99BD-BB9AF7DCC414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144-4539-99BD-BB9AF7DCC414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6144-4539-99BD-BB9AF7DCC414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6144-4539-99BD-BB9AF7DCC414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3461200</c:v>
                </c:pt>
                <c:pt idx="3">
                  <c:v>4697036.75</c:v>
                </c:pt>
                <c:pt idx="4">
                  <c:v>1675844.129999999</c:v>
                </c:pt>
                <c:pt idx="5">
                  <c:v>4697036.75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144-4539-99BD-BB9AF7DCC4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42724832"/>
        <c:axId val="1"/>
      </c:barChart>
      <c:catAx>
        <c:axId val="14272483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6924711.504999999"/>
          <c:min val="-9.6857547760009766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27248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4255599472990776E-2"/>
          <c:w val="0.95587611370386083"/>
          <c:h val="0.93148880105401843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887-4985-9B45-B5FFEB6D7169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887-4985-9B45-B5FFEB6D7169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C887-4985-9B45-B5FFEB6D7169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887-4985-9B45-B5FFEB6D7169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20864769.526562501</c:v>
                </c:pt>
                <c:pt idx="1">
                  <c:v>20260939.376562499</c:v>
                </c:pt>
                <c:pt idx="2">
                  <c:v>16536609.064062499</c:v>
                </c:pt>
                <c:pt idx="3">
                  <c:v>8084718.6640625</c:v>
                </c:pt>
                <c:pt idx="4">
                  <c:v>14098184.853125</c:v>
                </c:pt>
                <c:pt idx="5">
                  <c:v>5646294.453125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87-4985-9B45-B5FFEB6D7169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887-4985-9B45-B5FFEB6D7169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C887-4985-9B45-B5FFEB6D7169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887-4985-9B45-B5FFEB6D7169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3724330.3125</c:v>
                </c:pt>
                <c:pt idx="3">
                  <c:v>8451890.4000000004</c:v>
                </c:pt>
                <c:pt idx="4">
                  <c:v>2438424.2109375</c:v>
                </c:pt>
                <c:pt idx="5">
                  <c:v>8451890.4000000004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87-4985-9B45-B5FFEB6D71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42396160"/>
        <c:axId val="1"/>
      </c:barChart>
      <c:catAx>
        <c:axId val="24239616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0864769.526562501"/>
          <c:min val="-3.7252902984619141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4239616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182435964453737E-2"/>
          <c:y val="0.16950852557673018"/>
          <c:w val="0.94563512807109251"/>
          <c:h val="0.7131394182547643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0B4A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27983951855566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DFC-4CF6-A1A7-2741B6F63E4D}"/>
                </c:ext>
              </c:extLst>
            </c:dLbl>
            <c:dLbl>
              <c:idx val="1"/>
              <c:layout>
                <c:manualLayout>
                  <c:x val="0"/>
                  <c:y val="-0.3570712136409227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DFC-4CF6-A1A7-2741B6F63E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46.242766222270667</c:v>
                </c:pt>
                <c:pt idx="1">
                  <c:v>51.110178436567878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FC-4CF6-A1A7-2741B6F63E4D}"/>
            </c:ext>
          </c:extLst>
        </c:ser>
        <c:ser>
          <c:idx val="1"/>
          <c:order val="1"/>
          <c:spPr>
            <a:solidFill>
              <a:srgbClr val="13807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78134403209628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3DFC-4CF6-A1A7-2741B6F63E4D}"/>
                </c:ext>
              </c:extLst>
            </c:dLbl>
            <c:dLbl>
              <c:idx val="1"/>
              <c:layout>
                <c:manualLayout>
                  <c:x val="0"/>
                  <c:y val="-0.4092276830491474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DFC-4CF6-A1A7-2741B6F63E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54.720414334926836</c:v>
                </c:pt>
                <c:pt idx="1">
                  <c:v>59.950202725044818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DFC-4CF6-A1A7-2741B6F63E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5301408"/>
        <c:axId val="1"/>
      </c:barChart>
      <c:catAx>
        <c:axId val="32530140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9.95020272504481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253014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8690476190476192E-2"/>
          <c:w val="0.95589482612383381"/>
          <c:h val="0.92261904761904767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F55-4458-9E59-B96A2B7CD794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F55-4458-9E59-B96A2B7CD794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F55-4458-9E59-B96A2B7CD794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F55-4458-9E59-B96A2B7CD794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5968296.0199999996</c:v>
                </c:pt>
                <c:pt idx="1">
                  <c:v>5818288.5199999996</c:v>
                </c:pt>
                <c:pt idx="2">
                  <c:v>3933910.0599999996</c:v>
                </c:pt>
                <c:pt idx="3">
                  <c:v>2196823.21</c:v>
                </c:pt>
                <c:pt idx="4">
                  <c:v>2686910.0599999996</c:v>
                </c:pt>
                <c:pt idx="5">
                  <c:v>949823.21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55-4458-9E59-B96A2B7CD794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F55-4458-9E59-B96A2B7CD794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EF55-4458-9E59-B96A2B7CD794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F55-4458-9E59-B96A2B7CD794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1884378.46</c:v>
                </c:pt>
                <c:pt idx="3">
                  <c:v>1737086.85</c:v>
                </c:pt>
                <c:pt idx="4">
                  <c:v>1247000</c:v>
                </c:pt>
                <c:pt idx="5">
                  <c:v>1737086.85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55-4458-9E59-B96A2B7CD7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242511"/>
        <c:axId val="1"/>
      </c:barChart>
      <c:catAx>
        <c:axId val="11902425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5968296.0199999996"/>
          <c:min val="-4.6566128730773926E-1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2425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8690476190476192E-2"/>
          <c:w val="0.95587611370386083"/>
          <c:h val="0.92261904761904767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5A4-494A-99F5-74633116AD4D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5A4-494A-99F5-74633116AD4D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65A4-494A-99F5-74633116AD4D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5A4-494A-99F5-74633116AD4D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17502747.139531199</c:v>
                </c:pt>
                <c:pt idx="1">
                  <c:v>16832713.639531199</c:v>
                </c:pt>
                <c:pt idx="2">
                  <c:v>9735463.0145311989</c:v>
                </c:pt>
                <c:pt idx="3">
                  <c:v>4930574.8145312499</c:v>
                </c:pt>
                <c:pt idx="4">
                  <c:v>7223836.875781199</c:v>
                </c:pt>
                <c:pt idx="5">
                  <c:v>2418948.67578125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A4-494A-99F5-74633116AD4D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5A4-494A-99F5-74633116AD4D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65A4-494A-99F5-74633116AD4D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65A4-494A-99F5-74633116AD4D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7097250.625</c:v>
                </c:pt>
                <c:pt idx="3">
                  <c:v>4804888.2000000011</c:v>
                </c:pt>
                <c:pt idx="4">
                  <c:v>2511626.1387499999</c:v>
                </c:pt>
                <c:pt idx="5">
                  <c:v>4804888.2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5A4-494A-99F5-74633116AD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146463"/>
        <c:axId val="1"/>
      </c:barChart>
      <c:catAx>
        <c:axId val="11901464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7502747.139531199"/>
          <c:min val="-5.2154064178466797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1464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8690476190476192E-2"/>
          <c:w val="0.95589482612383381"/>
          <c:h val="0.92261904761904767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3DE-4502-85BE-99CC0F146F73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3DE-4502-85BE-99CC0F146F73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93DE-4502-85BE-99CC0F146F73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3DE-4502-85BE-99CC0F146F73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13545506.695625</c:v>
                </c:pt>
                <c:pt idx="1">
                  <c:v>13465502.695625</c:v>
                </c:pt>
                <c:pt idx="2">
                  <c:v>9419802.4143749997</c:v>
                </c:pt>
                <c:pt idx="3">
                  <c:v>5480605.4643749995</c:v>
                </c:pt>
                <c:pt idx="4">
                  <c:v>8253702.8731249999</c:v>
                </c:pt>
                <c:pt idx="5">
                  <c:v>4314505.9231249997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DE-4502-85BE-99CC0F146F73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3DE-4502-85BE-99CC0F146F73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93DE-4502-85BE-99CC0F146F73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3DE-4502-85BE-99CC0F146F73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4045700.28125</c:v>
                </c:pt>
                <c:pt idx="3">
                  <c:v>3939196.95</c:v>
                </c:pt>
                <c:pt idx="4">
                  <c:v>1166099.5412499998</c:v>
                </c:pt>
                <c:pt idx="5">
                  <c:v>3939196.95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DE-4502-85BE-99CC0F146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294943"/>
        <c:axId val="1"/>
      </c:barChart>
      <c:catAx>
        <c:axId val="11902949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3545506.695625"/>
          <c:min val="-1.862645149230957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2949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52586938083121E-2"/>
          <c:y val="3.4098360655737708E-2"/>
          <c:w val="0.95589482612383381"/>
          <c:h val="0.93180327868852464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E12-48B9-81C1-E696E2BCA4BC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E12-48B9-81C1-E696E2BCA4BC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5E12-48B9-81C1-E696E2BCA4BC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E12-48B9-81C1-E696E2BCA4BC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27266249.1953125</c:v>
                </c:pt>
                <c:pt idx="1">
                  <c:v>25493160.545312401</c:v>
                </c:pt>
                <c:pt idx="2">
                  <c:v>13335206.014062401</c:v>
                </c:pt>
                <c:pt idx="3">
                  <c:v>6805306.6140625002</c:v>
                </c:pt>
                <c:pt idx="4">
                  <c:v>10933541.014062401</c:v>
                </c:pt>
                <c:pt idx="5">
                  <c:v>4403641.6140625002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E12-48B9-81C1-E696E2BCA4BC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E12-48B9-81C1-E696E2BCA4BC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5E12-48B9-81C1-E696E2BCA4BC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E12-48B9-81C1-E696E2BCA4BC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12157954.53125</c:v>
                </c:pt>
                <c:pt idx="3">
                  <c:v>6529899.4000000013</c:v>
                </c:pt>
                <c:pt idx="4">
                  <c:v>2401665</c:v>
                </c:pt>
                <c:pt idx="5">
                  <c:v>6529899.4000000013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12-48B9-81C1-E696E2BCA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42824128"/>
        <c:axId val="1"/>
      </c:barChart>
      <c:catAx>
        <c:axId val="14282412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7266249.1953125"/>
          <c:min val="-1.0058283805847168E-7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4282412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061943148069581E-2"/>
          <c:y val="3.4098360655737708E-2"/>
          <c:w val="0.95587611370386083"/>
          <c:h val="0.93180327868852464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5A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220-4B51-BFF5-163D539E4337}"/>
              </c:ext>
            </c:extLst>
          </c:dPt>
          <c:dPt>
            <c:idx val="1"/>
            <c:invertIfNegative val="0"/>
            <c:bubble3D val="0"/>
            <c:spPr>
              <a:solidFill>
                <a:srgbClr val="899B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220-4B51-BFF5-163D539E4337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9220-4B51-BFF5-163D539E4337}"/>
              </c:ext>
            </c:extLst>
          </c:dPt>
          <c:dPt>
            <c:idx val="5"/>
            <c:invertIfNegative val="0"/>
            <c:bubble3D val="0"/>
            <c:spPr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220-4B51-BFF5-163D539E4337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38218134.410156198</c:v>
                </c:pt>
                <c:pt idx="1">
                  <c:v>37468096.910156198</c:v>
                </c:pt>
                <c:pt idx="2">
                  <c:v>23114964.878906202</c:v>
                </c:pt>
                <c:pt idx="3">
                  <c:v>4595539.12890625</c:v>
                </c:pt>
                <c:pt idx="4">
                  <c:v>21125968.12890625</c:v>
                </c:pt>
                <c:pt idx="5">
                  <c:v>2606542.37890625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20-4B51-BFF5-163D539E4337}"/>
            </c:ext>
          </c:extLst>
        </c:ser>
        <c:ser>
          <c:idx val="1"/>
          <c:order val="1"/>
          <c:spPr>
            <a:solidFill>
              <a:srgbClr val="E9163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220-4B51-BFF5-163D539E4337}"/>
              </c:ext>
            </c:extLst>
          </c:dPt>
          <c:dPt>
            <c:idx val="3"/>
            <c:invertIfNegative val="0"/>
            <c:bubble3D val="0"/>
            <c:spPr>
              <a:solidFill>
                <a:srgbClr val="10B4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9220-4B51-BFF5-163D539E4337}"/>
              </c:ext>
            </c:extLst>
          </c:dPt>
          <c:dPt>
            <c:idx val="5"/>
            <c:invertIfNegative val="0"/>
            <c:bubble3D val="0"/>
            <c:spPr>
              <a:solidFill>
                <a:srgbClr val="1380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220-4B51-BFF5-163D539E4337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2">
                  <c:v>14353132.031250004</c:v>
                </c:pt>
                <c:pt idx="3">
                  <c:v>18519425.75</c:v>
                </c:pt>
                <c:pt idx="4">
                  <c:v>1988996.75</c:v>
                </c:pt>
                <c:pt idx="5">
                  <c:v>18519425.75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20-4B51-BFF5-163D539E4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90228591"/>
        <c:axId val="1"/>
      </c:barChart>
      <c:catAx>
        <c:axId val="11902285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8218134.41015619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902285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4265048996733551E-2"/>
          <c:y val="0.19182746878547105"/>
          <c:w val="0.95146990200653292"/>
          <c:h val="0.6753688989784335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0B4A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3041997729852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4FB-4432-9AD6-B437A95623A4}"/>
                </c:ext>
              </c:extLst>
            </c:dLbl>
            <c:dLbl>
              <c:idx val="1"/>
              <c:layout>
                <c:manualLayout>
                  <c:x val="0"/>
                  <c:y val="-0.36889897843359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4FB-4432-9AD6-B437A95623A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44.15675049774778</c:v>
                </c:pt>
                <c:pt idx="1">
                  <c:v>80.11877087860104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FB-4432-9AD6-B437A95623A4}"/>
            </c:ext>
          </c:extLst>
        </c:ser>
        <c:ser>
          <c:idx val="1"/>
          <c:order val="1"/>
          <c:spPr>
            <a:solidFill>
              <a:srgbClr val="13807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09875141884222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4FB-4432-9AD6-B437A95623A4}"/>
                </c:ext>
              </c:extLst>
            </c:dLbl>
            <c:dLbl>
              <c:idx val="1"/>
              <c:layout>
                <c:manualLayout>
                  <c:x val="0"/>
                  <c:y val="-0.3984108967082860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4FB-4432-9AD6-B437A95623A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64.649981250209763</c:v>
                </c:pt>
                <c:pt idx="1">
                  <c:v>87.661903288873333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4FB-4432-9AD6-B437A95623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5149216"/>
        <c:axId val="1"/>
      </c:barChart>
      <c:catAx>
        <c:axId val="3251492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7.66190328887333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251492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5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606-46F4-9FBF-63910FA771FB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06-46F4-9FBF-63910FA771FB}"/>
              </c:ext>
            </c:extLst>
          </c:dPt>
          <c:dPt>
            <c:idx val="2"/>
            <c:bubble3D val="0"/>
            <c:spPr>
              <a:solidFill>
                <a:srgbClr val="F6F7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606-46F4-9FBF-63910FA771FB}"/>
              </c:ext>
            </c:extLst>
          </c:dPt>
          <c:cat>
            <c:strRef>
              <c:f>Sheet1!$A$2:$A$4</c:f>
              <c:strCache>
                <c:ptCount val="3"/>
                <c:pt idx="0">
                  <c:v>v</c:v>
                </c:pt>
                <c:pt idx="1">
                  <c:v>r</c:v>
                </c:pt>
                <c:pt idx="2">
                  <c:v>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32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606-46F4-9FBF-63910FA771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g2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5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6F6-48EC-A621-EAF3F96704E0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F6-48EC-A621-EAF3F96704E0}"/>
              </c:ext>
            </c:extLst>
          </c:dPt>
          <c:dPt>
            <c:idx val="2"/>
            <c:bubble3D val="0"/>
            <c:spPr>
              <a:solidFill>
                <a:srgbClr val="F6F7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6F6-48EC-A621-EAF3F96704E0}"/>
              </c:ext>
            </c:extLst>
          </c:dPt>
          <c:cat>
            <c:strRef>
              <c:f>Sheet1!$A$2:$A$4</c:f>
              <c:strCache>
                <c:ptCount val="3"/>
                <c:pt idx="0">
                  <c:v>v</c:v>
                </c:pt>
                <c:pt idx="1">
                  <c:v>r</c:v>
                </c:pt>
                <c:pt idx="2">
                  <c:v>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</c:v>
                </c:pt>
                <c:pt idx="1">
                  <c:v>44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6F6-48EC-A621-EAF3F9670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g3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5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15-4192-8E86-A6C8B54C2098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15-4192-8E86-A6C8B54C2098}"/>
              </c:ext>
            </c:extLst>
          </c:dPt>
          <c:dPt>
            <c:idx val="2"/>
            <c:bubble3D val="0"/>
            <c:spPr>
              <a:solidFill>
                <a:srgbClr val="F6F7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15-4192-8E86-A6C8B54C2098}"/>
              </c:ext>
            </c:extLst>
          </c:dPt>
          <c:cat>
            <c:strRef>
              <c:f>Sheet1!$A$2:$A$4</c:f>
              <c:strCache>
                <c:ptCount val="3"/>
                <c:pt idx="0">
                  <c:v>v</c:v>
                </c:pt>
                <c:pt idx="1">
                  <c:v>r</c:v>
                </c:pt>
                <c:pt idx="2">
                  <c:v>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62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15-4192-8E86-A6C8B54C2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d4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5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28-4B02-8ED2-B2CB19F7367F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28-4B02-8ED2-B2CB19F7367F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28-4B02-8ED2-B2CB19F736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5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815-46A2-B199-F682A4A62164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15-46A2-B199-F682A4A62164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35.5</c:v>
                </c:pt>
                <c:pt idx="1">
                  <c:v>64.5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15-46A2-B199-F682A4A62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5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95-4028-BF52-845F46C782FD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95-4028-BF52-845F46C782FD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35.4</c:v>
                </c:pt>
                <c:pt idx="1">
                  <c:v>64.599999999999994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95-4028-BF52-845F46C782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g7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5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BF-4FB8-8CAD-C14AC57E06AB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BF-4FB8-8CAD-C14AC57E06AB}"/>
              </c:ext>
            </c:extLst>
          </c:dPt>
          <c:dPt>
            <c:idx val="2"/>
            <c:bubble3D val="0"/>
            <c:spPr>
              <a:solidFill>
                <a:srgbClr val="F6F7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BF-4FB8-8CAD-C14AC57E06AB}"/>
              </c:ext>
            </c:extLst>
          </c:dPt>
          <c:cat>
            <c:strRef>
              <c:f>Sheet1!$A$2:$A$4</c:f>
              <c:strCache>
                <c:ptCount val="3"/>
                <c:pt idx="0">
                  <c:v>v</c:v>
                </c:pt>
                <c:pt idx="1">
                  <c:v>r</c:v>
                </c:pt>
                <c:pt idx="2">
                  <c:v>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76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1BF-4FB8-8CAD-C14AC57E06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g8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7A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16-4132-8381-1E967C9FB509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16-4132-8381-1E967C9FB509}"/>
              </c:ext>
            </c:extLst>
          </c:dPt>
          <c:dPt>
            <c:idx val="2"/>
            <c:bubble3D val="0"/>
            <c:spPr>
              <a:solidFill>
                <a:srgbClr val="F6F7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16-4132-8381-1E967C9FB509}"/>
              </c:ext>
            </c:extLst>
          </c:dPt>
          <c:cat>
            <c:strRef>
              <c:f>Sheet1!$A$2:$A$4</c:f>
              <c:strCache>
                <c:ptCount val="3"/>
                <c:pt idx="0">
                  <c:v>v</c:v>
                </c:pt>
                <c:pt idx="1">
                  <c:v>r</c:v>
                </c:pt>
                <c:pt idx="2">
                  <c:v>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89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16-4132-8381-1E967C9FB5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g9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4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6F-4CCC-9AF5-D16F8B9AE20B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6F-4CCC-9AF5-D16F8B9AE20B}"/>
              </c:ext>
            </c:extLst>
          </c:dPt>
          <c:dPt>
            <c:idx val="2"/>
            <c:bubble3D val="0"/>
            <c:spPr>
              <a:solidFill>
                <a:srgbClr val="F6F7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6F-4CCC-9AF5-D16F8B9AE20B}"/>
              </c:ext>
            </c:extLst>
          </c:dPt>
          <c:cat>
            <c:strRef>
              <c:f>Sheet1!$A$2:$A$4</c:f>
              <c:strCache>
                <c:ptCount val="3"/>
                <c:pt idx="0">
                  <c:v>v</c:v>
                </c:pt>
                <c:pt idx="1">
                  <c:v>r</c:v>
                </c:pt>
                <c:pt idx="2">
                  <c:v>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60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6F-4CCC-9AF5-D16F8B9AE2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d10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5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D9B-4D89-B554-A9516F6B6693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9B-4D89-B554-A9516F6B6693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34.700000000000003</c:v>
                </c:pt>
                <c:pt idx="1">
                  <c:v>65.3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9B-4D89-B554-A9516F6B6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d11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7A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F2-42E4-AEEC-7FF7922E92AB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F2-42E4-AEEC-7FF7922E92AB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35.799999999999997</c:v>
                </c:pt>
                <c:pt idx="1">
                  <c:v>64.2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F2-42E4-AEEC-7FF7922E92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d12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4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313-4088-B523-C532C11BBC02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13-4088-B523-C532C11BBC02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35.9</c:v>
                </c:pt>
                <c:pt idx="1">
                  <c:v>64.099999999999994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13-4088-B523-C532C11BB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d13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5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7F5-4066-A0A3-0925873E5ED2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F5-4066-A0A3-0925873E5ED2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55.8</c:v>
                </c:pt>
                <c:pt idx="1">
                  <c:v>44.2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F5-4066-A0A3-0925873E5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d14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7A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9DA-42F5-8327-EBF8E0F07C1D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DA-42F5-8327-EBF8E0F07C1D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42.5</c:v>
                </c:pt>
                <c:pt idx="1">
                  <c:v>57.5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DA-42F5-8327-EBF8E0F07C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d15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5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C0E-488F-B6E9-F569F40A0367}"/>
              </c:ext>
            </c:extLst>
          </c:dPt>
          <c:dPt>
            <c:idx val="1"/>
            <c:bubble3D val="0"/>
            <c:spPr>
              <a:solidFill>
                <a:srgbClr val="D5DF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0E-488F-B6E9-F569F40A0367}"/>
              </c:ext>
            </c:extLst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34.4</c:v>
                </c:pt>
                <c:pt idx="1">
                  <c:v>65.599999999999994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0E-488F-B6E9-F569F40A03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3A715-1D7D-9942-AA85-B04E4D96B198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59650-794F-AD4F-8009-3CDD75412BF7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488686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EC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91A5-2816-20DB-07E5-0D52529F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0A422-5A97-5978-2CB4-2FF3DFBF7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5EE43-7283-E8CB-1D55-3683AE171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3B25E-9F00-101F-5BEF-951496217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73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3DF74-3924-52D9-DEE0-36D2F2F6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841C4-A212-D0D2-BE66-670EC98B4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CC7DF-1E58-7CDC-1F63-EB45A0FBB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DC063-5CE0-AB62-F8CA-6EA24E1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51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23A4-1D96-EB4D-A699-B30734B2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E755B-A18F-431B-3427-A24350377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64405-1E73-7DBC-A93D-759D99BCA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20934-B76C-4077-8BDA-16A17C66B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2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56E55-6F21-BBEF-FAB0-10D3D7C5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35A52-0436-1F2C-CBEA-CF8CA1ACD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EF65F-A07B-515A-E01C-05BB521EE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BBEB5-4AF7-F05F-AF33-DB647C8DB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4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98F6-FD03-6809-612A-B563B280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703336-868E-77B5-9760-DB8E3F7A1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82A413-EF5B-0BC9-E42D-B6148A6F2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Agregar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colores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sean</a:t>
            </a:r>
            <a:r>
              <a:rPr lang="en-GB" dirty="0"/>
              <a:t> </a:t>
            </a:r>
            <a:r>
              <a:rPr lang="en-GB" dirty="0" err="1"/>
              <a:t>iguales</a:t>
            </a:r>
            <a:r>
              <a:rPr lang="en-GB" dirty="0"/>
              <a:t> y </a:t>
            </a:r>
            <a:r>
              <a:rPr lang="en-GB" dirty="0" err="1"/>
              <a:t>agregar</a:t>
            </a:r>
            <a:r>
              <a:rPr lang="en-GB" dirty="0"/>
              <a:t> la nota de </a:t>
            </a:r>
            <a:r>
              <a:rPr lang="en-GB" dirty="0" err="1"/>
              <a:t>cómo</a:t>
            </a:r>
            <a:r>
              <a:rPr lang="en-GB" dirty="0"/>
              <a:t> se lee el </a:t>
            </a:r>
            <a:r>
              <a:rPr lang="en-GB" dirty="0" err="1"/>
              <a:t>grafico</a:t>
            </a:r>
            <a:r>
              <a:rPr lang="en-GB" dirty="0"/>
              <a:t> final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8EE3A6-C34D-A71E-4877-AF2732A67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D68E9-D8D3-4E16-ADAC-379D01E8BE1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715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31BA-16A3-B0A1-9DE0-7FAF3A398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9397E3-2B2A-234A-E4EE-4B23BC0CE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5D380F-8F69-5F52-0113-06DB73728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014173-D31A-CFD7-B5F9-312CD40F9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D68E9-D8D3-4E16-ADAC-379D01E8BE1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928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A0A3B-28EB-10B1-46D5-96A7B4C6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2E9BEF-FC51-E147-F849-40FBE6C6C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7FEF09-D57F-4F89-ECC7-5E50936FC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0EBD6C-FA5A-0DFA-B114-77508D8BD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D68E9-D8D3-4E16-ADAC-379D01E8BE1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072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7F7F-A9C8-E638-CFE2-DE7AF1F40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5C5B149-BB29-431A-CB59-98C74AD25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E85C91-B61D-0DF2-DACB-2E643B3DD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5B48E3-5B7F-F3EE-E391-257EB1F51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D68E9-D8D3-4E16-ADAC-379D01E8BE1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953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B7EDA-ABDF-4DDA-54DB-0FBE5231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526D66-6561-0456-374A-13B78A9BB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D66252-19DD-D678-1B47-60AB5C4AA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3620D5-9E73-0E3B-E936-16A14361E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D68E9-D8D3-4E16-ADAC-379D01E8BE1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21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9527-9E01-FDCF-270B-9862056E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E04587-D5C6-5E5B-C821-12A4C73D1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696FEE5-418B-77FD-CD0D-8071AD540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0F1A53-CEE3-BFF7-5CDD-CA246AA92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D68E9-D8D3-4E16-ADAC-379D01E8BE1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25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2D0F-75C3-7E07-6AF2-64A0D374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40D0E54-F5F3-AA49-2453-0C006081F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384A16-3203-6567-11A4-38B23E260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64652C-74ED-5C07-34DF-971F0A846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D68E9-D8D3-4E16-ADAC-379D01E8BE1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7374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B98CB-82FC-00B3-2495-BC2AA865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D035172-77C8-3F02-3F5D-3F005704A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78C297-68FB-3D00-3237-7F32AE377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00A7A4-A6BF-CC44-DEAD-FDD6A4346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D68E9-D8D3-4E16-ADAC-379D01E8BE1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400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4E57-9B7C-4C03-9B1F-99F40E87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424E39-042F-56A1-4B5E-4D2A8F533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97DB15-7181-18FA-9C58-866A91F3A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FE4844-7D3D-EBC1-9354-DD5E8A0F1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D68E9-D8D3-4E16-ADAC-379D01E8BE1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266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F2C8-CFE5-58D0-A780-88250CF0E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6A164-F2F6-B72C-2884-5DC9DA924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20341-D18C-4DBB-9F19-4289B967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E3421-768E-5FDB-6590-FF249B64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66516-E32A-437C-0045-75955121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43987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086C-6B9B-FB65-4C03-953C27C5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E655F-6C12-1EF6-6DA7-DD5F91D3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07710-339A-AEAF-640B-52FD23B3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65EBE-2189-0153-F7F5-F2211239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994CE-8EC6-FBDA-C878-E0A06ECF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222245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A796-39D3-D5CA-E5A8-A2EF2E27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486E3-C4C0-9D35-994B-BFDE90D9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D6FE9-263F-1665-C7D6-6A42D3A5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2C62C-B811-1D66-5F13-352ABBAE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93FEB-C613-6896-2223-6860B978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7929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8D8A-1EFC-5BFF-A7C9-3BD3B81E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6FF6C-7C15-220F-D603-6D03F1FAE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75430-8A61-EC8E-09E3-C1AE57C40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09971-F36B-86C5-AB32-B3DB4271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14364-AADB-3A72-984D-ABBB5582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54D8C-B2AE-C38A-A8F9-ADE40B7C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44628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960D-94DF-1946-A491-F59D65AE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4B3D5-BA34-81F4-5E41-A1D2816DC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3785D-2244-6537-7DB0-EE6C6B29F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C9B95-113D-318D-22C0-3EE93D3D7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81570-1FCE-470A-DE8A-B75AFB48F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A8F0F3-AC4B-17A8-AAEF-11D43296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FC79F-A483-A0BB-D59B-44ED973F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48E27-4685-7445-AC22-AAEF46C1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51234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7FE8-30CB-9FAA-0A22-A4667D6A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6C9E6-1D6E-B448-EFA9-701BDDDC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FFCE9-16A3-C353-EA50-8E848F037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4F824-C5C0-3D9E-B769-C639CA06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7384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994AD-0A9F-9C7C-C6EA-E32C6344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54B2B-6316-E9FD-7E67-75465EB5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B92EF-6493-CF65-3A69-89FEEE08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942886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8169-FC86-3A1E-E7CF-6397967F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9CF93-7427-8963-04E2-476AA0C5F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28329-9ED7-A146-CBD9-19ADCD9E1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67FB0-92EC-7BC3-3BAF-2E0F9F8F9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38E43-2403-5CFC-2BF6-A978FAAD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03F52-7019-7B5F-A1BD-4A4CB1CD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57819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9053-4D91-843E-3D7B-C61F5ACF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3051E-AE15-D351-02B5-911FAFF5D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4D878-0F2C-ED49-71ED-ACB76C8D8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6D861-53AD-5016-46C3-933D27F7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C17E5-9670-4B8F-5E5D-F2FE7163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B33E9-F549-443D-FCF4-7DEBD79E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77620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CF25E-0DD4-9BA5-800E-5E68D8B4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93F89-380F-AEA9-6BD5-F324771FF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B802D-C030-1B59-7593-CB430C3F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453AD-2255-F94B-C04B-BE753655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651EA-B520-FCDD-69B8-B121791E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6313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4C40A2-F43A-9EB1-2784-EC56A6CFA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7469A-9E41-E9FF-E182-DA049A27A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34316-49D0-9493-96F9-52D66FE6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DBE14-3009-D54D-D2A7-236E0914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79E14-83F1-3676-3ED0-C71800C6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38493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029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seño personalizado">
  <p:cSld name="Diseño personalizado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00157" y="2604383"/>
            <a:ext cx="3619537" cy="17165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4226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d11f1f7e5e_1_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g3d11f1f7e5e_1_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g3d11f1f7e5e_1_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39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2af3c2b62_1_101"/>
          <p:cNvSpPr txBox="1">
            <a:spLocks noGrp="1"/>
          </p:cNvSpPr>
          <p:nvPr>
            <p:ph type="title"/>
          </p:nvPr>
        </p:nvSpPr>
        <p:spPr>
          <a:xfrm>
            <a:off x="819665" y="244644"/>
            <a:ext cx="10515600" cy="623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8485"/>
              </a:buClr>
              <a:buSzPts val="4300"/>
              <a:buFont typeface="Calibri"/>
              <a:buNone/>
              <a:defRPr sz="322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9pPr>
          </a:lstStyle>
          <a:p>
            <a:endParaRPr/>
          </a:p>
        </p:txBody>
      </p:sp>
      <p:sp>
        <p:nvSpPr>
          <p:cNvPr id="22" name="Google Shape;22;g3d2af3c2b62_1_101"/>
          <p:cNvSpPr txBox="1">
            <a:spLocks noGrp="1"/>
          </p:cNvSpPr>
          <p:nvPr>
            <p:ph type="body" idx="1"/>
          </p:nvPr>
        </p:nvSpPr>
        <p:spPr>
          <a:xfrm>
            <a:off x="819665" y="170514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>
            <a:lvl1pPr marL="342900" lvl="0" indent="-285750" algn="l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1pPr>
            <a:lvl2pPr marL="685800" lvl="1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2pPr>
            <a:lvl3pPr marL="1028700" lvl="2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3pPr>
            <a:lvl4pPr marL="1371600" lvl="3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4pPr>
            <a:lvl5pPr marL="1714500" lvl="4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5pPr>
            <a:lvl6pPr marL="2057400" lvl="5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6pPr>
            <a:lvl7pPr marL="2400300" lvl="6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7pPr>
            <a:lvl8pPr marL="2743200" lvl="7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8pPr>
            <a:lvl9pPr marL="3086100" lvl="8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1250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8a166b9a7_3_10"/>
          <p:cNvSpPr txBox="1">
            <a:spLocks noGrp="1"/>
          </p:cNvSpPr>
          <p:nvPr>
            <p:ph type="title"/>
          </p:nvPr>
        </p:nvSpPr>
        <p:spPr>
          <a:xfrm>
            <a:off x="342900" y="228600"/>
            <a:ext cx="6553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7314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orient="horz" pos="9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Diseño personalizado 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8a166b9a7_3_15"/>
          <p:cNvSpPr txBox="1">
            <a:spLocks noGrp="1"/>
          </p:cNvSpPr>
          <p:nvPr>
            <p:ph type="title"/>
          </p:nvPr>
        </p:nvSpPr>
        <p:spPr>
          <a:xfrm>
            <a:off x="450731" y="3000366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a8a166b9a7_3_15"/>
          <p:cNvSpPr/>
          <p:nvPr/>
        </p:nvSpPr>
        <p:spPr>
          <a:xfrm>
            <a:off x="8128000" y="0"/>
            <a:ext cx="4063950" cy="6858000"/>
          </a:xfrm>
          <a:prstGeom prst="rect">
            <a:avLst/>
          </a:prstGeom>
          <a:solidFill>
            <a:srgbClr val="186C70"/>
          </a:solidFill>
          <a:ln>
            <a:noFill/>
          </a:ln>
        </p:spPr>
        <p:txBody>
          <a:bodyPr spcFirstLastPara="1" wrap="square" lIns="91425" tIns="45694" rIns="91425" bIns="45694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425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g3a8a166b9a7_3_15"/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noFill/>
          <a:ln w="25400" cap="flat" cmpd="sng">
            <a:solidFill>
              <a:srgbClr val="28AC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g3a8a166b9a7_3_15"/>
          <p:cNvSpPr/>
          <p:nvPr/>
        </p:nvSpPr>
        <p:spPr>
          <a:xfrm>
            <a:off x="7366000" y="0"/>
            <a:ext cx="1269900" cy="6858000"/>
          </a:xfrm>
          <a:prstGeom prst="parallelogram">
            <a:avLst>
              <a:gd name="adj" fmla="val 25000"/>
            </a:avLst>
          </a:prstGeom>
          <a:solidFill>
            <a:srgbClr val="1D9089"/>
          </a:solidFill>
          <a:ln>
            <a:noFill/>
          </a:ln>
        </p:spPr>
        <p:txBody>
          <a:bodyPr spcFirstLastPara="1" wrap="square" lIns="91425" tIns="45694" rIns="91425" bIns="45694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425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g3a8a166b9a7_3_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6142" y="167842"/>
            <a:ext cx="594562" cy="281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2442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66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16.xml"/><Relationship Id="rId9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500ADA0-2131-5C85-5831-B13F880761F1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40596936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5" imgW="7772400" imgH="10058400" progId="TCLayout.ActiveDocument.1">
                  <p:embed/>
                </p:oleObj>
              </mc:Choice>
              <mc:Fallback>
                <p:oleObj name="Diapositiva de thinkcell" r:id="rId15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00ADA0-2131-5C85-5831-B13F88076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CE4942-0CD3-4673-A32D-AEBCD2F77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B2222-0FE6-1278-27B1-F47D7A0CC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D2562-0768-2F24-01EC-4F6C103BA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E63A0-0DAA-CF43-BB78-F2FE78E7FE81}" type="datetimeFigureOut">
              <a:rPr lang="en-PE" smtClean="0"/>
              <a:t>10/07/2026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C993F-8282-8216-E95F-F9DDD8ADE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51E7D-29FF-F703-177A-CEF27A794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6827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E03BF9C-EA3D-7DCF-1FF3-BBFC7A7BFC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0066854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9" imgW="7772400" imgH="10058400" progId="TCLayout.ActiveDocument.1">
                  <p:embed/>
                </p:oleObj>
              </mc:Choice>
              <mc:Fallback>
                <p:oleObj name="Diapositiva de thinkcell" r:id="rId9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03BF9C-EA3D-7DCF-1FF3-BBFC7A7BFC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oogle Shape;10;p11"/>
          <p:cNvPicPr preferRelativeResize="0"/>
          <p:nvPr/>
        </p:nvPicPr>
        <p:blipFill rotWithShape="1">
          <a:blip r:embed="rId11">
            <a:alphaModFix/>
          </a:blip>
          <a:srcRect l="44" r="44"/>
          <a:stretch/>
        </p:blipFill>
        <p:spPr>
          <a:xfrm>
            <a:off x="1667" y="1135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1"/>
          <p:cNvPicPr preferRelativeResize="0"/>
          <p:nvPr/>
        </p:nvPicPr>
        <p:blipFill rotWithShape="1">
          <a:blip r:embed="rId12">
            <a:alphaModFix/>
          </a:blip>
          <a:srcRect b="5385"/>
          <a:stretch/>
        </p:blipFill>
        <p:spPr>
          <a:xfrm>
            <a:off x="11363325" y="114300"/>
            <a:ext cx="6667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3807B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90482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2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72">
          <p15:clr>
            <a:srgbClr val="F26B43"/>
          </p15:clr>
        </p15:guide>
        <p15:guide id="4" pos="99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slideLayout" Target="../slideLayouts/slideLayout12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image" Target="../media/image8.emf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oleObject" Target="../embeddings/oleObject4.bin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image" Target="../media/image6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notesSlide" Target="../notesSlides/notesSlide3.xml"/><Relationship Id="rId30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0.xml"/><Relationship Id="rId6" Type="http://schemas.openxmlformats.org/officeDocument/2006/relationships/image" Target="../media/image6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26" Type="http://schemas.openxmlformats.org/officeDocument/2006/relationships/image" Target="../media/image8.emf"/><Relationship Id="rId3" Type="http://schemas.openxmlformats.org/officeDocument/2006/relationships/tags" Target="../tags/tag33.xml"/><Relationship Id="rId21" Type="http://schemas.openxmlformats.org/officeDocument/2006/relationships/tags" Target="../tags/tag51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5" Type="http://schemas.openxmlformats.org/officeDocument/2006/relationships/oleObject" Target="../embeddings/oleObject6.bin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tags" Target="../tags/tag50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24" Type="http://schemas.openxmlformats.org/officeDocument/2006/relationships/notesSlide" Target="../notesSlides/notesSlide5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23" Type="http://schemas.openxmlformats.org/officeDocument/2006/relationships/slideLayout" Target="../slideLayouts/slideLayout12.xml"/><Relationship Id="rId28" Type="http://schemas.openxmlformats.org/officeDocument/2006/relationships/image" Target="../media/image6.png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Relationship Id="rId22" Type="http://schemas.openxmlformats.org/officeDocument/2006/relationships/tags" Target="../tags/tag52.xml"/><Relationship Id="rId27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13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12" Type="http://schemas.openxmlformats.org/officeDocument/2006/relationships/slide" Target="slide1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4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10" Type="http://schemas.openxmlformats.org/officeDocument/2006/relationships/slide" Target="slide16.xml"/><Relationship Id="rId4" Type="http://schemas.openxmlformats.org/officeDocument/2006/relationships/slide" Target="slide13.xml"/><Relationship Id="rId9" Type="http://schemas.openxmlformats.org/officeDocument/2006/relationships/image" Target="../media/image22.png"/><Relationship Id="rId14" Type="http://schemas.openxmlformats.org/officeDocument/2006/relationships/slide" Target="slide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20.xml"/><Relationship Id="rId5" Type="http://schemas.openxmlformats.org/officeDocument/2006/relationships/image" Target="../media/image26.png"/><Relationship Id="rId4" Type="http://schemas.openxmlformats.org/officeDocument/2006/relationships/slide" Target="slide19.xml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tags" Target="../tags/tag169.xml"/><Relationship Id="rId21" Type="http://schemas.openxmlformats.org/officeDocument/2006/relationships/tags" Target="../tags/tag73.xml"/><Relationship Id="rId42" Type="http://schemas.openxmlformats.org/officeDocument/2006/relationships/tags" Target="../tags/tag94.xml"/><Relationship Id="rId63" Type="http://schemas.openxmlformats.org/officeDocument/2006/relationships/tags" Target="../tags/tag115.xml"/><Relationship Id="rId84" Type="http://schemas.openxmlformats.org/officeDocument/2006/relationships/tags" Target="../tags/tag136.xml"/><Relationship Id="rId16" Type="http://schemas.openxmlformats.org/officeDocument/2006/relationships/tags" Target="../tags/tag68.xml"/><Relationship Id="rId107" Type="http://schemas.openxmlformats.org/officeDocument/2006/relationships/tags" Target="../tags/tag159.xml"/><Relationship Id="rId11" Type="http://schemas.openxmlformats.org/officeDocument/2006/relationships/tags" Target="../tags/tag63.xml"/><Relationship Id="rId32" Type="http://schemas.openxmlformats.org/officeDocument/2006/relationships/tags" Target="../tags/tag84.xml"/><Relationship Id="rId37" Type="http://schemas.openxmlformats.org/officeDocument/2006/relationships/tags" Target="../tags/tag89.xml"/><Relationship Id="rId53" Type="http://schemas.openxmlformats.org/officeDocument/2006/relationships/tags" Target="../tags/tag105.xml"/><Relationship Id="rId58" Type="http://schemas.openxmlformats.org/officeDocument/2006/relationships/tags" Target="../tags/tag110.xml"/><Relationship Id="rId74" Type="http://schemas.openxmlformats.org/officeDocument/2006/relationships/tags" Target="../tags/tag126.xml"/><Relationship Id="rId79" Type="http://schemas.openxmlformats.org/officeDocument/2006/relationships/tags" Target="../tags/tag131.xml"/><Relationship Id="rId102" Type="http://schemas.openxmlformats.org/officeDocument/2006/relationships/tags" Target="../tags/tag154.xml"/><Relationship Id="rId123" Type="http://schemas.openxmlformats.org/officeDocument/2006/relationships/image" Target="../media/image29.emf"/><Relationship Id="rId128" Type="http://schemas.openxmlformats.org/officeDocument/2006/relationships/chart" Target="../charts/chart7.xml"/><Relationship Id="rId5" Type="http://schemas.openxmlformats.org/officeDocument/2006/relationships/tags" Target="../tags/tag57.xml"/><Relationship Id="rId90" Type="http://schemas.openxmlformats.org/officeDocument/2006/relationships/tags" Target="../tags/tag142.xml"/><Relationship Id="rId95" Type="http://schemas.openxmlformats.org/officeDocument/2006/relationships/tags" Target="../tags/tag147.xml"/><Relationship Id="rId22" Type="http://schemas.openxmlformats.org/officeDocument/2006/relationships/tags" Target="../tags/tag74.xml"/><Relationship Id="rId27" Type="http://schemas.openxmlformats.org/officeDocument/2006/relationships/tags" Target="../tags/tag79.xml"/><Relationship Id="rId43" Type="http://schemas.openxmlformats.org/officeDocument/2006/relationships/tags" Target="../tags/tag95.xml"/><Relationship Id="rId48" Type="http://schemas.openxmlformats.org/officeDocument/2006/relationships/tags" Target="../tags/tag100.xml"/><Relationship Id="rId64" Type="http://schemas.openxmlformats.org/officeDocument/2006/relationships/tags" Target="../tags/tag116.xml"/><Relationship Id="rId69" Type="http://schemas.openxmlformats.org/officeDocument/2006/relationships/tags" Target="../tags/tag121.xml"/><Relationship Id="rId113" Type="http://schemas.openxmlformats.org/officeDocument/2006/relationships/tags" Target="../tags/tag165.xml"/><Relationship Id="rId118" Type="http://schemas.openxmlformats.org/officeDocument/2006/relationships/tags" Target="../tags/tag170.xml"/><Relationship Id="rId80" Type="http://schemas.openxmlformats.org/officeDocument/2006/relationships/tags" Target="../tags/tag132.xml"/><Relationship Id="rId85" Type="http://schemas.openxmlformats.org/officeDocument/2006/relationships/tags" Target="../tags/tag137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33" Type="http://schemas.openxmlformats.org/officeDocument/2006/relationships/tags" Target="../tags/tag85.xml"/><Relationship Id="rId38" Type="http://schemas.openxmlformats.org/officeDocument/2006/relationships/tags" Target="../tags/tag90.xml"/><Relationship Id="rId59" Type="http://schemas.openxmlformats.org/officeDocument/2006/relationships/tags" Target="../tags/tag111.xml"/><Relationship Id="rId103" Type="http://schemas.openxmlformats.org/officeDocument/2006/relationships/tags" Target="../tags/tag155.xml"/><Relationship Id="rId108" Type="http://schemas.openxmlformats.org/officeDocument/2006/relationships/tags" Target="../tags/tag160.xml"/><Relationship Id="rId124" Type="http://schemas.openxmlformats.org/officeDocument/2006/relationships/chart" Target="../charts/chart3.xml"/><Relationship Id="rId129" Type="http://schemas.openxmlformats.org/officeDocument/2006/relationships/chart" Target="../charts/chart8.xml"/><Relationship Id="rId54" Type="http://schemas.openxmlformats.org/officeDocument/2006/relationships/tags" Target="../tags/tag106.xml"/><Relationship Id="rId70" Type="http://schemas.openxmlformats.org/officeDocument/2006/relationships/tags" Target="../tags/tag122.xml"/><Relationship Id="rId75" Type="http://schemas.openxmlformats.org/officeDocument/2006/relationships/tags" Target="../tags/tag127.xml"/><Relationship Id="rId91" Type="http://schemas.openxmlformats.org/officeDocument/2006/relationships/tags" Target="../tags/tag143.xml"/><Relationship Id="rId96" Type="http://schemas.openxmlformats.org/officeDocument/2006/relationships/tags" Target="../tags/tag148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23" Type="http://schemas.openxmlformats.org/officeDocument/2006/relationships/tags" Target="../tags/tag75.xml"/><Relationship Id="rId28" Type="http://schemas.openxmlformats.org/officeDocument/2006/relationships/tags" Target="../tags/tag80.xml"/><Relationship Id="rId49" Type="http://schemas.openxmlformats.org/officeDocument/2006/relationships/tags" Target="../tags/tag101.xml"/><Relationship Id="rId114" Type="http://schemas.openxmlformats.org/officeDocument/2006/relationships/tags" Target="../tags/tag166.xml"/><Relationship Id="rId119" Type="http://schemas.openxmlformats.org/officeDocument/2006/relationships/tags" Target="../tags/tag171.xml"/><Relationship Id="rId44" Type="http://schemas.openxmlformats.org/officeDocument/2006/relationships/tags" Target="../tags/tag96.xml"/><Relationship Id="rId60" Type="http://schemas.openxmlformats.org/officeDocument/2006/relationships/tags" Target="../tags/tag112.xml"/><Relationship Id="rId65" Type="http://schemas.openxmlformats.org/officeDocument/2006/relationships/tags" Target="../tags/tag117.xml"/><Relationship Id="rId81" Type="http://schemas.openxmlformats.org/officeDocument/2006/relationships/tags" Target="../tags/tag133.xml"/><Relationship Id="rId86" Type="http://schemas.openxmlformats.org/officeDocument/2006/relationships/tags" Target="../tags/tag138.xml"/><Relationship Id="rId130" Type="http://schemas.openxmlformats.org/officeDocument/2006/relationships/image" Target="../media/image30.png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39" Type="http://schemas.openxmlformats.org/officeDocument/2006/relationships/tags" Target="../tags/tag91.xml"/><Relationship Id="rId109" Type="http://schemas.openxmlformats.org/officeDocument/2006/relationships/tags" Target="../tags/tag161.xml"/><Relationship Id="rId34" Type="http://schemas.openxmlformats.org/officeDocument/2006/relationships/tags" Target="../tags/tag86.xml"/><Relationship Id="rId50" Type="http://schemas.openxmlformats.org/officeDocument/2006/relationships/tags" Target="../tags/tag102.xml"/><Relationship Id="rId55" Type="http://schemas.openxmlformats.org/officeDocument/2006/relationships/tags" Target="../tags/tag107.xml"/><Relationship Id="rId76" Type="http://schemas.openxmlformats.org/officeDocument/2006/relationships/tags" Target="../tags/tag128.xml"/><Relationship Id="rId97" Type="http://schemas.openxmlformats.org/officeDocument/2006/relationships/tags" Target="../tags/tag149.xml"/><Relationship Id="rId104" Type="http://schemas.openxmlformats.org/officeDocument/2006/relationships/tags" Target="../tags/tag156.xml"/><Relationship Id="rId120" Type="http://schemas.openxmlformats.org/officeDocument/2006/relationships/slideLayout" Target="../slideLayouts/slideLayout7.xml"/><Relationship Id="rId125" Type="http://schemas.openxmlformats.org/officeDocument/2006/relationships/chart" Target="../charts/chart4.xml"/><Relationship Id="rId7" Type="http://schemas.openxmlformats.org/officeDocument/2006/relationships/tags" Target="../tags/tag59.xml"/><Relationship Id="rId71" Type="http://schemas.openxmlformats.org/officeDocument/2006/relationships/tags" Target="../tags/tag123.xml"/><Relationship Id="rId92" Type="http://schemas.openxmlformats.org/officeDocument/2006/relationships/tags" Target="../tags/tag144.xml"/><Relationship Id="rId2" Type="http://schemas.openxmlformats.org/officeDocument/2006/relationships/tags" Target="../tags/tag54.xml"/><Relationship Id="rId29" Type="http://schemas.openxmlformats.org/officeDocument/2006/relationships/tags" Target="../tags/tag81.xml"/><Relationship Id="rId24" Type="http://schemas.openxmlformats.org/officeDocument/2006/relationships/tags" Target="../tags/tag76.xml"/><Relationship Id="rId40" Type="http://schemas.openxmlformats.org/officeDocument/2006/relationships/tags" Target="../tags/tag92.xml"/><Relationship Id="rId45" Type="http://schemas.openxmlformats.org/officeDocument/2006/relationships/tags" Target="../tags/tag97.xml"/><Relationship Id="rId66" Type="http://schemas.openxmlformats.org/officeDocument/2006/relationships/tags" Target="../tags/tag118.xml"/><Relationship Id="rId87" Type="http://schemas.openxmlformats.org/officeDocument/2006/relationships/tags" Target="../tags/tag139.xml"/><Relationship Id="rId110" Type="http://schemas.openxmlformats.org/officeDocument/2006/relationships/tags" Target="../tags/tag162.xml"/><Relationship Id="rId115" Type="http://schemas.openxmlformats.org/officeDocument/2006/relationships/tags" Target="../tags/tag167.xml"/><Relationship Id="rId131" Type="http://schemas.openxmlformats.org/officeDocument/2006/relationships/image" Target="../media/image6.png"/><Relationship Id="rId61" Type="http://schemas.openxmlformats.org/officeDocument/2006/relationships/tags" Target="../tags/tag113.xml"/><Relationship Id="rId82" Type="http://schemas.openxmlformats.org/officeDocument/2006/relationships/tags" Target="../tags/tag134.xml"/><Relationship Id="rId19" Type="http://schemas.openxmlformats.org/officeDocument/2006/relationships/tags" Target="../tags/tag71.xml"/><Relationship Id="rId14" Type="http://schemas.openxmlformats.org/officeDocument/2006/relationships/tags" Target="../tags/tag66.xml"/><Relationship Id="rId30" Type="http://schemas.openxmlformats.org/officeDocument/2006/relationships/tags" Target="../tags/tag82.xml"/><Relationship Id="rId35" Type="http://schemas.openxmlformats.org/officeDocument/2006/relationships/tags" Target="../tags/tag87.xml"/><Relationship Id="rId56" Type="http://schemas.openxmlformats.org/officeDocument/2006/relationships/tags" Target="../tags/tag108.xml"/><Relationship Id="rId77" Type="http://schemas.openxmlformats.org/officeDocument/2006/relationships/tags" Target="../tags/tag129.xml"/><Relationship Id="rId100" Type="http://schemas.openxmlformats.org/officeDocument/2006/relationships/tags" Target="../tags/tag152.xml"/><Relationship Id="rId105" Type="http://schemas.openxmlformats.org/officeDocument/2006/relationships/tags" Target="../tags/tag157.xml"/><Relationship Id="rId126" Type="http://schemas.openxmlformats.org/officeDocument/2006/relationships/chart" Target="../charts/chart5.xml"/><Relationship Id="rId8" Type="http://schemas.openxmlformats.org/officeDocument/2006/relationships/tags" Target="../tags/tag60.xml"/><Relationship Id="rId51" Type="http://schemas.openxmlformats.org/officeDocument/2006/relationships/tags" Target="../tags/tag103.xml"/><Relationship Id="rId72" Type="http://schemas.openxmlformats.org/officeDocument/2006/relationships/tags" Target="../tags/tag124.xml"/><Relationship Id="rId93" Type="http://schemas.openxmlformats.org/officeDocument/2006/relationships/tags" Target="../tags/tag145.xml"/><Relationship Id="rId98" Type="http://schemas.openxmlformats.org/officeDocument/2006/relationships/tags" Target="../tags/tag150.xml"/><Relationship Id="rId121" Type="http://schemas.openxmlformats.org/officeDocument/2006/relationships/notesSlide" Target="../notesSlides/notesSlide8.xml"/><Relationship Id="rId3" Type="http://schemas.openxmlformats.org/officeDocument/2006/relationships/tags" Target="../tags/tag55.xml"/><Relationship Id="rId25" Type="http://schemas.openxmlformats.org/officeDocument/2006/relationships/tags" Target="../tags/tag77.xml"/><Relationship Id="rId46" Type="http://schemas.openxmlformats.org/officeDocument/2006/relationships/tags" Target="../tags/tag98.xml"/><Relationship Id="rId67" Type="http://schemas.openxmlformats.org/officeDocument/2006/relationships/tags" Target="../tags/tag119.xml"/><Relationship Id="rId116" Type="http://schemas.openxmlformats.org/officeDocument/2006/relationships/tags" Target="../tags/tag168.xml"/><Relationship Id="rId20" Type="http://schemas.openxmlformats.org/officeDocument/2006/relationships/tags" Target="../tags/tag72.xml"/><Relationship Id="rId41" Type="http://schemas.openxmlformats.org/officeDocument/2006/relationships/tags" Target="../tags/tag93.xml"/><Relationship Id="rId62" Type="http://schemas.openxmlformats.org/officeDocument/2006/relationships/tags" Target="../tags/tag114.xml"/><Relationship Id="rId83" Type="http://schemas.openxmlformats.org/officeDocument/2006/relationships/tags" Target="../tags/tag135.xml"/><Relationship Id="rId88" Type="http://schemas.openxmlformats.org/officeDocument/2006/relationships/tags" Target="../tags/tag140.xml"/><Relationship Id="rId111" Type="http://schemas.openxmlformats.org/officeDocument/2006/relationships/tags" Target="../tags/tag163.xml"/><Relationship Id="rId132" Type="http://schemas.openxmlformats.org/officeDocument/2006/relationships/slide" Target="slide10.xml"/><Relationship Id="rId15" Type="http://schemas.openxmlformats.org/officeDocument/2006/relationships/tags" Target="../tags/tag67.xml"/><Relationship Id="rId36" Type="http://schemas.openxmlformats.org/officeDocument/2006/relationships/tags" Target="../tags/tag88.xml"/><Relationship Id="rId57" Type="http://schemas.openxmlformats.org/officeDocument/2006/relationships/tags" Target="../tags/tag109.xml"/><Relationship Id="rId106" Type="http://schemas.openxmlformats.org/officeDocument/2006/relationships/tags" Target="../tags/tag158.xml"/><Relationship Id="rId127" Type="http://schemas.openxmlformats.org/officeDocument/2006/relationships/chart" Target="../charts/chart6.xml"/><Relationship Id="rId10" Type="http://schemas.openxmlformats.org/officeDocument/2006/relationships/tags" Target="../tags/tag62.xml"/><Relationship Id="rId31" Type="http://schemas.openxmlformats.org/officeDocument/2006/relationships/tags" Target="../tags/tag83.xml"/><Relationship Id="rId52" Type="http://schemas.openxmlformats.org/officeDocument/2006/relationships/tags" Target="../tags/tag104.xml"/><Relationship Id="rId73" Type="http://schemas.openxmlformats.org/officeDocument/2006/relationships/tags" Target="../tags/tag125.xml"/><Relationship Id="rId78" Type="http://schemas.openxmlformats.org/officeDocument/2006/relationships/tags" Target="../tags/tag130.xml"/><Relationship Id="rId94" Type="http://schemas.openxmlformats.org/officeDocument/2006/relationships/tags" Target="../tags/tag146.xml"/><Relationship Id="rId99" Type="http://schemas.openxmlformats.org/officeDocument/2006/relationships/tags" Target="../tags/tag151.xml"/><Relationship Id="rId101" Type="http://schemas.openxmlformats.org/officeDocument/2006/relationships/tags" Target="../tags/tag153.xml"/><Relationship Id="rId122" Type="http://schemas.openxmlformats.org/officeDocument/2006/relationships/oleObject" Target="../embeddings/oleObject7.bin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26" Type="http://schemas.openxmlformats.org/officeDocument/2006/relationships/tags" Target="../tags/tag78.xml"/><Relationship Id="rId47" Type="http://schemas.openxmlformats.org/officeDocument/2006/relationships/tags" Target="../tags/tag99.xml"/><Relationship Id="rId68" Type="http://schemas.openxmlformats.org/officeDocument/2006/relationships/tags" Target="../tags/tag120.xml"/><Relationship Id="rId89" Type="http://schemas.openxmlformats.org/officeDocument/2006/relationships/tags" Target="../tags/tag141.xml"/><Relationship Id="rId112" Type="http://schemas.openxmlformats.org/officeDocument/2006/relationships/tags" Target="../tags/tag164.xml"/><Relationship Id="rId133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tags" Target="../tags/tag288.xml"/><Relationship Id="rId21" Type="http://schemas.openxmlformats.org/officeDocument/2006/relationships/tags" Target="../tags/tag192.xml"/><Relationship Id="rId42" Type="http://schemas.openxmlformats.org/officeDocument/2006/relationships/tags" Target="../tags/tag213.xml"/><Relationship Id="rId47" Type="http://schemas.openxmlformats.org/officeDocument/2006/relationships/tags" Target="../tags/tag218.xml"/><Relationship Id="rId63" Type="http://schemas.openxmlformats.org/officeDocument/2006/relationships/tags" Target="../tags/tag234.xml"/><Relationship Id="rId68" Type="http://schemas.openxmlformats.org/officeDocument/2006/relationships/tags" Target="../tags/tag239.xml"/><Relationship Id="rId84" Type="http://schemas.openxmlformats.org/officeDocument/2006/relationships/tags" Target="../tags/tag255.xml"/><Relationship Id="rId89" Type="http://schemas.openxmlformats.org/officeDocument/2006/relationships/tags" Target="../tags/tag260.xml"/><Relationship Id="rId112" Type="http://schemas.openxmlformats.org/officeDocument/2006/relationships/tags" Target="../tags/tag283.xml"/><Relationship Id="rId16" Type="http://schemas.openxmlformats.org/officeDocument/2006/relationships/tags" Target="../tags/tag187.xml"/><Relationship Id="rId107" Type="http://schemas.openxmlformats.org/officeDocument/2006/relationships/tags" Target="../tags/tag278.xml"/><Relationship Id="rId11" Type="http://schemas.openxmlformats.org/officeDocument/2006/relationships/tags" Target="../tags/tag182.xml"/><Relationship Id="rId32" Type="http://schemas.openxmlformats.org/officeDocument/2006/relationships/tags" Target="../tags/tag203.xml"/><Relationship Id="rId37" Type="http://schemas.openxmlformats.org/officeDocument/2006/relationships/tags" Target="../tags/tag208.xml"/><Relationship Id="rId53" Type="http://schemas.openxmlformats.org/officeDocument/2006/relationships/tags" Target="../tags/tag224.xml"/><Relationship Id="rId58" Type="http://schemas.openxmlformats.org/officeDocument/2006/relationships/tags" Target="../tags/tag229.xml"/><Relationship Id="rId74" Type="http://schemas.openxmlformats.org/officeDocument/2006/relationships/tags" Target="../tags/tag245.xml"/><Relationship Id="rId79" Type="http://schemas.openxmlformats.org/officeDocument/2006/relationships/tags" Target="../tags/tag250.xml"/><Relationship Id="rId102" Type="http://schemas.openxmlformats.org/officeDocument/2006/relationships/tags" Target="../tags/tag273.xml"/><Relationship Id="rId123" Type="http://schemas.openxmlformats.org/officeDocument/2006/relationships/chart" Target="../charts/chart10.xml"/><Relationship Id="rId128" Type="http://schemas.openxmlformats.org/officeDocument/2006/relationships/image" Target="../media/image6.png"/><Relationship Id="rId5" Type="http://schemas.openxmlformats.org/officeDocument/2006/relationships/tags" Target="../tags/tag176.xml"/><Relationship Id="rId90" Type="http://schemas.openxmlformats.org/officeDocument/2006/relationships/tags" Target="../tags/tag261.xml"/><Relationship Id="rId95" Type="http://schemas.openxmlformats.org/officeDocument/2006/relationships/tags" Target="../tags/tag266.xml"/><Relationship Id="rId22" Type="http://schemas.openxmlformats.org/officeDocument/2006/relationships/tags" Target="../tags/tag193.xml"/><Relationship Id="rId27" Type="http://schemas.openxmlformats.org/officeDocument/2006/relationships/tags" Target="../tags/tag198.xml"/><Relationship Id="rId43" Type="http://schemas.openxmlformats.org/officeDocument/2006/relationships/tags" Target="../tags/tag214.xml"/><Relationship Id="rId48" Type="http://schemas.openxmlformats.org/officeDocument/2006/relationships/tags" Target="../tags/tag219.xml"/><Relationship Id="rId64" Type="http://schemas.openxmlformats.org/officeDocument/2006/relationships/tags" Target="../tags/tag235.xml"/><Relationship Id="rId69" Type="http://schemas.openxmlformats.org/officeDocument/2006/relationships/tags" Target="../tags/tag240.xml"/><Relationship Id="rId113" Type="http://schemas.openxmlformats.org/officeDocument/2006/relationships/tags" Target="../tags/tag284.xml"/><Relationship Id="rId118" Type="http://schemas.openxmlformats.org/officeDocument/2006/relationships/slideLayout" Target="../slideLayouts/slideLayout7.xml"/><Relationship Id="rId80" Type="http://schemas.openxmlformats.org/officeDocument/2006/relationships/tags" Target="../tags/tag251.xml"/><Relationship Id="rId85" Type="http://schemas.openxmlformats.org/officeDocument/2006/relationships/tags" Target="../tags/tag256.xml"/><Relationship Id="rId12" Type="http://schemas.openxmlformats.org/officeDocument/2006/relationships/tags" Target="../tags/tag183.xml"/><Relationship Id="rId17" Type="http://schemas.openxmlformats.org/officeDocument/2006/relationships/tags" Target="../tags/tag188.xml"/><Relationship Id="rId33" Type="http://schemas.openxmlformats.org/officeDocument/2006/relationships/tags" Target="../tags/tag204.xml"/><Relationship Id="rId38" Type="http://schemas.openxmlformats.org/officeDocument/2006/relationships/tags" Target="../tags/tag209.xml"/><Relationship Id="rId59" Type="http://schemas.openxmlformats.org/officeDocument/2006/relationships/tags" Target="../tags/tag230.xml"/><Relationship Id="rId103" Type="http://schemas.openxmlformats.org/officeDocument/2006/relationships/tags" Target="../tags/tag274.xml"/><Relationship Id="rId108" Type="http://schemas.openxmlformats.org/officeDocument/2006/relationships/tags" Target="../tags/tag279.xml"/><Relationship Id="rId124" Type="http://schemas.openxmlformats.org/officeDocument/2006/relationships/chart" Target="../charts/chart11.xml"/><Relationship Id="rId129" Type="http://schemas.openxmlformats.org/officeDocument/2006/relationships/image" Target="../media/image30.png"/><Relationship Id="rId54" Type="http://schemas.openxmlformats.org/officeDocument/2006/relationships/tags" Target="../tags/tag225.xml"/><Relationship Id="rId70" Type="http://schemas.openxmlformats.org/officeDocument/2006/relationships/tags" Target="../tags/tag241.xml"/><Relationship Id="rId75" Type="http://schemas.openxmlformats.org/officeDocument/2006/relationships/tags" Target="../tags/tag246.xml"/><Relationship Id="rId91" Type="http://schemas.openxmlformats.org/officeDocument/2006/relationships/tags" Target="../tags/tag262.xml"/><Relationship Id="rId96" Type="http://schemas.openxmlformats.org/officeDocument/2006/relationships/tags" Target="../tags/tag267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23" Type="http://schemas.openxmlformats.org/officeDocument/2006/relationships/tags" Target="../tags/tag194.xml"/><Relationship Id="rId28" Type="http://schemas.openxmlformats.org/officeDocument/2006/relationships/tags" Target="../tags/tag199.xml"/><Relationship Id="rId49" Type="http://schemas.openxmlformats.org/officeDocument/2006/relationships/tags" Target="../tags/tag220.xml"/><Relationship Id="rId114" Type="http://schemas.openxmlformats.org/officeDocument/2006/relationships/tags" Target="../tags/tag285.xml"/><Relationship Id="rId119" Type="http://schemas.openxmlformats.org/officeDocument/2006/relationships/notesSlide" Target="../notesSlides/notesSlide9.xml"/><Relationship Id="rId44" Type="http://schemas.openxmlformats.org/officeDocument/2006/relationships/tags" Target="../tags/tag215.xml"/><Relationship Id="rId60" Type="http://schemas.openxmlformats.org/officeDocument/2006/relationships/tags" Target="../tags/tag231.xml"/><Relationship Id="rId65" Type="http://schemas.openxmlformats.org/officeDocument/2006/relationships/tags" Target="../tags/tag236.xml"/><Relationship Id="rId81" Type="http://schemas.openxmlformats.org/officeDocument/2006/relationships/tags" Target="../tags/tag252.xml"/><Relationship Id="rId86" Type="http://schemas.openxmlformats.org/officeDocument/2006/relationships/tags" Target="../tags/tag257.xml"/><Relationship Id="rId130" Type="http://schemas.openxmlformats.org/officeDocument/2006/relationships/slide" Target="slide10.xml"/><Relationship Id="rId13" Type="http://schemas.openxmlformats.org/officeDocument/2006/relationships/tags" Target="../tags/tag184.xml"/><Relationship Id="rId18" Type="http://schemas.openxmlformats.org/officeDocument/2006/relationships/tags" Target="../tags/tag189.xml"/><Relationship Id="rId39" Type="http://schemas.openxmlformats.org/officeDocument/2006/relationships/tags" Target="../tags/tag210.xml"/><Relationship Id="rId109" Type="http://schemas.openxmlformats.org/officeDocument/2006/relationships/tags" Target="../tags/tag280.xml"/><Relationship Id="rId34" Type="http://schemas.openxmlformats.org/officeDocument/2006/relationships/tags" Target="../tags/tag205.xml"/><Relationship Id="rId50" Type="http://schemas.openxmlformats.org/officeDocument/2006/relationships/tags" Target="../tags/tag221.xml"/><Relationship Id="rId55" Type="http://schemas.openxmlformats.org/officeDocument/2006/relationships/tags" Target="../tags/tag226.xml"/><Relationship Id="rId76" Type="http://schemas.openxmlformats.org/officeDocument/2006/relationships/tags" Target="../tags/tag247.xml"/><Relationship Id="rId97" Type="http://schemas.openxmlformats.org/officeDocument/2006/relationships/tags" Target="../tags/tag268.xml"/><Relationship Id="rId104" Type="http://schemas.openxmlformats.org/officeDocument/2006/relationships/tags" Target="../tags/tag275.xml"/><Relationship Id="rId120" Type="http://schemas.openxmlformats.org/officeDocument/2006/relationships/oleObject" Target="../embeddings/oleObject8.bin"/><Relationship Id="rId125" Type="http://schemas.openxmlformats.org/officeDocument/2006/relationships/chart" Target="../charts/chart12.xml"/><Relationship Id="rId7" Type="http://schemas.openxmlformats.org/officeDocument/2006/relationships/tags" Target="../tags/tag178.xml"/><Relationship Id="rId71" Type="http://schemas.openxmlformats.org/officeDocument/2006/relationships/tags" Target="../tags/tag242.xml"/><Relationship Id="rId92" Type="http://schemas.openxmlformats.org/officeDocument/2006/relationships/tags" Target="../tags/tag263.xml"/><Relationship Id="rId2" Type="http://schemas.openxmlformats.org/officeDocument/2006/relationships/tags" Target="../tags/tag173.xml"/><Relationship Id="rId29" Type="http://schemas.openxmlformats.org/officeDocument/2006/relationships/tags" Target="../tags/tag200.xml"/><Relationship Id="rId24" Type="http://schemas.openxmlformats.org/officeDocument/2006/relationships/tags" Target="../tags/tag195.xml"/><Relationship Id="rId40" Type="http://schemas.openxmlformats.org/officeDocument/2006/relationships/tags" Target="../tags/tag211.xml"/><Relationship Id="rId45" Type="http://schemas.openxmlformats.org/officeDocument/2006/relationships/tags" Target="../tags/tag216.xml"/><Relationship Id="rId66" Type="http://schemas.openxmlformats.org/officeDocument/2006/relationships/tags" Target="../tags/tag237.xml"/><Relationship Id="rId87" Type="http://schemas.openxmlformats.org/officeDocument/2006/relationships/tags" Target="../tags/tag258.xml"/><Relationship Id="rId110" Type="http://schemas.openxmlformats.org/officeDocument/2006/relationships/tags" Target="../tags/tag281.xml"/><Relationship Id="rId115" Type="http://schemas.openxmlformats.org/officeDocument/2006/relationships/tags" Target="../tags/tag286.xml"/><Relationship Id="rId131" Type="http://schemas.openxmlformats.org/officeDocument/2006/relationships/image" Target="../media/image14.png"/><Relationship Id="rId61" Type="http://schemas.openxmlformats.org/officeDocument/2006/relationships/tags" Target="../tags/tag232.xml"/><Relationship Id="rId82" Type="http://schemas.openxmlformats.org/officeDocument/2006/relationships/tags" Target="../tags/tag253.xml"/><Relationship Id="rId19" Type="http://schemas.openxmlformats.org/officeDocument/2006/relationships/tags" Target="../tags/tag190.xml"/><Relationship Id="rId14" Type="http://schemas.openxmlformats.org/officeDocument/2006/relationships/tags" Target="../tags/tag185.xml"/><Relationship Id="rId30" Type="http://schemas.openxmlformats.org/officeDocument/2006/relationships/tags" Target="../tags/tag201.xml"/><Relationship Id="rId35" Type="http://schemas.openxmlformats.org/officeDocument/2006/relationships/tags" Target="../tags/tag206.xml"/><Relationship Id="rId56" Type="http://schemas.openxmlformats.org/officeDocument/2006/relationships/tags" Target="../tags/tag227.xml"/><Relationship Id="rId77" Type="http://schemas.openxmlformats.org/officeDocument/2006/relationships/tags" Target="../tags/tag248.xml"/><Relationship Id="rId100" Type="http://schemas.openxmlformats.org/officeDocument/2006/relationships/tags" Target="../tags/tag271.xml"/><Relationship Id="rId105" Type="http://schemas.openxmlformats.org/officeDocument/2006/relationships/tags" Target="../tags/tag276.xml"/><Relationship Id="rId126" Type="http://schemas.openxmlformats.org/officeDocument/2006/relationships/chart" Target="../charts/chart13.xml"/><Relationship Id="rId8" Type="http://schemas.openxmlformats.org/officeDocument/2006/relationships/tags" Target="../tags/tag179.xml"/><Relationship Id="rId51" Type="http://schemas.openxmlformats.org/officeDocument/2006/relationships/tags" Target="../tags/tag222.xml"/><Relationship Id="rId72" Type="http://schemas.openxmlformats.org/officeDocument/2006/relationships/tags" Target="../tags/tag243.xml"/><Relationship Id="rId93" Type="http://schemas.openxmlformats.org/officeDocument/2006/relationships/tags" Target="../tags/tag264.xml"/><Relationship Id="rId98" Type="http://schemas.openxmlformats.org/officeDocument/2006/relationships/tags" Target="../tags/tag269.xml"/><Relationship Id="rId121" Type="http://schemas.openxmlformats.org/officeDocument/2006/relationships/image" Target="../media/image29.emf"/><Relationship Id="rId3" Type="http://schemas.openxmlformats.org/officeDocument/2006/relationships/tags" Target="../tags/tag174.xml"/><Relationship Id="rId25" Type="http://schemas.openxmlformats.org/officeDocument/2006/relationships/tags" Target="../tags/tag196.xml"/><Relationship Id="rId46" Type="http://schemas.openxmlformats.org/officeDocument/2006/relationships/tags" Target="../tags/tag217.xml"/><Relationship Id="rId67" Type="http://schemas.openxmlformats.org/officeDocument/2006/relationships/tags" Target="../tags/tag238.xml"/><Relationship Id="rId116" Type="http://schemas.openxmlformats.org/officeDocument/2006/relationships/tags" Target="../tags/tag287.xml"/><Relationship Id="rId20" Type="http://schemas.openxmlformats.org/officeDocument/2006/relationships/tags" Target="../tags/tag191.xml"/><Relationship Id="rId41" Type="http://schemas.openxmlformats.org/officeDocument/2006/relationships/tags" Target="../tags/tag212.xml"/><Relationship Id="rId62" Type="http://schemas.openxmlformats.org/officeDocument/2006/relationships/tags" Target="../tags/tag233.xml"/><Relationship Id="rId83" Type="http://schemas.openxmlformats.org/officeDocument/2006/relationships/tags" Target="../tags/tag254.xml"/><Relationship Id="rId88" Type="http://schemas.openxmlformats.org/officeDocument/2006/relationships/tags" Target="../tags/tag259.xml"/><Relationship Id="rId111" Type="http://schemas.openxmlformats.org/officeDocument/2006/relationships/tags" Target="../tags/tag282.xml"/><Relationship Id="rId15" Type="http://schemas.openxmlformats.org/officeDocument/2006/relationships/tags" Target="../tags/tag186.xml"/><Relationship Id="rId36" Type="http://schemas.openxmlformats.org/officeDocument/2006/relationships/tags" Target="../tags/tag207.xml"/><Relationship Id="rId57" Type="http://schemas.openxmlformats.org/officeDocument/2006/relationships/tags" Target="../tags/tag228.xml"/><Relationship Id="rId106" Type="http://schemas.openxmlformats.org/officeDocument/2006/relationships/tags" Target="../tags/tag277.xml"/><Relationship Id="rId127" Type="http://schemas.openxmlformats.org/officeDocument/2006/relationships/chart" Target="../charts/chart14.xml"/><Relationship Id="rId10" Type="http://schemas.openxmlformats.org/officeDocument/2006/relationships/tags" Target="../tags/tag181.xml"/><Relationship Id="rId31" Type="http://schemas.openxmlformats.org/officeDocument/2006/relationships/tags" Target="../tags/tag202.xml"/><Relationship Id="rId52" Type="http://schemas.openxmlformats.org/officeDocument/2006/relationships/tags" Target="../tags/tag223.xml"/><Relationship Id="rId73" Type="http://schemas.openxmlformats.org/officeDocument/2006/relationships/tags" Target="../tags/tag244.xml"/><Relationship Id="rId78" Type="http://schemas.openxmlformats.org/officeDocument/2006/relationships/tags" Target="../tags/tag249.xml"/><Relationship Id="rId94" Type="http://schemas.openxmlformats.org/officeDocument/2006/relationships/tags" Target="../tags/tag265.xml"/><Relationship Id="rId99" Type="http://schemas.openxmlformats.org/officeDocument/2006/relationships/tags" Target="../tags/tag270.xml"/><Relationship Id="rId101" Type="http://schemas.openxmlformats.org/officeDocument/2006/relationships/tags" Target="../tags/tag272.xml"/><Relationship Id="rId122" Type="http://schemas.openxmlformats.org/officeDocument/2006/relationships/chart" Target="../charts/chart9.xml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26" Type="http://schemas.openxmlformats.org/officeDocument/2006/relationships/tags" Target="../tags/tag197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tags" Target="../tags/tag405.xml"/><Relationship Id="rId21" Type="http://schemas.openxmlformats.org/officeDocument/2006/relationships/tags" Target="../tags/tag309.xml"/><Relationship Id="rId42" Type="http://schemas.openxmlformats.org/officeDocument/2006/relationships/tags" Target="../tags/tag330.xml"/><Relationship Id="rId47" Type="http://schemas.openxmlformats.org/officeDocument/2006/relationships/tags" Target="../tags/tag335.xml"/><Relationship Id="rId63" Type="http://schemas.openxmlformats.org/officeDocument/2006/relationships/tags" Target="../tags/tag351.xml"/><Relationship Id="rId68" Type="http://schemas.openxmlformats.org/officeDocument/2006/relationships/tags" Target="../tags/tag356.xml"/><Relationship Id="rId84" Type="http://schemas.openxmlformats.org/officeDocument/2006/relationships/tags" Target="../tags/tag372.xml"/><Relationship Id="rId89" Type="http://schemas.openxmlformats.org/officeDocument/2006/relationships/tags" Target="../tags/tag377.xml"/><Relationship Id="rId112" Type="http://schemas.openxmlformats.org/officeDocument/2006/relationships/tags" Target="../tags/tag400.xml"/><Relationship Id="rId16" Type="http://schemas.openxmlformats.org/officeDocument/2006/relationships/tags" Target="../tags/tag304.xml"/><Relationship Id="rId107" Type="http://schemas.openxmlformats.org/officeDocument/2006/relationships/tags" Target="../tags/tag395.xml"/><Relationship Id="rId11" Type="http://schemas.openxmlformats.org/officeDocument/2006/relationships/tags" Target="../tags/tag299.xml"/><Relationship Id="rId32" Type="http://schemas.openxmlformats.org/officeDocument/2006/relationships/tags" Target="../tags/tag320.xml"/><Relationship Id="rId37" Type="http://schemas.openxmlformats.org/officeDocument/2006/relationships/tags" Target="../tags/tag325.xml"/><Relationship Id="rId53" Type="http://schemas.openxmlformats.org/officeDocument/2006/relationships/tags" Target="../tags/tag341.xml"/><Relationship Id="rId58" Type="http://schemas.openxmlformats.org/officeDocument/2006/relationships/tags" Target="../tags/tag346.xml"/><Relationship Id="rId74" Type="http://schemas.openxmlformats.org/officeDocument/2006/relationships/tags" Target="../tags/tag362.xml"/><Relationship Id="rId79" Type="http://schemas.openxmlformats.org/officeDocument/2006/relationships/tags" Target="../tags/tag367.xml"/><Relationship Id="rId102" Type="http://schemas.openxmlformats.org/officeDocument/2006/relationships/tags" Target="../tags/tag390.xml"/><Relationship Id="rId123" Type="http://schemas.openxmlformats.org/officeDocument/2006/relationships/chart" Target="../charts/chart16.xml"/><Relationship Id="rId128" Type="http://schemas.openxmlformats.org/officeDocument/2006/relationships/image" Target="../media/image6.png"/><Relationship Id="rId5" Type="http://schemas.openxmlformats.org/officeDocument/2006/relationships/tags" Target="../tags/tag293.xml"/><Relationship Id="rId90" Type="http://schemas.openxmlformats.org/officeDocument/2006/relationships/tags" Target="../tags/tag378.xml"/><Relationship Id="rId95" Type="http://schemas.openxmlformats.org/officeDocument/2006/relationships/tags" Target="../tags/tag383.xml"/><Relationship Id="rId22" Type="http://schemas.openxmlformats.org/officeDocument/2006/relationships/tags" Target="../tags/tag310.xml"/><Relationship Id="rId27" Type="http://schemas.openxmlformats.org/officeDocument/2006/relationships/tags" Target="../tags/tag315.xml"/><Relationship Id="rId43" Type="http://schemas.openxmlformats.org/officeDocument/2006/relationships/tags" Target="../tags/tag331.xml"/><Relationship Id="rId48" Type="http://schemas.openxmlformats.org/officeDocument/2006/relationships/tags" Target="../tags/tag336.xml"/><Relationship Id="rId64" Type="http://schemas.openxmlformats.org/officeDocument/2006/relationships/tags" Target="../tags/tag352.xml"/><Relationship Id="rId69" Type="http://schemas.openxmlformats.org/officeDocument/2006/relationships/tags" Target="../tags/tag357.xml"/><Relationship Id="rId113" Type="http://schemas.openxmlformats.org/officeDocument/2006/relationships/tags" Target="../tags/tag401.xml"/><Relationship Id="rId118" Type="http://schemas.openxmlformats.org/officeDocument/2006/relationships/slideLayout" Target="../slideLayouts/slideLayout7.xml"/><Relationship Id="rId80" Type="http://schemas.openxmlformats.org/officeDocument/2006/relationships/tags" Target="../tags/tag368.xml"/><Relationship Id="rId85" Type="http://schemas.openxmlformats.org/officeDocument/2006/relationships/tags" Target="../tags/tag373.xml"/><Relationship Id="rId12" Type="http://schemas.openxmlformats.org/officeDocument/2006/relationships/tags" Target="../tags/tag300.xml"/><Relationship Id="rId17" Type="http://schemas.openxmlformats.org/officeDocument/2006/relationships/tags" Target="../tags/tag305.xml"/><Relationship Id="rId33" Type="http://schemas.openxmlformats.org/officeDocument/2006/relationships/tags" Target="../tags/tag321.xml"/><Relationship Id="rId38" Type="http://schemas.openxmlformats.org/officeDocument/2006/relationships/tags" Target="../tags/tag326.xml"/><Relationship Id="rId59" Type="http://schemas.openxmlformats.org/officeDocument/2006/relationships/tags" Target="../tags/tag347.xml"/><Relationship Id="rId103" Type="http://schemas.openxmlformats.org/officeDocument/2006/relationships/tags" Target="../tags/tag391.xml"/><Relationship Id="rId108" Type="http://schemas.openxmlformats.org/officeDocument/2006/relationships/tags" Target="../tags/tag396.xml"/><Relationship Id="rId124" Type="http://schemas.openxmlformats.org/officeDocument/2006/relationships/chart" Target="../charts/chart17.xml"/><Relationship Id="rId129" Type="http://schemas.openxmlformats.org/officeDocument/2006/relationships/image" Target="../media/image30.png"/><Relationship Id="rId54" Type="http://schemas.openxmlformats.org/officeDocument/2006/relationships/tags" Target="../tags/tag342.xml"/><Relationship Id="rId70" Type="http://schemas.openxmlformats.org/officeDocument/2006/relationships/tags" Target="../tags/tag358.xml"/><Relationship Id="rId75" Type="http://schemas.openxmlformats.org/officeDocument/2006/relationships/tags" Target="../tags/tag363.xml"/><Relationship Id="rId91" Type="http://schemas.openxmlformats.org/officeDocument/2006/relationships/tags" Target="../tags/tag379.xml"/><Relationship Id="rId96" Type="http://schemas.openxmlformats.org/officeDocument/2006/relationships/tags" Target="../tags/tag384.xml"/><Relationship Id="rId1" Type="http://schemas.openxmlformats.org/officeDocument/2006/relationships/tags" Target="../tags/tag289.xml"/><Relationship Id="rId6" Type="http://schemas.openxmlformats.org/officeDocument/2006/relationships/tags" Target="../tags/tag294.xml"/><Relationship Id="rId23" Type="http://schemas.openxmlformats.org/officeDocument/2006/relationships/tags" Target="../tags/tag311.xml"/><Relationship Id="rId28" Type="http://schemas.openxmlformats.org/officeDocument/2006/relationships/tags" Target="../tags/tag316.xml"/><Relationship Id="rId49" Type="http://schemas.openxmlformats.org/officeDocument/2006/relationships/tags" Target="../tags/tag337.xml"/><Relationship Id="rId114" Type="http://schemas.openxmlformats.org/officeDocument/2006/relationships/tags" Target="../tags/tag402.xml"/><Relationship Id="rId119" Type="http://schemas.openxmlformats.org/officeDocument/2006/relationships/notesSlide" Target="../notesSlides/notesSlide10.xml"/><Relationship Id="rId44" Type="http://schemas.openxmlformats.org/officeDocument/2006/relationships/tags" Target="../tags/tag332.xml"/><Relationship Id="rId60" Type="http://schemas.openxmlformats.org/officeDocument/2006/relationships/tags" Target="../tags/tag348.xml"/><Relationship Id="rId65" Type="http://schemas.openxmlformats.org/officeDocument/2006/relationships/tags" Target="../tags/tag353.xml"/><Relationship Id="rId81" Type="http://schemas.openxmlformats.org/officeDocument/2006/relationships/tags" Target="../tags/tag369.xml"/><Relationship Id="rId86" Type="http://schemas.openxmlformats.org/officeDocument/2006/relationships/tags" Target="../tags/tag374.xml"/><Relationship Id="rId130" Type="http://schemas.openxmlformats.org/officeDocument/2006/relationships/slide" Target="slide10.xml"/><Relationship Id="rId13" Type="http://schemas.openxmlformats.org/officeDocument/2006/relationships/tags" Target="../tags/tag301.xml"/><Relationship Id="rId18" Type="http://schemas.openxmlformats.org/officeDocument/2006/relationships/tags" Target="../tags/tag306.xml"/><Relationship Id="rId39" Type="http://schemas.openxmlformats.org/officeDocument/2006/relationships/tags" Target="../tags/tag327.xml"/><Relationship Id="rId109" Type="http://schemas.openxmlformats.org/officeDocument/2006/relationships/tags" Target="../tags/tag397.xml"/><Relationship Id="rId34" Type="http://schemas.openxmlformats.org/officeDocument/2006/relationships/tags" Target="../tags/tag322.xml"/><Relationship Id="rId50" Type="http://schemas.openxmlformats.org/officeDocument/2006/relationships/tags" Target="../tags/tag338.xml"/><Relationship Id="rId55" Type="http://schemas.openxmlformats.org/officeDocument/2006/relationships/tags" Target="../tags/tag343.xml"/><Relationship Id="rId76" Type="http://schemas.openxmlformats.org/officeDocument/2006/relationships/tags" Target="../tags/tag364.xml"/><Relationship Id="rId97" Type="http://schemas.openxmlformats.org/officeDocument/2006/relationships/tags" Target="../tags/tag385.xml"/><Relationship Id="rId104" Type="http://schemas.openxmlformats.org/officeDocument/2006/relationships/tags" Target="../tags/tag392.xml"/><Relationship Id="rId120" Type="http://schemas.openxmlformats.org/officeDocument/2006/relationships/oleObject" Target="../embeddings/oleObject9.bin"/><Relationship Id="rId125" Type="http://schemas.openxmlformats.org/officeDocument/2006/relationships/chart" Target="../charts/chart18.xml"/><Relationship Id="rId7" Type="http://schemas.openxmlformats.org/officeDocument/2006/relationships/tags" Target="../tags/tag295.xml"/><Relationship Id="rId71" Type="http://schemas.openxmlformats.org/officeDocument/2006/relationships/tags" Target="../tags/tag359.xml"/><Relationship Id="rId92" Type="http://schemas.openxmlformats.org/officeDocument/2006/relationships/tags" Target="../tags/tag380.xml"/><Relationship Id="rId2" Type="http://schemas.openxmlformats.org/officeDocument/2006/relationships/tags" Target="../tags/tag290.xml"/><Relationship Id="rId29" Type="http://schemas.openxmlformats.org/officeDocument/2006/relationships/tags" Target="../tags/tag317.xml"/><Relationship Id="rId24" Type="http://schemas.openxmlformats.org/officeDocument/2006/relationships/tags" Target="../tags/tag312.xml"/><Relationship Id="rId40" Type="http://schemas.openxmlformats.org/officeDocument/2006/relationships/tags" Target="../tags/tag328.xml"/><Relationship Id="rId45" Type="http://schemas.openxmlformats.org/officeDocument/2006/relationships/tags" Target="../tags/tag333.xml"/><Relationship Id="rId66" Type="http://schemas.openxmlformats.org/officeDocument/2006/relationships/tags" Target="../tags/tag354.xml"/><Relationship Id="rId87" Type="http://schemas.openxmlformats.org/officeDocument/2006/relationships/tags" Target="../tags/tag375.xml"/><Relationship Id="rId110" Type="http://schemas.openxmlformats.org/officeDocument/2006/relationships/tags" Target="../tags/tag398.xml"/><Relationship Id="rId115" Type="http://schemas.openxmlformats.org/officeDocument/2006/relationships/tags" Target="../tags/tag403.xml"/><Relationship Id="rId131" Type="http://schemas.openxmlformats.org/officeDocument/2006/relationships/image" Target="../media/image13.png"/><Relationship Id="rId61" Type="http://schemas.openxmlformats.org/officeDocument/2006/relationships/tags" Target="../tags/tag349.xml"/><Relationship Id="rId82" Type="http://schemas.openxmlformats.org/officeDocument/2006/relationships/tags" Target="../tags/tag370.xml"/><Relationship Id="rId19" Type="http://schemas.openxmlformats.org/officeDocument/2006/relationships/tags" Target="../tags/tag307.xml"/><Relationship Id="rId14" Type="http://schemas.openxmlformats.org/officeDocument/2006/relationships/tags" Target="../tags/tag302.xml"/><Relationship Id="rId30" Type="http://schemas.openxmlformats.org/officeDocument/2006/relationships/tags" Target="../tags/tag318.xml"/><Relationship Id="rId35" Type="http://schemas.openxmlformats.org/officeDocument/2006/relationships/tags" Target="../tags/tag323.xml"/><Relationship Id="rId56" Type="http://schemas.openxmlformats.org/officeDocument/2006/relationships/tags" Target="../tags/tag344.xml"/><Relationship Id="rId77" Type="http://schemas.openxmlformats.org/officeDocument/2006/relationships/tags" Target="../tags/tag365.xml"/><Relationship Id="rId100" Type="http://schemas.openxmlformats.org/officeDocument/2006/relationships/tags" Target="../tags/tag388.xml"/><Relationship Id="rId105" Type="http://schemas.openxmlformats.org/officeDocument/2006/relationships/tags" Target="../tags/tag393.xml"/><Relationship Id="rId126" Type="http://schemas.openxmlformats.org/officeDocument/2006/relationships/chart" Target="../charts/chart19.xml"/><Relationship Id="rId8" Type="http://schemas.openxmlformats.org/officeDocument/2006/relationships/tags" Target="../tags/tag296.xml"/><Relationship Id="rId51" Type="http://schemas.openxmlformats.org/officeDocument/2006/relationships/tags" Target="../tags/tag339.xml"/><Relationship Id="rId72" Type="http://schemas.openxmlformats.org/officeDocument/2006/relationships/tags" Target="../tags/tag360.xml"/><Relationship Id="rId93" Type="http://schemas.openxmlformats.org/officeDocument/2006/relationships/tags" Target="../tags/tag381.xml"/><Relationship Id="rId98" Type="http://schemas.openxmlformats.org/officeDocument/2006/relationships/tags" Target="../tags/tag386.xml"/><Relationship Id="rId121" Type="http://schemas.openxmlformats.org/officeDocument/2006/relationships/image" Target="../media/image29.emf"/><Relationship Id="rId3" Type="http://schemas.openxmlformats.org/officeDocument/2006/relationships/tags" Target="../tags/tag291.xml"/><Relationship Id="rId25" Type="http://schemas.openxmlformats.org/officeDocument/2006/relationships/tags" Target="../tags/tag313.xml"/><Relationship Id="rId46" Type="http://schemas.openxmlformats.org/officeDocument/2006/relationships/tags" Target="../tags/tag334.xml"/><Relationship Id="rId67" Type="http://schemas.openxmlformats.org/officeDocument/2006/relationships/tags" Target="../tags/tag355.xml"/><Relationship Id="rId116" Type="http://schemas.openxmlformats.org/officeDocument/2006/relationships/tags" Target="../tags/tag404.xml"/><Relationship Id="rId20" Type="http://schemas.openxmlformats.org/officeDocument/2006/relationships/tags" Target="../tags/tag308.xml"/><Relationship Id="rId41" Type="http://schemas.openxmlformats.org/officeDocument/2006/relationships/tags" Target="../tags/tag329.xml"/><Relationship Id="rId62" Type="http://schemas.openxmlformats.org/officeDocument/2006/relationships/tags" Target="../tags/tag350.xml"/><Relationship Id="rId83" Type="http://schemas.openxmlformats.org/officeDocument/2006/relationships/tags" Target="../tags/tag371.xml"/><Relationship Id="rId88" Type="http://schemas.openxmlformats.org/officeDocument/2006/relationships/tags" Target="../tags/tag376.xml"/><Relationship Id="rId111" Type="http://schemas.openxmlformats.org/officeDocument/2006/relationships/tags" Target="../tags/tag399.xml"/><Relationship Id="rId15" Type="http://schemas.openxmlformats.org/officeDocument/2006/relationships/tags" Target="../tags/tag303.xml"/><Relationship Id="rId36" Type="http://schemas.openxmlformats.org/officeDocument/2006/relationships/tags" Target="../tags/tag324.xml"/><Relationship Id="rId57" Type="http://schemas.openxmlformats.org/officeDocument/2006/relationships/tags" Target="../tags/tag345.xml"/><Relationship Id="rId106" Type="http://schemas.openxmlformats.org/officeDocument/2006/relationships/tags" Target="../tags/tag394.xml"/><Relationship Id="rId127" Type="http://schemas.openxmlformats.org/officeDocument/2006/relationships/chart" Target="../charts/chart20.xml"/><Relationship Id="rId10" Type="http://schemas.openxmlformats.org/officeDocument/2006/relationships/tags" Target="../tags/tag298.xml"/><Relationship Id="rId31" Type="http://schemas.openxmlformats.org/officeDocument/2006/relationships/tags" Target="../tags/tag319.xml"/><Relationship Id="rId52" Type="http://schemas.openxmlformats.org/officeDocument/2006/relationships/tags" Target="../tags/tag340.xml"/><Relationship Id="rId73" Type="http://schemas.openxmlformats.org/officeDocument/2006/relationships/tags" Target="../tags/tag361.xml"/><Relationship Id="rId78" Type="http://schemas.openxmlformats.org/officeDocument/2006/relationships/tags" Target="../tags/tag366.xml"/><Relationship Id="rId94" Type="http://schemas.openxmlformats.org/officeDocument/2006/relationships/tags" Target="../tags/tag382.xml"/><Relationship Id="rId99" Type="http://schemas.openxmlformats.org/officeDocument/2006/relationships/tags" Target="../tags/tag387.xml"/><Relationship Id="rId101" Type="http://schemas.openxmlformats.org/officeDocument/2006/relationships/tags" Target="../tags/tag389.xml"/><Relationship Id="rId122" Type="http://schemas.openxmlformats.org/officeDocument/2006/relationships/chart" Target="../charts/chart15.xml"/><Relationship Id="rId4" Type="http://schemas.openxmlformats.org/officeDocument/2006/relationships/tags" Target="../tags/tag292.xml"/><Relationship Id="rId9" Type="http://schemas.openxmlformats.org/officeDocument/2006/relationships/tags" Target="../tags/tag297.xml"/><Relationship Id="rId26" Type="http://schemas.openxmlformats.org/officeDocument/2006/relationships/tags" Target="../tags/tag314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tags" Target="../tags/tag522.xml"/><Relationship Id="rId21" Type="http://schemas.openxmlformats.org/officeDocument/2006/relationships/tags" Target="../tags/tag426.xml"/><Relationship Id="rId42" Type="http://schemas.openxmlformats.org/officeDocument/2006/relationships/tags" Target="../tags/tag447.xml"/><Relationship Id="rId47" Type="http://schemas.openxmlformats.org/officeDocument/2006/relationships/tags" Target="../tags/tag452.xml"/><Relationship Id="rId63" Type="http://schemas.openxmlformats.org/officeDocument/2006/relationships/tags" Target="../tags/tag468.xml"/><Relationship Id="rId68" Type="http://schemas.openxmlformats.org/officeDocument/2006/relationships/tags" Target="../tags/tag473.xml"/><Relationship Id="rId84" Type="http://schemas.openxmlformats.org/officeDocument/2006/relationships/tags" Target="../tags/tag489.xml"/><Relationship Id="rId89" Type="http://schemas.openxmlformats.org/officeDocument/2006/relationships/tags" Target="../tags/tag494.xml"/><Relationship Id="rId112" Type="http://schemas.openxmlformats.org/officeDocument/2006/relationships/tags" Target="../tags/tag517.xml"/><Relationship Id="rId16" Type="http://schemas.openxmlformats.org/officeDocument/2006/relationships/tags" Target="../tags/tag421.xml"/><Relationship Id="rId107" Type="http://schemas.openxmlformats.org/officeDocument/2006/relationships/tags" Target="../tags/tag512.xml"/><Relationship Id="rId11" Type="http://schemas.openxmlformats.org/officeDocument/2006/relationships/tags" Target="../tags/tag416.xml"/><Relationship Id="rId32" Type="http://schemas.openxmlformats.org/officeDocument/2006/relationships/tags" Target="../tags/tag437.xml"/><Relationship Id="rId37" Type="http://schemas.openxmlformats.org/officeDocument/2006/relationships/tags" Target="../tags/tag442.xml"/><Relationship Id="rId53" Type="http://schemas.openxmlformats.org/officeDocument/2006/relationships/tags" Target="../tags/tag458.xml"/><Relationship Id="rId58" Type="http://schemas.openxmlformats.org/officeDocument/2006/relationships/tags" Target="../tags/tag463.xml"/><Relationship Id="rId74" Type="http://schemas.openxmlformats.org/officeDocument/2006/relationships/tags" Target="../tags/tag479.xml"/><Relationship Id="rId79" Type="http://schemas.openxmlformats.org/officeDocument/2006/relationships/tags" Target="../tags/tag484.xml"/><Relationship Id="rId102" Type="http://schemas.openxmlformats.org/officeDocument/2006/relationships/tags" Target="../tags/tag507.xml"/><Relationship Id="rId123" Type="http://schemas.openxmlformats.org/officeDocument/2006/relationships/chart" Target="../charts/chart22.xml"/><Relationship Id="rId128" Type="http://schemas.openxmlformats.org/officeDocument/2006/relationships/image" Target="../media/image6.png"/><Relationship Id="rId5" Type="http://schemas.openxmlformats.org/officeDocument/2006/relationships/tags" Target="../tags/tag410.xml"/><Relationship Id="rId90" Type="http://schemas.openxmlformats.org/officeDocument/2006/relationships/tags" Target="../tags/tag495.xml"/><Relationship Id="rId95" Type="http://schemas.openxmlformats.org/officeDocument/2006/relationships/tags" Target="../tags/tag500.xml"/><Relationship Id="rId22" Type="http://schemas.openxmlformats.org/officeDocument/2006/relationships/tags" Target="../tags/tag427.xml"/><Relationship Id="rId27" Type="http://schemas.openxmlformats.org/officeDocument/2006/relationships/tags" Target="../tags/tag432.xml"/><Relationship Id="rId43" Type="http://schemas.openxmlformats.org/officeDocument/2006/relationships/tags" Target="../tags/tag448.xml"/><Relationship Id="rId48" Type="http://schemas.openxmlformats.org/officeDocument/2006/relationships/tags" Target="../tags/tag453.xml"/><Relationship Id="rId64" Type="http://schemas.openxmlformats.org/officeDocument/2006/relationships/tags" Target="../tags/tag469.xml"/><Relationship Id="rId69" Type="http://schemas.openxmlformats.org/officeDocument/2006/relationships/tags" Target="../tags/tag474.xml"/><Relationship Id="rId113" Type="http://schemas.openxmlformats.org/officeDocument/2006/relationships/tags" Target="../tags/tag518.xml"/><Relationship Id="rId118" Type="http://schemas.openxmlformats.org/officeDocument/2006/relationships/slideLayout" Target="../slideLayouts/slideLayout7.xml"/><Relationship Id="rId80" Type="http://schemas.openxmlformats.org/officeDocument/2006/relationships/tags" Target="../tags/tag485.xml"/><Relationship Id="rId85" Type="http://schemas.openxmlformats.org/officeDocument/2006/relationships/tags" Target="../tags/tag490.xml"/><Relationship Id="rId12" Type="http://schemas.openxmlformats.org/officeDocument/2006/relationships/tags" Target="../tags/tag417.xml"/><Relationship Id="rId17" Type="http://schemas.openxmlformats.org/officeDocument/2006/relationships/tags" Target="../tags/tag422.xml"/><Relationship Id="rId33" Type="http://schemas.openxmlformats.org/officeDocument/2006/relationships/tags" Target="../tags/tag438.xml"/><Relationship Id="rId38" Type="http://schemas.openxmlformats.org/officeDocument/2006/relationships/tags" Target="../tags/tag443.xml"/><Relationship Id="rId59" Type="http://schemas.openxmlformats.org/officeDocument/2006/relationships/tags" Target="../tags/tag464.xml"/><Relationship Id="rId103" Type="http://schemas.openxmlformats.org/officeDocument/2006/relationships/tags" Target="../tags/tag508.xml"/><Relationship Id="rId108" Type="http://schemas.openxmlformats.org/officeDocument/2006/relationships/tags" Target="../tags/tag513.xml"/><Relationship Id="rId124" Type="http://schemas.openxmlformats.org/officeDocument/2006/relationships/chart" Target="../charts/chart23.xml"/><Relationship Id="rId129" Type="http://schemas.openxmlformats.org/officeDocument/2006/relationships/image" Target="../media/image30.png"/><Relationship Id="rId54" Type="http://schemas.openxmlformats.org/officeDocument/2006/relationships/tags" Target="../tags/tag459.xml"/><Relationship Id="rId70" Type="http://schemas.openxmlformats.org/officeDocument/2006/relationships/tags" Target="../tags/tag475.xml"/><Relationship Id="rId75" Type="http://schemas.openxmlformats.org/officeDocument/2006/relationships/tags" Target="../tags/tag480.xml"/><Relationship Id="rId91" Type="http://schemas.openxmlformats.org/officeDocument/2006/relationships/tags" Target="../tags/tag496.xml"/><Relationship Id="rId96" Type="http://schemas.openxmlformats.org/officeDocument/2006/relationships/tags" Target="../tags/tag501.xml"/><Relationship Id="rId1" Type="http://schemas.openxmlformats.org/officeDocument/2006/relationships/tags" Target="../tags/tag406.xml"/><Relationship Id="rId6" Type="http://schemas.openxmlformats.org/officeDocument/2006/relationships/tags" Target="../tags/tag411.xml"/><Relationship Id="rId23" Type="http://schemas.openxmlformats.org/officeDocument/2006/relationships/tags" Target="../tags/tag428.xml"/><Relationship Id="rId28" Type="http://schemas.openxmlformats.org/officeDocument/2006/relationships/tags" Target="../tags/tag433.xml"/><Relationship Id="rId49" Type="http://schemas.openxmlformats.org/officeDocument/2006/relationships/tags" Target="../tags/tag454.xml"/><Relationship Id="rId114" Type="http://schemas.openxmlformats.org/officeDocument/2006/relationships/tags" Target="../tags/tag519.xml"/><Relationship Id="rId119" Type="http://schemas.openxmlformats.org/officeDocument/2006/relationships/notesSlide" Target="../notesSlides/notesSlide11.xml"/><Relationship Id="rId44" Type="http://schemas.openxmlformats.org/officeDocument/2006/relationships/tags" Target="../tags/tag449.xml"/><Relationship Id="rId60" Type="http://schemas.openxmlformats.org/officeDocument/2006/relationships/tags" Target="../tags/tag465.xml"/><Relationship Id="rId65" Type="http://schemas.openxmlformats.org/officeDocument/2006/relationships/tags" Target="../tags/tag470.xml"/><Relationship Id="rId81" Type="http://schemas.openxmlformats.org/officeDocument/2006/relationships/tags" Target="../tags/tag486.xml"/><Relationship Id="rId86" Type="http://schemas.openxmlformats.org/officeDocument/2006/relationships/tags" Target="../tags/tag491.xml"/><Relationship Id="rId130" Type="http://schemas.openxmlformats.org/officeDocument/2006/relationships/slide" Target="slide10.xml"/><Relationship Id="rId13" Type="http://schemas.openxmlformats.org/officeDocument/2006/relationships/tags" Target="../tags/tag418.xml"/><Relationship Id="rId18" Type="http://schemas.openxmlformats.org/officeDocument/2006/relationships/tags" Target="../tags/tag423.xml"/><Relationship Id="rId39" Type="http://schemas.openxmlformats.org/officeDocument/2006/relationships/tags" Target="../tags/tag444.xml"/><Relationship Id="rId109" Type="http://schemas.openxmlformats.org/officeDocument/2006/relationships/tags" Target="../tags/tag514.xml"/><Relationship Id="rId34" Type="http://schemas.openxmlformats.org/officeDocument/2006/relationships/tags" Target="../tags/tag439.xml"/><Relationship Id="rId50" Type="http://schemas.openxmlformats.org/officeDocument/2006/relationships/tags" Target="../tags/tag455.xml"/><Relationship Id="rId55" Type="http://schemas.openxmlformats.org/officeDocument/2006/relationships/tags" Target="../tags/tag460.xml"/><Relationship Id="rId76" Type="http://schemas.openxmlformats.org/officeDocument/2006/relationships/tags" Target="../tags/tag481.xml"/><Relationship Id="rId97" Type="http://schemas.openxmlformats.org/officeDocument/2006/relationships/tags" Target="../tags/tag502.xml"/><Relationship Id="rId104" Type="http://schemas.openxmlformats.org/officeDocument/2006/relationships/tags" Target="../tags/tag509.xml"/><Relationship Id="rId120" Type="http://schemas.openxmlformats.org/officeDocument/2006/relationships/oleObject" Target="../embeddings/oleObject10.bin"/><Relationship Id="rId125" Type="http://schemas.openxmlformats.org/officeDocument/2006/relationships/chart" Target="../charts/chart24.xml"/><Relationship Id="rId7" Type="http://schemas.openxmlformats.org/officeDocument/2006/relationships/tags" Target="../tags/tag412.xml"/><Relationship Id="rId71" Type="http://schemas.openxmlformats.org/officeDocument/2006/relationships/tags" Target="../tags/tag476.xml"/><Relationship Id="rId92" Type="http://schemas.openxmlformats.org/officeDocument/2006/relationships/tags" Target="../tags/tag497.xml"/><Relationship Id="rId2" Type="http://schemas.openxmlformats.org/officeDocument/2006/relationships/tags" Target="../tags/tag407.xml"/><Relationship Id="rId29" Type="http://schemas.openxmlformats.org/officeDocument/2006/relationships/tags" Target="../tags/tag434.xml"/><Relationship Id="rId24" Type="http://schemas.openxmlformats.org/officeDocument/2006/relationships/tags" Target="../tags/tag429.xml"/><Relationship Id="rId40" Type="http://schemas.openxmlformats.org/officeDocument/2006/relationships/tags" Target="../tags/tag445.xml"/><Relationship Id="rId45" Type="http://schemas.openxmlformats.org/officeDocument/2006/relationships/tags" Target="../tags/tag450.xml"/><Relationship Id="rId66" Type="http://schemas.openxmlformats.org/officeDocument/2006/relationships/tags" Target="../tags/tag471.xml"/><Relationship Id="rId87" Type="http://schemas.openxmlformats.org/officeDocument/2006/relationships/tags" Target="../tags/tag492.xml"/><Relationship Id="rId110" Type="http://schemas.openxmlformats.org/officeDocument/2006/relationships/tags" Target="../tags/tag515.xml"/><Relationship Id="rId115" Type="http://schemas.openxmlformats.org/officeDocument/2006/relationships/tags" Target="../tags/tag520.xml"/><Relationship Id="rId131" Type="http://schemas.openxmlformats.org/officeDocument/2006/relationships/image" Target="../media/image11.png"/><Relationship Id="rId61" Type="http://schemas.openxmlformats.org/officeDocument/2006/relationships/tags" Target="../tags/tag466.xml"/><Relationship Id="rId82" Type="http://schemas.openxmlformats.org/officeDocument/2006/relationships/tags" Target="../tags/tag487.xml"/><Relationship Id="rId19" Type="http://schemas.openxmlformats.org/officeDocument/2006/relationships/tags" Target="../tags/tag424.xml"/><Relationship Id="rId14" Type="http://schemas.openxmlformats.org/officeDocument/2006/relationships/tags" Target="../tags/tag419.xml"/><Relationship Id="rId30" Type="http://schemas.openxmlformats.org/officeDocument/2006/relationships/tags" Target="../tags/tag435.xml"/><Relationship Id="rId35" Type="http://schemas.openxmlformats.org/officeDocument/2006/relationships/tags" Target="../tags/tag440.xml"/><Relationship Id="rId56" Type="http://schemas.openxmlformats.org/officeDocument/2006/relationships/tags" Target="../tags/tag461.xml"/><Relationship Id="rId77" Type="http://schemas.openxmlformats.org/officeDocument/2006/relationships/tags" Target="../tags/tag482.xml"/><Relationship Id="rId100" Type="http://schemas.openxmlformats.org/officeDocument/2006/relationships/tags" Target="../tags/tag505.xml"/><Relationship Id="rId105" Type="http://schemas.openxmlformats.org/officeDocument/2006/relationships/tags" Target="../tags/tag510.xml"/><Relationship Id="rId126" Type="http://schemas.openxmlformats.org/officeDocument/2006/relationships/chart" Target="../charts/chart25.xml"/><Relationship Id="rId8" Type="http://schemas.openxmlformats.org/officeDocument/2006/relationships/tags" Target="../tags/tag413.xml"/><Relationship Id="rId51" Type="http://schemas.openxmlformats.org/officeDocument/2006/relationships/tags" Target="../tags/tag456.xml"/><Relationship Id="rId72" Type="http://schemas.openxmlformats.org/officeDocument/2006/relationships/tags" Target="../tags/tag477.xml"/><Relationship Id="rId93" Type="http://schemas.openxmlformats.org/officeDocument/2006/relationships/tags" Target="../tags/tag498.xml"/><Relationship Id="rId98" Type="http://schemas.openxmlformats.org/officeDocument/2006/relationships/tags" Target="../tags/tag503.xml"/><Relationship Id="rId121" Type="http://schemas.openxmlformats.org/officeDocument/2006/relationships/image" Target="../media/image29.emf"/><Relationship Id="rId3" Type="http://schemas.openxmlformats.org/officeDocument/2006/relationships/tags" Target="../tags/tag408.xml"/><Relationship Id="rId25" Type="http://schemas.openxmlformats.org/officeDocument/2006/relationships/tags" Target="../tags/tag430.xml"/><Relationship Id="rId46" Type="http://schemas.openxmlformats.org/officeDocument/2006/relationships/tags" Target="../tags/tag451.xml"/><Relationship Id="rId67" Type="http://schemas.openxmlformats.org/officeDocument/2006/relationships/tags" Target="../tags/tag472.xml"/><Relationship Id="rId116" Type="http://schemas.openxmlformats.org/officeDocument/2006/relationships/tags" Target="../tags/tag521.xml"/><Relationship Id="rId20" Type="http://schemas.openxmlformats.org/officeDocument/2006/relationships/tags" Target="../tags/tag425.xml"/><Relationship Id="rId41" Type="http://schemas.openxmlformats.org/officeDocument/2006/relationships/tags" Target="../tags/tag446.xml"/><Relationship Id="rId62" Type="http://schemas.openxmlformats.org/officeDocument/2006/relationships/tags" Target="../tags/tag467.xml"/><Relationship Id="rId83" Type="http://schemas.openxmlformats.org/officeDocument/2006/relationships/tags" Target="../tags/tag488.xml"/><Relationship Id="rId88" Type="http://schemas.openxmlformats.org/officeDocument/2006/relationships/tags" Target="../tags/tag493.xml"/><Relationship Id="rId111" Type="http://schemas.openxmlformats.org/officeDocument/2006/relationships/tags" Target="../tags/tag516.xml"/><Relationship Id="rId15" Type="http://schemas.openxmlformats.org/officeDocument/2006/relationships/tags" Target="../tags/tag420.xml"/><Relationship Id="rId36" Type="http://schemas.openxmlformats.org/officeDocument/2006/relationships/tags" Target="../tags/tag441.xml"/><Relationship Id="rId57" Type="http://schemas.openxmlformats.org/officeDocument/2006/relationships/tags" Target="../tags/tag462.xml"/><Relationship Id="rId106" Type="http://schemas.openxmlformats.org/officeDocument/2006/relationships/tags" Target="../tags/tag511.xml"/><Relationship Id="rId127" Type="http://schemas.openxmlformats.org/officeDocument/2006/relationships/chart" Target="../charts/chart26.xml"/><Relationship Id="rId10" Type="http://schemas.openxmlformats.org/officeDocument/2006/relationships/tags" Target="../tags/tag415.xml"/><Relationship Id="rId31" Type="http://schemas.openxmlformats.org/officeDocument/2006/relationships/tags" Target="../tags/tag436.xml"/><Relationship Id="rId52" Type="http://schemas.openxmlformats.org/officeDocument/2006/relationships/tags" Target="../tags/tag457.xml"/><Relationship Id="rId73" Type="http://schemas.openxmlformats.org/officeDocument/2006/relationships/tags" Target="../tags/tag478.xml"/><Relationship Id="rId78" Type="http://schemas.openxmlformats.org/officeDocument/2006/relationships/tags" Target="../tags/tag483.xml"/><Relationship Id="rId94" Type="http://schemas.openxmlformats.org/officeDocument/2006/relationships/tags" Target="../tags/tag499.xml"/><Relationship Id="rId99" Type="http://schemas.openxmlformats.org/officeDocument/2006/relationships/tags" Target="../tags/tag504.xml"/><Relationship Id="rId101" Type="http://schemas.openxmlformats.org/officeDocument/2006/relationships/tags" Target="../tags/tag506.xml"/><Relationship Id="rId122" Type="http://schemas.openxmlformats.org/officeDocument/2006/relationships/chart" Target="../charts/chart21.xml"/><Relationship Id="rId4" Type="http://schemas.openxmlformats.org/officeDocument/2006/relationships/tags" Target="../tags/tag409.xml"/><Relationship Id="rId9" Type="http://schemas.openxmlformats.org/officeDocument/2006/relationships/tags" Target="../tags/tag414.xml"/><Relationship Id="rId26" Type="http://schemas.openxmlformats.org/officeDocument/2006/relationships/tags" Target="../tags/tag431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tags" Target="../tags/tag639.xml"/><Relationship Id="rId21" Type="http://schemas.openxmlformats.org/officeDocument/2006/relationships/tags" Target="../tags/tag543.xml"/><Relationship Id="rId42" Type="http://schemas.openxmlformats.org/officeDocument/2006/relationships/tags" Target="../tags/tag564.xml"/><Relationship Id="rId47" Type="http://schemas.openxmlformats.org/officeDocument/2006/relationships/tags" Target="../tags/tag569.xml"/><Relationship Id="rId63" Type="http://schemas.openxmlformats.org/officeDocument/2006/relationships/tags" Target="../tags/tag585.xml"/><Relationship Id="rId68" Type="http://schemas.openxmlformats.org/officeDocument/2006/relationships/tags" Target="../tags/tag590.xml"/><Relationship Id="rId84" Type="http://schemas.openxmlformats.org/officeDocument/2006/relationships/tags" Target="../tags/tag606.xml"/><Relationship Id="rId89" Type="http://schemas.openxmlformats.org/officeDocument/2006/relationships/tags" Target="../tags/tag611.xml"/><Relationship Id="rId112" Type="http://schemas.openxmlformats.org/officeDocument/2006/relationships/tags" Target="../tags/tag634.xml"/><Relationship Id="rId16" Type="http://schemas.openxmlformats.org/officeDocument/2006/relationships/tags" Target="../tags/tag538.xml"/><Relationship Id="rId107" Type="http://schemas.openxmlformats.org/officeDocument/2006/relationships/tags" Target="../tags/tag629.xml"/><Relationship Id="rId11" Type="http://schemas.openxmlformats.org/officeDocument/2006/relationships/tags" Target="../tags/tag533.xml"/><Relationship Id="rId32" Type="http://schemas.openxmlformats.org/officeDocument/2006/relationships/tags" Target="../tags/tag554.xml"/><Relationship Id="rId37" Type="http://schemas.openxmlformats.org/officeDocument/2006/relationships/tags" Target="../tags/tag559.xml"/><Relationship Id="rId53" Type="http://schemas.openxmlformats.org/officeDocument/2006/relationships/tags" Target="../tags/tag575.xml"/><Relationship Id="rId58" Type="http://schemas.openxmlformats.org/officeDocument/2006/relationships/tags" Target="../tags/tag580.xml"/><Relationship Id="rId74" Type="http://schemas.openxmlformats.org/officeDocument/2006/relationships/tags" Target="../tags/tag596.xml"/><Relationship Id="rId79" Type="http://schemas.openxmlformats.org/officeDocument/2006/relationships/tags" Target="../tags/tag601.xml"/><Relationship Id="rId102" Type="http://schemas.openxmlformats.org/officeDocument/2006/relationships/tags" Target="../tags/tag624.xml"/><Relationship Id="rId123" Type="http://schemas.openxmlformats.org/officeDocument/2006/relationships/chart" Target="../charts/chart28.xml"/><Relationship Id="rId128" Type="http://schemas.openxmlformats.org/officeDocument/2006/relationships/image" Target="../media/image6.png"/><Relationship Id="rId5" Type="http://schemas.openxmlformats.org/officeDocument/2006/relationships/tags" Target="../tags/tag527.xml"/><Relationship Id="rId90" Type="http://schemas.openxmlformats.org/officeDocument/2006/relationships/tags" Target="../tags/tag612.xml"/><Relationship Id="rId95" Type="http://schemas.openxmlformats.org/officeDocument/2006/relationships/tags" Target="../tags/tag617.xml"/><Relationship Id="rId22" Type="http://schemas.openxmlformats.org/officeDocument/2006/relationships/tags" Target="../tags/tag544.xml"/><Relationship Id="rId27" Type="http://schemas.openxmlformats.org/officeDocument/2006/relationships/tags" Target="../tags/tag549.xml"/><Relationship Id="rId43" Type="http://schemas.openxmlformats.org/officeDocument/2006/relationships/tags" Target="../tags/tag565.xml"/><Relationship Id="rId48" Type="http://schemas.openxmlformats.org/officeDocument/2006/relationships/tags" Target="../tags/tag570.xml"/><Relationship Id="rId64" Type="http://schemas.openxmlformats.org/officeDocument/2006/relationships/tags" Target="../tags/tag586.xml"/><Relationship Id="rId69" Type="http://schemas.openxmlformats.org/officeDocument/2006/relationships/tags" Target="../tags/tag591.xml"/><Relationship Id="rId113" Type="http://schemas.openxmlformats.org/officeDocument/2006/relationships/tags" Target="../tags/tag635.xml"/><Relationship Id="rId118" Type="http://schemas.openxmlformats.org/officeDocument/2006/relationships/slideLayout" Target="../slideLayouts/slideLayout7.xml"/><Relationship Id="rId80" Type="http://schemas.openxmlformats.org/officeDocument/2006/relationships/tags" Target="../tags/tag602.xml"/><Relationship Id="rId85" Type="http://schemas.openxmlformats.org/officeDocument/2006/relationships/tags" Target="../tags/tag607.xml"/><Relationship Id="rId12" Type="http://schemas.openxmlformats.org/officeDocument/2006/relationships/tags" Target="../tags/tag534.xml"/><Relationship Id="rId17" Type="http://schemas.openxmlformats.org/officeDocument/2006/relationships/tags" Target="../tags/tag539.xml"/><Relationship Id="rId33" Type="http://schemas.openxmlformats.org/officeDocument/2006/relationships/tags" Target="../tags/tag555.xml"/><Relationship Id="rId38" Type="http://schemas.openxmlformats.org/officeDocument/2006/relationships/tags" Target="../tags/tag560.xml"/><Relationship Id="rId59" Type="http://schemas.openxmlformats.org/officeDocument/2006/relationships/tags" Target="../tags/tag581.xml"/><Relationship Id="rId103" Type="http://schemas.openxmlformats.org/officeDocument/2006/relationships/tags" Target="../tags/tag625.xml"/><Relationship Id="rId108" Type="http://schemas.openxmlformats.org/officeDocument/2006/relationships/tags" Target="../tags/tag630.xml"/><Relationship Id="rId124" Type="http://schemas.openxmlformats.org/officeDocument/2006/relationships/chart" Target="../charts/chart29.xml"/><Relationship Id="rId129" Type="http://schemas.openxmlformats.org/officeDocument/2006/relationships/image" Target="../media/image30.png"/><Relationship Id="rId54" Type="http://schemas.openxmlformats.org/officeDocument/2006/relationships/tags" Target="../tags/tag576.xml"/><Relationship Id="rId70" Type="http://schemas.openxmlformats.org/officeDocument/2006/relationships/tags" Target="../tags/tag592.xml"/><Relationship Id="rId75" Type="http://schemas.openxmlformats.org/officeDocument/2006/relationships/tags" Target="../tags/tag597.xml"/><Relationship Id="rId91" Type="http://schemas.openxmlformats.org/officeDocument/2006/relationships/tags" Target="../tags/tag613.xml"/><Relationship Id="rId96" Type="http://schemas.openxmlformats.org/officeDocument/2006/relationships/tags" Target="../tags/tag618.xml"/><Relationship Id="rId1" Type="http://schemas.openxmlformats.org/officeDocument/2006/relationships/tags" Target="../tags/tag523.xml"/><Relationship Id="rId6" Type="http://schemas.openxmlformats.org/officeDocument/2006/relationships/tags" Target="../tags/tag528.xml"/><Relationship Id="rId23" Type="http://schemas.openxmlformats.org/officeDocument/2006/relationships/tags" Target="../tags/tag545.xml"/><Relationship Id="rId28" Type="http://schemas.openxmlformats.org/officeDocument/2006/relationships/tags" Target="../tags/tag550.xml"/><Relationship Id="rId49" Type="http://schemas.openxmlformats.org/officeDocument/2006/relationships/tags" Target="../tags/tag571.xml"/><Relationship Id="rId114" Type="http://schemas.openxmlformats.org/officeDocument/2006/relationships/tags" Target="../tags/tag636.xml"/><Relationship Id="rId119" Type="http://schemas.openxmlformats.org/officeDocument/2006/relationships/notesSlide" Target="../notesSlides/notesSlide12.xml"/><Relationship Id="rId44" Type="http://schemas.openxmlformats.org/officeDocument/2006/relationships/tags" Target="../tags/tag566.xml"/><Relationship Id="rId60" Type="http://schemas.openxmlformats.org/officeDocument/2006/relationships/tags" Target="../tags/tag582.xml"/><Relationship Id="rId65" Type="http://schemas.openxmlformats.org/officeDocument/2006/relationships/tags" Target="../tags/tag587.xml"/><Relationship Id="rId81" Type="http://schemas.openxmlformats.org/officeDocument/2006/relationships/tags" Target="../tags/tag603.xml"/><Relationship Id="rId86" Type="http://schemas.openxmlformats.org/officeDocument/2006/relationships/tags" Target="../tags/tag608.xml"/><Relationship Id="rId130" Type="http://schemas.openxmlformats.org/officeDocument/2006/relationships/slide" Target="slide10.xml"/><Relationship Id="rId13" Type="http://schemas.openxmlformats.org/officeDocument/2006/relationships/tags" Target="../tags/tag535.xml"/><Relationship Id="rId18" Type="http://schemas.openxmlformats.org/officeDocument/2006/relationships/tags" Target="../tags/tag540.xml"/><Relationship Id="rId39" Type="http://schemas.openxmlformats.org/officeDocument/2006/relationships/tags" Target="../tags/tag561.xml"/><Relationship Id="rId109" Type="http://schemas.openxmlformats.org/officeDocument/2006/relationships/tags" Target="../tags/tag631.xml"/><Relationship Id="rId34" Type="http://schemas.openxmlformats.org/officeDocument/2006/relationships/tags" Target="../tags/tag556.xml"/><Relationship Id="rId50" Type="http://schemas.openxmlformats.org/officeDocument/2006/relationships/tags" Target="../tags/tag572.xml"/><Relationship Id="rId55" Type="http://schemas.openxmlformats.org/officeDocument/2006/relationships/tags" Target="../tags/tag577.xml"/><Relationship Id="rId76" Type="http://schemas.openxmlformats.org/officeDocument/2006/relationships/tags" Target="../tags/tag598.xml"/><Relationship Id="rId97" Type="http://schemas.openxmlformats.org/officeDocument/2006/relationships/tags" Target="../tags/tag619.xml"/><Relationship Id="rId104" Type="http://schemas.openxmlformats.org/officeDocument/2006/relationships/tags" Target="../tags/tag626.xml"/><Relationship Id="rId120" Type="http://schemas.openxmlformats.org/officeDocument/2006/relationships/oleObject" Target="../embeddings/oleObject11.bin"/><Relationship Id="rId125" Type="http://schemas.openxmlformats.org/officeDocument/2006/relationships/chart" Target="../charts/chart30.xml"/><Relationship Id="rId7" Type="http://schemas.openxmlformats.org/officeDocument/2006/relationships/tags" Target="../tags/tag529.xml"/><Relationship Id="rId71" Type="http://schemas.openxmlformats.org/officeDocument/2006/relationships/tags" Target="../tags/tag593.xml"/><Relationship Id="rId92" Type="http://schemas.openxmlformats.org/officeDocument/2006/relationships/tags" Target="../tags/tag614.xml"/><Relationship Id="rId2" Type="http://schemas.openxmlformats.org/officeDocument/2006/relationships/tags" Target="../tags/tag524.xml"/><Relationship Id="rId29" Type="http://schemas.openxmlformats.org/officeDocument/2006/relationships/tags" Target="../tags/tag551.xml"/><Relationship Id="rId24" Type="http://schemas.openxmlformats.org/officeDocument/2006/relationships/tags" Target="../tags/tag546.xml"/><Relationship Id="rId40" Type="http://schemas.openxmlformats.org/officeDocument/2006/relationships/tags" Target="../tags/tag562.xml"/><Relationship Id="rId45" Type="http://schemas.openxmlformats.org/officeDocument/2006/relationships/tags" Target="../tags/tag567.xml"/><Relationship Id="rId66" Type="http://schemas.openxmlformats.org/officeDocument/2006/relationships/tags" Target="../tags/tag588.xml"/><Relationship Id="rId87" Type="http://schemas.openxmlformats.org/officeDocument/2006/relationships/tags" Target="../tags/tag609.xml"/><Relationship Id="rId110" Type="http://schemas.openxmlformats.org/officeDocument/2006/relationships/tags" Target="../tags/tag632.xml"/><Relationship Id="rId115" Type="http://schemas.openxmlformats.org/officeDocument/2006/relationships/tags" Target="../tags/tag637.xml"/><Relationship Id="rId131" Type="http://schemas.openxmlformats.org/officeDocument/2006/relationships/image" Target="../media/image12.png"/><Relationship Id="rId61" Type="http://schemas.openxmlformats.org/officeDocument/2006/relationships/tags" Target="../tags/tag583.xml"/><Relationship Id="rId82" Type="http://schemas.openxmlformats.org/officeDocument/2006/relationships/tags" Target="../tags/tag604.xml"/><Relationship Id="rId19" Type="http://schemas.openxmlformats.org/officeDocument/2006/relationships/tags" Target="../tags/tag541.xml"/><Relationship Id="rId14" Type="http://schemas.openxmlformats.org/officeDocument/2006/relationships/tags" Target="../tags/tag536.xml"/><Relationship Id="rId30" Type="http://schemas.openxmlformats.org/officeDocument/2006/relationships/tags" Target="../tags/tag552.xml"/><Relationship Id="rId35" Type="http://schemas.openxmlformats.org/officeDocument/2006/relationships/tags" Target="../tags/tag557.xml"/><Relationship Id="rId56" Type="http://schemas.openxmlformats.org/officeDocument/2006/relationships/tags" Target="../tags/tag578.xml"/><Relationship Id="rId77" Type="http://schemas.openxmlformats.org/officeDocument/2006/relationships/tags" Target="../tags/tag599.xml"/><Relationship Id="rId100" Type="http://schemas.openxmlformats.org/officeDocument/2006/relationships/tags" Target="../tags/tag622.xml"/><Relationship Id="rId105" Type="http://schemas.openxmlformats.org/officeDocument/2006/relationships/tags" Target="../tags/tag627.xml"/><Relationship Id="rId126" Type="http://schemas.openxmlformats.org/officeDocument/2006/relationships/chart" Target="../charts/chart31.xml"/><Relationship Id="rId8" Type="http://schemas.openxmlformats.org/officeDocument/2006/relationships/tags" Target="../tags/tag530.xml"/><Relationship Id="rId51" Type="http://schemas.openxmlformats.org/officeDocument/2006/relationships/tags" Target="../tags/tag573.xml"/><Relationship Id="rId72" Type="http://schemas.openxmlformats.org/officeDocument/2006/relationships/tags" Target="../tags/tag594.xml"/><Relationship Id="rId93" Type="http://schemas.openxmlformats.org/officeDocument/2006/relationships/tags" Target="../tags/tag615.xml"/><Relationship Id="rId98" Type="http://schemas.openxmlformats.org/officeDocument/2006/relationships/tags" Target="../tags/tag620.xml"/><Relationship Id="rId121" Type="http://schemas.openxmlformats.org/officeDocument/2006/relationships/image" Target="../media/image29.emf"/><Relationship Id="rId3" Type="http://schemas.openxmlformats.org/officeDocument/2006/relationships/tags" Target="../tags/tag525.xml"/><Relationship Id="rId25" Type="http://schemas.openxmlformats.org/officeDocument/2006/relationships/tags" Target="../tags/tag547.xml"/><Relationship Id="rId46" Type="http://schemas.openxmlformats.org/officeDocument/2006/relationships/tags" Target="../tags/tag568.xml"/><Relationship Id="rId67" Type="http://schemas.openxmlformats.org/officeDocument/2006/relationships/tags" Target="../tags/tag589.xml"/><Relationship Id="rId116" Type="http://schemas.openxmlformats.org/officeDocument/2006/relationships/tags" Target="../tags/tag638.xml"/><Relationship Id="rId20" Type="http://schemas.openxmlformats.org/officeDocument/2006/relationships/tags" Target="../tags/tag542.xml"/><Relationship Id="rId41" Type="http://schemas.openxmlformats.org/officeDocument/2006/relationships/tags" Target="../tags/tag563.xml"/><Relationship Id="rId62" Type="http://schemas.openxmlformats.org/officeDocument/2006/relationships/tags" Target="../tags/tag584.xml"/><Relationship Id="rId83" Type="http://schemas.openxmlformats.org/officeDocument/2006/relationships/tags" Target="../tags/tag605.xml"/><Relationship Id="rId88" Type="http://schemas.openxmlformats.org/officeDocument/2006/relationships/tags" Target="../tags/tag610.xml"/><Relationship Id="rId111" Type="http://schemas.openxmlformats.org/officeDocument/2006/relationships/tags" Target="../tags/tag633.xml"/><Relationship Id="rId15" Type="http://schemas.openxmlformats.org/officeDocument/2006/relationships/tags" Target="../tags/tag537.xml"/><Relationship Id="rId36" Type="http://schemas.openxmlformats.org/officeDocument/2006/relationships/tags" Target="../tags/tag558.xml"/><Relationship Id="rId57" Type="http://schemas.openxmlformats.org/officeDocument/2006/relationships/tags" Target="../tags/tag579.xml"/><Relationship Id="rId106" Type="http://schemas.openxmlformats.org/officeDocument/2006/relationships/tags" Target="../tags/tag628.xml"/><Relationship Id="rId127" Type="http://schemas.openxmlformats.org/officeDocument/2006/relationships/chart" Target="../charts/chart32.xml"/><Relationship Id="rId10" Type="http://schemas.openxmlformats.org/officeDocument/2006/relationships/tags" Target="../tags/tag532.xml"/><Relationship Id="rId31" Type="http://schemas.openxmlformats.org/officeDocument/2006/relationships/tags" Target="../tags/tag553.xml"/><Relationship Id="rId52" Type="http://schemas.openxmlformats.org/officeDocument/2006/relationships/tags" Target="../tags/tag574.xml"/><Relationship Id="rId73" Type="http://schemas.openxmlformats.org/officeDocument/2006/relationships/tags" Target="../tags/tag595.xml"/><Relationship Id="rId78" Type="http://schemas.openxmlformats.org/officeDocument/2006/relationships/tags" Target="../tags/tag600.xml"/><Relationship Id="rId94" Type="http://schemas.openxmlformats.org/officeDocument/2006/relationships/tags" Target="../tags/tag616.xml"/><Relationship Id="rId99" Type="http://schemas.openxmlformats.org/officeDocument/2006/relationships/tags" Target="../tags/tag621.xml"/><Relationship Id="rId101" Type="http://schemas.openxmlformats.org/officeDocument/2006/relationships/tags" Target="../tags/tag623.xml"/><Relationship Id="rId122" Type="http://schemas.openxmlformats.org/officeDocument/2006/relationships/chart" Target="../charts/chart27.xml"/><Relationship Id="rId4" Type="http://schemas.openxmlformats.org/officeDocument/2006/relationships/tags" Target="../tags/tag526.xml"/><Relationship Id="rId9" Type="http://schemas.openxmlformats.org/officeDocument/2006/relationships/tags" Target="../tags/tag531.xml"/><Relationship Id="rId26" Type="http://schemas.openxmlformats.org/officeDocument/2006/relationships/tags" Target="../tags/tag548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tags" Target="../tags/tag756.xml"/><Relationship Id="rId21" Type="http://schemas.openxmlformats.org/officeDocument/2006/relationships/tags" Target="../tags/tag660.xml"/><Relationship Id="rId42" Type="http://schemas.openxmlformats.org/officeDocument/2006/relationships/tags" Target="../tags/tag681.xml"/><Relationship Id="rId47" Type="http://schemas.openxmlformats.org/officeDocument/2006/relationships/tags" Target="../tags/tag686.xml"/><Relationship Id="rId63" Type="http://schemas.openxmlformats.org/officeDocument/2006/relationships/tags" Target="../tags/tag702.xml"/><Relationship Id="rId68" Type="http://schemas.openxmlformats.org/officeDocument/2006/relationships/tags" Target="../tags/tag707.xml"/><Relationship Id="rId84" Type="http://schemas.openxmlformats.org/officeDocument/2006/relationships/tags" Target="../tags/tag723.xml"/><Relationship Id="rId89" Type="http://schemas.openxmlformats.org/officeDocument/2006/relationships/tags" Target="../tags/tag728.xml"/><Relationship Id="rId112" Type="http://schemas.openxmlformats.org/officeDocument/2006/relationships/tags" Target="../tags/tag751.xml"/><Relationship Id="rId16" Type="http://schemas.openxmlformats.org/officeDocument/2006/relationships/tags" Target="../tags/tag655.xml"/><Relationship Id="rId107" Type="http://schemas.openxmlformats.org/officeDocument/2006/relationships/tags" Target="../tags/tag746.xml"/><Relationship Id="rId11" Type="http://schemas.openxmlformats.org/officeDocument/2006/relationships/tags" Target="../tags/tag650.xml"/><Relationship Id="rId32" Type="http://schemas.openxmlformats.org/officeDocument/2006/relationships/tags" Target="../tags/tag671.xml"/><Relationship Id="rId37" Type="http://schemas.openxmlformats.org/officeDocument/2006/relationships/tags" Target="../tags/tag676.xml"/><Relationship Id="rId53" Type="http://schemas.openxmlformats.org/officeDocument/2006/relationships/tags" Target="../tags/tag692.xml"/><Relationship Id="rId58" Type="http://schemas.openxmlformats.org/officeDocument/2006/relationships/tags" Target="../tags/tag697.xml"/><Relationship Id="rId74" Type="http://schemas.openxmlformats.org/officeDocument/2006/relationships/tags" Target="../tags/tag713.xml"/><Relationship Id="rId79" Type="http://schemas.openxmlformats.org/officeDocument/2006/relationships/tags" Target="../tags/tag718.xml"/><Relationship Id="rId102" Type="http://schemas.openxmlformats.org/officeDocument/2006/relationships/tags" Target="../tags/tag741.xml"/><Relationship Id="rId123" Type="http://schemas.openxmlformats.org/officeDocument/2006/relationships/chart" Target="../charts/chart34.xml"/><Relationship Id="rId128" Type="http://schemas.openxmlformats.org/officeDocument/2006/relationships/image" Target="../media/image6.png"/><Relationship Id="rId5" Type="http://schemas.openxmlformats.org/officeDocument/2006/relationships/tags" Target="../tags/tag644.xml"/><Relationship Id="rId90" Type="http://schemas.openxmlformats.org/officeDocument/2006/relationships/tags" Target="../tags/tag729.xml"/><Relationship Id="rId95" Type="http://schemas.openxmlformats.org/officeDocument/2006/relationships/tags" Target="../tags/tag734.xml"/><Relationship Id="rId22" Type="http://schemas.openxmlformats.org/officeDocument/2006/relationships/tags" Target="../tags/tag661.xml"/><Relationship Id="rId27" Type="http://schemas.openxmlformats.org/officeDocument/2006/relationships/tags" Target="../tags/tag666.xml"/><Relationship Id="rId43" Type="http://schemas.openxmlformats.org/officeDocument/2006/relationships/tags" Target="../tags/tag682.xml"/><Relationship Id="rId48" Type="http://schemas.openxmlformats.org/officeDocument/2006/relationships/tags" Target="../tags/tag687.xml"/><Relationship Id="rId64" Type="http://schemas.openxmlformats.org/officeDocument/2006/relationships/tags" Target="../tags/tag703.xml"/><Relationship Id="rId69" Type="http://schemas.openxmlformats.org/officeDocument/2006/relationships/tags" Target="../tags/tag708.xml"/><Relationship Id="rId113" Type="http://schemas.openxmlformats.org/officeDocument/2006/relationships/tags" Target="../tags/tag752.xml"/><Relationship Id="rId118" Type="http://schemas.openxmlformats.org/officeDocument/2006/relationships/slideLayout" Target="../slideLayouts/slideLayout7.xml"/><Relationship Id="rId80" Type="http://schemas.openxmlformats.org/officeDocument/2006/relationships/tags" Target="../tags/tag719.xml"/><Relationship Id="rId85" Type="http://schemas.openxmlformats.org/officeDocument/2006/relationships/tags" Target="../tags/tag724.xml"/><Relationship Id="rId12" Type="http://schemas.openxmlformats.org/officeDocument/2006/relationships/tags" Target="../tags/tag651.xml"/><Relationship Id="rId17" Type="http://schemas.openxmlformats.org/officeDocument/2006/relationships/tags" Target="../tags/tag656.xml"/><Relationship Id="rId33" Type="http://schemas.openxmlformats.org/officeDocument/2006/relationships/tags" Target="../tags/tag672.xml"/><Relationship Id="rId38" Type="http://schemas.openxmlformats.org/officeDocument/2006/relationships/tags" Target="../tags/tag677.xml"/><Relationship Id="rId59" Type="http://schemas.openxmlformats.org/officeDocument/2006/relationships/tags" Target="../tags/tag698.xml"/><Relationship Id="rId103" Type="http://schemas.openxmlformats.org/officeDocument/2006/relationships/tags" Target="../tags/tag742.xml"/><Relationship Id="rId108" Type="http://schemas.openxmlformats.org/officeDocument/2006/relationships/tags" Target="../tags/tag747.xml"/><Relationship Id="rId124" Type="http://schemas.openxmlformats.org/officeDocument/2006/relationships/chart" Target="../charts/chart35.xml"/><Relationship Id="rId129" Type="http://schemas.openxmlformats.org/officeDocument/2006/relationships/image" Target="../media/image30.png"/><Relationship Id="rId54" Type="http://schemas.openxmlformats.org/officeDocument/2006/relationships/tags" Target="../tags/tag693.xml"/><Relationship Id="rId70" Type="http://schemas.openxmlformats.org/officeDocument/2006/relationships/tags" Target="../tags/tag709.xml"/><Relationship Id="rId75" Type="http://schemas.openxmlformats.org/officeDocument/2006/relationships/tags" Target="../tags/tag714.xml"/><Relationship Id="rId91" Type="http://schemas.openxmlformats.org/officeDocument/2006/relationships/tags" Target="../tags/tag730.xml"/><Relationship Id="rId96" Type="http://schemas.openxmlformats.org/officeDocument/2006/relationships/tags" Target="../tags/tag735.xml"/><Relationship Id="rId1" Type="http://schemas.openxmlformats.org/officeDocument/2006/relationships/tags" Target="../tags/tag640.xml"/><Relationship Id="rId6" Type="http://schemas.openxmlformats.org/officeDocument/2006/relationships/tags" Target="../tags/tag645.xml"/><Relationship Id="rId23" Type="http://schemas.openxmlformats.org/officeDocument/2006/relationships/tags" Target="../tags/tag662.xml"/><Relationship Id="rId28" Type="http://schemas.openxmlformats.org/officeDocument/2006/relationships/tags" Target="../tags/tag667.xml"/><Relationship Id="rId49" Type="http://schemas.openxmlformats.org/officeDocument/2006/relationships/tags" Target="../tags/tag688.xml"/><Relationship Id="rId114" Type="http://schemas.openxmlformats.org/officeDocument/2006/relationships/tags" Target="../tags/tag753.xml"/><Relationship Id="rId119" Type="http://schemas.openxmlformats.org/officeDocument/2006/relationships/notesSlide" Target="../notesSlides/notesSlide13.xml"/><Relationship Id="rId44" Type="http://schemas.openxmlformats.org/officeDocument/2006/relationships/tags" Target="../tags/tag683.xml"/><Relationship Id="rId60" Type="http://schemas.openxmlformats.org/officeDocument/2006/relationships/tags" Target="../tags/tag699.xml"/><Relationship Id="rId65" Type="http://schemas.openxmlformats.org/officeDocument/2006/relationships/tags" Target="../tags/tag704.xml"/><Relationship Id="rId81" Type="http://schemas.openxmlformats.org/officeDocument/2006/relationships/tags" Target="../tags/tag720.xml"/><Relationship Id="rId86" Type="http://schemas.openxmlformats.org/officeDocument/2006/relationships/tags" Target="../tags/tag725.xml"/><Relationship Id="rId130" Type="http://schemas.openxmlformats.org/officeDocument/2006/relationships/slide" Target="slide10.xml"/><Relationship Id="rId13" Type="http://schemas.openxmlformats.org/officeDocument/2006/relationships/tags" Target="../tags/tag652.xml"/><Relationship Id="rId18" Type="http://schemas.openxmlformats.org/officeDocument/2006/relationships/tags" Target="../tags/tag657.xml"/><Relationship Id="rId39" Type="http://schemas.openxmlformats.org/officeDocument/2006/relationships/tags" Target="../tags/tag678.xml"/><Relationship Id="rId109" Type="http://schemas.openxmlformats.org/officeDocument/2006/relationships/tags" Target="../tags/tag748.xml"/><Relationship Id="rId34" Type="http://schemas.openxmlformats.org/officeDocument/2006/relationships/tags" Target="../tags/tag673.xml"/><Relationship Id="rId50" Type="http://schemas.openxmlformats.org/officeDocument/2006/relationships/tags" Target="../tags/tag689.xml"/><Relationship Id="rId55" Type="http://schemas.openxmlformats.org/officeDocument/2006/relationships/tags" Target="../tags/tag694.xml"/><Relationship Id="rId76" Type="http://schemas.openxmlformats.org/officeDocument/2006/relationships/tags" Target="../tags/tag715.xml"/><Relationship Id="rId97" Type="http://schemas.openxmlformats.org/officeDocument/2006/relationships/tags" Target="../tags/tag736.xml"/><Relationship Id="rId104" Type="http://schemas.openxmlformats.org/officeDocument/2006/relationships/tags" Target="../tags/tag743.xml"/><Relationship Id="rId120" Type="http://schemas.openxmlformats.org/officeDocument/2006/relationships/oleObject" Target="../embeddings/oleObject12.bin"/><Relationship Id="rId125" Type="http://schemas.openxmlformats.org/officeDocument/2006/relationships/chart" Target="../charts/chart36.xml"/><Relationship Id="rId7" Type="http://schemas.openxmlformats.org/officeDocument/2006/relationships/tags" Target="../tags/tag646.xml"/><Relationship Id="rId71" Type="http://schemas.openxmlformats.org/officeDocument/2006/relationships/tags" Target="../tags/tag710.xml"/><Relationship Id="rId92" Type="http://schemas.openxmlformats.org/officeDocument/2006/relationships/tags" Target="../tags/tag731.xml"/><Relationship Id="rId2" Type="http://schemas.openxmlformats.org/officeDocument/2006/relationships/tags" Target="../tags/tag641.xml"/><Relationship Id="rId29" Type="http://schemas.openxmlformats.org/officeDocument/2006/relationships/tags" Target="../tags/tag668.xml"/><Relationship Id="rId24" Type="http://schemas.openxmlformats.org/officeDocument/2006/relationships/tags" Target="../tags/tag663.xml"/><Relationship Id="rId40" Type="http://schemas.openxmlformats.org/officeDocument/2006/relationships/tags" Target="../tags/tag679.xml"/><Relationship Id="rId45" Type="http://schemas.openxmlformats.org/officeDocument/2006/relationships/tags" Target="../tags/tag684.xml"/><Relationship Id="rId66" Type="http://schemas.openxmlformats.org/officeDocument/2006/relationships/tags" Target="../tags/tag705.xml"/><Relationship Id="rId87" Type="http://schemas.openxmlformats.org/officeDocument/2006/relationships/tags" Target="../tags/tag726.xml"/><Relationship Id="rId110" Type="http://schemas.openxmlformats.org/officeDocument/2006/relationships/tags" Target="../tags/tag749.xml"/><Relationship Id="rId115" Type="http://schemas.openxmlformats.org/officeDocument/2006/relationships/tags" Target="../tags/tag754.xml"/><Relationship Id="rId131" Type="http://schemas.openxmlformats.org/officeDocument/2006/relationships/image" Target="../media/image16.png"/><Relationship Id="rId61" Type="http://schemas.openxmlformats.org/officeDocument/2006/relationships/tags" Target="../tags/tag700.xml"/><Relationship Id="rId82" Type="http://schemas.openxmlformats.org/officeDocument/2006/relationships/tags" Target="../tags/tag721.xml"/><Relationship Id="rId19" Type="http://schemas.openxmlformats.org/officeDocument/2006/relationships/tags" Target="../tags/tag658.xml"/><Relationship Id="rId14" Type="http://schemas.openxmlformats.org/officeDocument/2006/relationships/tags" Target="../tags/tag653.xml"/><Relationship Id="rId30" Type="http://schemas.openxmlformats.org/officeDocument/2006/relationships/tags" Target="../tags/tag669.xml"/><Relationship Id="rId35" Type="http://schemas.openxmlformats.org/officeDocument/2006/relationships/tags" Target="../tags/tag674.xml"/><Relationship Id="rId56" Type="http://schemas.openxmlformats.org/officeDocument/2006/relationships/tags" Target="../tags/tag695.xml"/><Relationship Id="rId77" Type="http://schemas.openxmlformats.org/officeDocument/2006/relationships/tags" Target="../tags/tag716.xml"/><Relationship Id="rId100" Type="http://schemas.openxmlformats.org/officeDocument/2006/relationships/tags" Target="../tags/tag739.xml"/><Relationship Id="rId105" Type="http://schemas.openxmlformats.org/officeDocument/2006/relationships/tags" Target="../tags/tag744.xml"/><Relationship Id="rId126" Type="http://schemas.openxmlformats.org/officeDocument/2006/relationships/chart" Target="../charts/chart37.xml"/><Relationship Id="rId8" Type="http://schemas.openxmlformats.org/officeDocument/2006/relationships/tags" Target="../tags/tag647.xml"/><Relationship Id="rId51" Type="http://schemas.openxmlformats.org/officeDocument/2006/relationships/tags" Target="../tags/tag690.xml"/><Relationship Id="rId72" Type="http://schemas.openxmlformats.org/officeDocument/2006/relationships/tags" Target="../tags/tag711.xml"/><Relationship Id="rId93" Type="http://schemas.openxmlformats.org/officeDocument/2006/relationships/tags" Target="../tags/tag732.xml"/><Relationship Id="rId98" Type="http://schemas.openxmlformats.org/officeDocument/2006/relationships/tags" Target="../tags/tag737.xml"/><Relationship Id="rId121" Type="http://schemas.openxmlformats.org/officeDocument/2006/relationships/image" Target="../media/image29.emf"/><Relationship Id="rId3" Type="http://schemas.openxmlformats.org/officeDocument/2006/relationships/tags" Target="../tags/tag642.xml"/><Relationship Id="rId25" Type="http://schemas.openxmlformats.org/officeDocument/2006/relationships/tags" Target="../tags/tag664.xml"/><Relationship Id="rId46" Type="http://schemas.openxmlformats.org/officeDocument/2006/relationships/tags" Target="../tags/tag685.xml"/><Relationship Id="rId67" Type="http://schemas.openxmlformats.org/officeDocument/2006/relationships/tags" Target="../tags/tag706.xml"/><Relationship Id="rId116" Type="http://schemas.openxmlformats.org/officeDocument/2006/relationships/tags" Target="../tags/tag755.xml"/><Relationship Id="rId20" Type="http://schemas.openxmlformats.org/officeDocument/2006/relationships/tags" Target="../tags/tag659.xml"/><Relationship Id="rId41" Type="http://schemas.openxmlformats.org/officeDocument/2006/relationships/tags" Target="../tags/tag680.xml"/><Relationship Id="rId62" Type="http://schemas.openxmlformats.org/officeDocument/2006/relationships/tags" Target="../tags/tag701.xml"/><Relationship Id="rId83" Type="http://schemas.openxmlformats.org/officeDocument/2006/relationships/tags" Target="../tags/tag722.xml"/><Relationship Id="rId88" Type="http://schemas.openxmlformats.org/officeDocument/2006/relationships/tags" Target="../tags/tag727.xml"/><Relationship Id="rId111" Type="http://schemas.openxmlformats.org/officeDocument/2006/relationships/tags" Target="../tags/tag750.xml"/><Relationship Id="rId15" Type="http://schemas.openxmlformats.org/officeDocument/2006/relationships/tags" Target="../tags/tag654.xml"/><Relationship Id="rId36" Type="http://schemas.openxmlformats.org/officeDocument/2006/relationships/tags" Target="../tags/tag675.xml"/><Relationship Id="rId57" Type="http://schemas.openxmlformats.org/officeDocument/2006/relationships/tags" Target="../tags/tag696.xml"/><Relationship Id="rId106" Type="http://schemas.openxmlformats.org/officeDocument/2006/relationships/tags" Target="../tags/tag745.xml"/><Relationship Id="rId127" Type="http://schemas.openxmlformats.org/officeDocument/2006/relationships/chart" Target="../charts/chart38.xml"/><Relationship Id="rId10" Type="http://schemas.openxmlformats.org/officeDocument/2006/relationships/tags" Target="../tags/tag649.xml"/><Relationship Id="rId31" Type="http://schemas.openxmlformats.org/officeDocument/2006/relationships/tags" Target="../tags/tag670.xml"/><Relationship Id="rId52" Type="http://schemas.openxmlformats.org/officeDocument/2006/relationships/tags" Target="../tags/tag691.xml"/><Relationship Id="rId73" Type="http://schemas.openxmlformats.org/officeDocument/2006/relationships/tags" Target="../tags/tag712.xml"/><Relationship Id="rId78" Type="http://schemas.openxmlformats.org/officeDocument/2006/relationships/tags" Target="../tags/tag717.xml"/><Relationship Id="rId94" Type="http://schemas.openxmlformats.org/officeDocument/2006/relationships/tags" Target="../tags/tag733.xml"/><Relationship Id="rId99" Type="http://schemas.openxmlformats.org/officeDocument/2006/relationships/tags" Target="../tags/tag738.xml"/><Relationship Id="rId101" Type="http://schemas.openxmlformats.org/officeDocument/2006/relationships/tags" Target="../tags/tag740.xml"/><Relationship Id="rId122" Type="http://schemas.openxmlformats.org/officeDocument/2006/relationships/chart" Target="../charts/chart33.xml"/><Relationship Id="rId4" Type="http://schemas.openxmlformats.org/officeDocument/2006/relationships/tags" Target="../tags/tag643.xml"/><Relationship Id="rId9" Type="http://schemas.openxmlformats.org/officeDocument/2006/relationships/tags" Target="../tags/tag648.xml"/><Relationship Id="rId26" Type="http://schemas.openxmlformats.org/officeDocument/2006/relationships/tags" Target="../tags/tag665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tags" Target="../tags/tag873.xml"/><Relationship Id="rId21" Type="http://schemas.openxmlformats.org/officeDocument/2006/relationships/tags" Target="../tags/tag777.xml"/><Relationship Id="rId42" Type="http://schemas.openxmlformats.org/officeDocument/2006/relationships/tags" Target="../tags/tag798.xml"/><Relationship Id="rId47" Type="http://schemas.openxmlformats.org/officeDocument/2006/relationships/tags" Target="../tags/tag803.xml"/><Relationship Id="rId63" Type="http://schemas.openxmlformats.org/officeDocument/2006/relationships/tags" Target="../tags/tag819.xml"/><Relationship Id="rId68" Type="http://schemas.openxmlformats.org/officeDocument/2006/relationships/tags" Target="../tags/tag824.xml"/><Relationship Id="rId84" Type="http://schemas.openxmlformats.org/officeDocument/2006/relationships/tags" Target="../tags/tag840.xml"/><Relationship Id="rId89" Type="http://schemas.openxmlformats.org/officeDocument/2006/relationships/tags" Target="../tags/tag845.xml"/><Relationship Id="rId112" Type="http://schemas.openxmlformats.org/officeDocument/2006/relationships/tags" Target="../tags/tag868.xml"/><Relationship Id="rId16" Type="http://schemas.openxmlformats.org/officeDocument/2006/relationships/tags" Target="../tags/tag772.xml"/><Relationship Id="rId107" Type="http://schemas.openxmlformats.org/officeDocument/2006/relationships/tags" Target="../tags/tag863.xml"/><Relationship Id="rId11" Type="http://schemas.openxmlformats.org/officeDocument/2006/relationships/tags" Target="../tags/tag767.xml"/><Relationship Id="rId32" Type="http://schemas.openxmlformats.org/officeDocument/2006/relationships/tags" Target="../tags/tag788.xml"/><Relationship Id="rId37" Type="http://schemas.openxmlformats.org/officeDocument/2006/relationships/tags" Target="../tags/tag793.xml"/><Relationship Id="rId53" Type="http://schemas.openxmlformats.org/officeDocument/2006/relationships/tags" Target="../tags/tag809.xml"/><Relationship Id="rId58" Type="http://schemas.openxmlformats.org/officeDocument/2006/relationships/tags" Target="../tags/tag814.xml"/><Relationship Id="rId74" Type="http://schemas.openxmlformats.org/officeDocument/2006/relationships/tags" Target="../tags/tag830.xml"/><Relationship Id="rId79" Type="http://schemas.openxmlformats.org/officeDocument/2006/relationships/tags" Target="../tags/tag835.xml"/><Relationship Id="rId102" Type="http://schemas.openxmlformats.org/officeDocument/2006/relationships/tags" Target="../tags/tag858.xml"/><Relationship Id="rId123" Type="http://schemas.openxmlformats.org/officeDocument/2006/relationships/chart" Target="../charts/chart40.xml"/><Relationship Id="rId128" Type="http://schemas.openxmlformats.org/officeDocument/2006/relationships/image" Target="../media/image6.png"/><Relationship Id="rId5" Type="http://schemas.openxmlformats.org/officeDocument/2006/relationships/tags" Target="../tags/tag761.xml"/><Relationship Id="rId90" Type="http://schemas.openxmlformats.org/officeDocument/2006/relationships/tags" Target="../tags/tag846.xml"/><Relationship Id="rId95" Type="http://schemas.openxmlformats.org/officeDocument/2006/relationships/tags" Target="../tags/tag851.xml"/><Relationship Id="rId22" Type="http://schemas.openxmlformats.org/officeDocument/2006/relationships/tags" Target="../tags/tag778.xml"/><Relationship Id="rId27" Type="http://schemas.openxmlformats.org/officeDocument/2006/relationships/tags" Target="../tags/tag783.xml"/><Relationship Id="rId43" Type="http://schemas.openxmlformats.org/officeDocument/2006/relationships/tags" Target="../tags/tag799.xml"/><Relationship Id="rId48" Type="http://schemas.openxmlformats.org/officeDocument/2006/relationships/tags" Target="../tags/tag804.xml"/><Relationship Id="rId64" Type="http://schemas.openxmlformats.org/officeDocument/2006/relationships/tags" Target="../tags/tag820.xml"/><Relationship Id="rId69" Type="http://schemas.openxmlformats.org/officeDocument/2006/relationships/tags" Target="../tags/tag825.xml"/><Relationship Id="rId113" Type="http://schemas.openxmlformats.org/officeDocument/2006/relationships/tags" Target="../tags/tag869.xml"/><Relationship Id="rId118" Type="http://schemas.openxmlformats.org/officeDocument/2006/relationships/slideLayout" Target="../slideLayouts/slideLayout7.xml"/><Relationship Id="rId80" Type="http://schemas.openxmlformats.org/officeDocument/2006/relationships/tags" Target="../tags/tag836.xml"/><Relationship Id="rId85" Type="http://schemas.openxmlformats.org/officeDocument/2006/relationships/tags" Target="../tags/tag841.xml"/><Relationship Id="rId12" Type="http://schemas.openxmlformats.org/officeDocument/2006/relationships/tags" Target="../tags/tag768.xml"/><Relationship Id="rId17" Type="http://schemas.openxmlformats.org/officeDocument/2006/relationships/tags" Target="../tags/tag773.xml"/><Relationship Id="rId33" Type="http://schemas.openxmlformats.org/officeDocument/2006/relationships/tags" Target="../tags/tag789.xml"/><Relationship Id="rId38" Type="http://schemas.openxmlformats.org/officeDocument/2006/relationships/tags" Target="../tags/tag794.xml"/><Relationship Id="rId59" Type="http://schemas.openxmlformats.org/officeDocument/2006/relationships/tags" Target="../tags/tag815.xml"/><Relationship Id="rId103" Type="http://schemas.openxmlformats.org/officeDocument/2006/relationships/tags" Target="../tags/tag859.xml"/><Relationship Id="rId108" Type="http://schemas.openxmlformats.org/officeDocument/2006/relationships/tags" Target="../tags/tag864.xml"/><Relationship Id="rId124" Type="http://schemas.openxmlformats.org/officeDocument/2006/relationships/chart" Target="../charts/chart41.xml"/><Relationship Id="rId129" Type="http://schemas.openxmlformats.org/officeDocument/2006/relationships/image" Target="../media/image30.png"/><Relationship Id="rId54" Type="http://schemas.openxmlformats.org/officeDocument/2006/relationships/tags" Target="../tags/tag810.xml"/><Relationship Id="rId70" Type="http://schemas.openxmlformats.org/officeDocument/2006/relationships/tags" Target="../tags/tag826.xml"/><Relationship Id="rId75" Type="http://schemas.openxmlformats.org/officeDocument/2006/relationships/tags" Target="../tags/tag831.xml"/><Relationship Id="rId91" Type="http://schemas.openxmlformats.org/officeDocument/2006/relationships/tags" Target="../tags/tag847.xml"/><Relationship Id="rId96" Type="http://schemas.openxmlformats.org/officeDocument/2006/relationships/tags" Target="../tags/tag852.xml"/><Relationship Id="rId1" Type="http://schemas.openxmlformats.org/officeDocument/2006/relationships/tags" Target="../tags/tag757.xml"/><Relationship Id="rId6" Type="http://schemas.openxmlformats.org/officeDocument/2006/relationships/tags" Target="../tags/tag762.xml"/><Relationship Id="rId23" Type="http://schemas.openxmlformats.org/officeDocument/2006/relationships/tags" Target="../tags/tag779.xml"/><Relationship Id="rId28" Type="http://schemas.openxmlformats.org/officeDocument/2006/relationships/tags" Target="../tags/tag784.xml"/><Relationship Id="rId49" Type="http://schemas.openxmlformats.org/officeDocument/2006/relationships/tags" Target="../tags/tag805.xml"/><Relationship Id="rId114" Type="http://schemas.openxmlformats.org/officeDocument/2006/relationships/tags" Target="../tags/tag870.xml"/><Relationship Id="rId119" Type="http://schemas.openxmlformats.org/officeDocument/2006/relationships/notesSlide" Target="../notesSlides/notesSlide14.xml"/><Relationship Id="rId44" Type="http://schemas.openxmlformats.org/officeDocument/2006/relationships/tags" Target="../tags/tag800.xml"/><Relationship Id="rId60" Type="http://schemas.openxmlformats.org/officeDocument/2006/relationships/tags" Target="../tags/tag816.xml"/><Relationship Id="rId65" Type="http://schemas.openxmlformats.org/officeDocument/2006/relationships/tags" Target="../tags/tag821.xml"/><Relationship Id="rId81" Type="http://schemas.openxmlformats.org/officeDocument/2006/relationships/tags" Target="../tags/tag837.xml"/><Relationship Id="rId86" Type="http://schemas.openxmlformats.org/officeDocument/2006/relationships/tags" Target="../tags/tag842.xml"/><Relationship Id="rId130" Type="http://schemas.openxmlformats.org/officeDocument/2006/relationships/slide" Target="slide10.xml"/><Relationship Id="rId13" Type="http://schemas.openxmlformats.org/officeDocument/2006/relationships/tags" Target="../tags/tag769.xml"/><Relationship Id="rId18" Type="http://schemas.openxmlformats.org/officeDocument/2006/relationships/tags" Target="../tags/tag774.xml"/><Relationship Id="rId39" Type="http://schemas.openxmlformats.org/officeDocument/2006/relationships/tags" Target="../tags/tag795.xml"/><Relationship Id="rId109" Type="http://schemas.openxmlformats.org/officeDocument/2006/relationships/tags" Target="../tags/tag865.xml"/><Relationship Id="rId34" Type="http://schemas.openxmlformats.org/officeDocument/2006/relationships/tags" Target="../tags/tag790.xml"/><Relationship Id="rId50" Type="http://schemas.openxmlformats.org/officeDocument/2006/relationships/tags" Target="../tags/tag806.xml"/><Relationship Id="rId55" Type="http://schemas.openxmlformats.org/officeDocument/2006/relationships/tags" Target="../tags/tag811.xml"/><Relationship Id="rId76" Type="http://schemas.openxmlformats.org/officeDocument/2006/relationships/tags" Target="../tags/tag832.xml"/><Relationship Id="rId97" Type="http://schemas.openxmlformats.org/officeDocument/2006/relationships/tags" Target="../tags/tag853.xml"/><Relationship Id="rId104" Type="http://schemas.openxmlformats.org/officeDocument/2006/relationships/tags" Target="../tags/tag860.xml"/><Relationship Id="rId120" Type="http://schemas.openxmlformats.org/officeDocument/2006/relationships/oleObject" Target="../embeddings/oleObject13.bin"/><Relationship Id="rId125" Type="http://schemas.openxmlformats.org/officeDocument/2006/relationships/chart" Target="../charts/chart42.xml"/><Relationship Id="rId7" Type="http://schemas.openxmlformats.org/officeDocument/2006/relationships/tags" Target="../tags/tag763.xml"/><Relationship Id="rId71" Type="http://schemas.openxmlformats.org/officeDocument/2006/relationships/tags" Target="../tags/tag827.xml"/><Relationship Id="rId92" Type="http://schemas.openxmlformats.org/officeDocument/2006/relationships/tags" Target="../tags/tag848.xml"/><Relationship Id="rId2" Type="http://schemas.openxmlformats.org/officeDocument/2006/relationships/tags" Target="../tags/tag758.xml"/><Relationship Id="rId29" Type="http://schemas.openxmlformats.org/officeDocument/2006/relationships/tags" Target="../tags/tag785.xml"/><Relationship Id="rId24" Type="http://schemas.openxmlformats.org/officeDocument/2006/relationships/tags" Target="../tags/tag780.xml"/><Relationship Id="rId40" Type="http://schemas.openxmlformats.org/officeDocument/2006/relationships/tags" Target="../tags/tag796.xml"/><Relationship Id="rId45" Type="http://schemas.openxmlformats.org/officeDocument/2006/relationships/tags" Target="../tags/tag801.xml"/><Relationship Id="rId66" Type="http://schemas.openxmlformats.org/officeDocument/2006/relationships/tags" Target="../tags/tag822.xml"/><Relationship Id="rId87" Type="http://schemas.openxmlformats.org/officeDocument/2006/relationships/tags" Target="../tags/tag843.xml"/><Relationship Id="rId110" Type="http://schemas.openxmlformats.org/officeDocument/2006/relationships/tags" Target="../tags/tag866.xml"/><Relationship Id="rId115" Type="http://schemas.openxmlformats.org/officeDocument/2006/relationships/tags" Target="../tags/tag871.xml"/><Relationship Id="rId131" Type="http://schemas.openxmlformats.org/officeDocument/2006/relationships/image" Target="../media/image19.png"/><Relationship Id="rId61" Type="http://schemas.openxmlformats.org/officeDocument/2006/relationships/tags" Target="../tags/tag817.xml"/><Relationship Id="rId82" Type="http://schemas.openxmlformats.org/officeDocument/2006/relationships/tags" Target="../tags/tag838.xml"/><Relationship Id="rId19" Type="http://schemas.openxmlformats.org/officeDocument/2006/relationships/tags" Target="../tags/tag775.xml"/><Relationship Id="rId14" Type="http://schemas.openxmlformats.org/officeDocument/2006/relationships/tags" Target="../tags/tag770.xml"/><Relationship Id="rId30" Type="http://schemas.openxmlformats.org/officeDocument/2006/relationships/tags" Target="../tags/tag786.xml"/><Relationship Id="rId35" Type="http://schemas.openxmlformats.org/officeDocument/2006/relationships/tags" Target="../tags/tag791.xml"/><Relationship Id="rId56" Type="http://schemas.openxmlformats.org/officeDocument/2006/relationships/tags" Target="../tags/tag812.xml"/><Relationship Id="rId77" Type="http://schemas.openxmlformats.org/officeDocument/2006/relationships/tags" Target="../tags/tag833.xml"/><Relationship Id="rId100" Type="http://schemas.openxmlformats.org/officeDocument/2006/relationships/tags" Target="../tags/tag856.xml"/><Relationship Id="rId105" Type="http://schemas.openxmlformats.org/officeDocument/2006/relationships/tags" Target="../tags/tag861.xml"/><Relationship Id="rId126" Type="http://schemas.openxmlformats.org/officeDocument/2006/relationships/chart" Target="../charts/chart43.xml"/><Relationship Id="rId8" Type="http://schemas.openxmlformats.org/officeDocument/2006/relationships/tags" Target="../tags/tag764.xml"/><Relationship Id="rId51" Type="http://schemas.openxmlformats.org/officeDocument/2006/relationships/tags" Target="../tags/tag807.xml"/><Relationship Id="rId72" Type="http://schemas.openxmlformats.org/officeDocument/2006/relationships/tags" Target="../tags/tag828.xml"/><Relationship Id="rId93" Type="http://schemas.openxmlformats.org/officeDocument/2006/relationships/tags" Target="../tags/tag849.xml"/><Relationship Id="rId98" Type="http://schemas.openxmlformats.org/officeDocument/2006/relationships/tags" Target="../tags/tag854.xml"/><Relationship Id="rId121" Type="http://schemas.openxmlformats.org/officeDocument/2006/relationships/image" Target="../media/image29.emf"/><Relationship Id="rId3" Type="http://schemas.openxmlformats.org/officeDocument/2006/relationships/tags" Target="../tags/tag759.xml"/><Relationship Id="rId25" Type="http://schemas.openxmlformats.org/officeDocument/2006/relationships/tags" Target="../tags/tag781.xml"/><Relationship Id="rId46" Type="http://schemas.openxmlformats.org/officeDocument/2006/relationships/tags" Target="../tags/tag802.xml"/><Relationship Id="rId67" Type="http://schemas.openxmlformats.org/officeDocument/2006/relationships/tags" Target="../tags/tag823.xml"/><Relationship Id="rId116" Type="http://schemas.openxmlformats.org/officeDocument/2006/relationships/tags" Target="../tags/tag872.xml"/><Relationship Id="rId20" Type="http://schemas.openxmlformats.org/officeDocument/2006/relationships/tags" Target="../tags/tag776.xml"/><Relationship Id="rId41" Type="http://schemas.openxmlformats.org/officeDocument/2006/relationships/tags" Target="../tags/tag797.xml"/><Relationship Id="rId62" Type="http://schemas.openxmlformats.org/officeDocument/2006/relationships/tags" Target="../tags/tag818.xml"/><Relationship Id="rId83" Type="http://schemas.openxmlformats.org/officeDocument/2006/relationships/tags" Target="../tags/tag839.xml"/><Relationship Id="rId88" Type="http://schemas.openxmlformats.org/officeDocument/2006/relationships/tags" Target="../tags/tag844.xml"/><Relationship Id="rId111" Type="http://schemas.openxmlformats.org/officeDocument/2006/relationships/tags" Target="../tags/tag867.xml"/><Relationship Id="rId15" Type="http://schemas.openxmlformats.org/officeDocument/2006/relationships/tags" Target="../tags/tag771.xml"/><Relationship Id="rId36" Type="http://schemas.openxmlformats.org/officeDocument/2006/relationships/tags" Target="../tags/tag792.xml"/><Relationship Id="rId57" Type="http://schemas.openxmlformats.org/officeDocument/2006/relationships/tags" Target="../tags/tag813.xml"/><Relationship Id="rId106" Type="http://schemas.openxmlformats.org/officeDocument/2006/relationships/tags" Target="../tags/tag862.xml"/><Relationship Id="rId127" Type="http://schemas.openxmlformats.org/officeDocument/2006/relationships/chart" Target="../charts/chart44.xml"/><Relationship Id="rId10" Type="http://schemas.openxmlformats.org/officeDocument/2006/relationships/tags" Target="../tags/tag766.xml"/><Relationship Id="rId31" Type="http://schemas.openxmlformats.org/officeDocument/2006/relationships/tags" Target="../tags/tag787.xml"/><Relationship Id="rId52" Type="http://schemas.openxmlformats.org/officeDocument/2006/relationships/tags" Target="../tags/tag808.xml"/><Relationship Id="rId73" Type="http://schemas.openxmlformats.org/officeDocument/2006/relationships/tags" Target="../tags/tag829.xml"/><Relationship Id="rId78" Type="http://schemas.openxmlformats.org/officeDocument/2006/relationships/tags" Target="../tags/tag834.xml"/><Relationship Id="rId94" Type="http://schemas.openxmlformats.org/officeDocument/2006/relationships/tags" Target="../tags/tag850.xml"/><Relationship Id="rId99" Type="http://schemas.openxmlformats.org/officeDocument/2006/relationships/tags" Target="../tags/tag855.xml"/><Relationship Id="rId101" Type="http://schemas.openxmlformats.org/officeDocument/2006/relationships/tags" Target="../tags/tag857.xml"/><Relationship Id="rId122" Type="http://schemas.openxmlformats.org/officeDocument/2006/relationships/chart" Target="../charts/chart39.xml"/><Relationship Id="rId4" Type="http://schemas.openxmlformats.org/officeDocument/2006/relationships/tags" Target="../tags/tag760.xml"/><Relationship Id="rId9" Type="http://schemas.openxmlformats.org/officeDocument/2006/relationships/tags" Target="../tags/tag765.xml"/><Relationship Id="rId26" Type="http://schemas.openxmlformats.org/officeDocument/2006/relationships/tags" Target="../tags/tag782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tags" Target="../tags/tag990.xml"/><Relationship Id="rId21" Type="http://schemas.openxmlformats.org/officeDocument/2006/relationships/tags" Target="../tags/tag894.xml"/><Relationship Id="rId42" Type="http://schemas.openxmlformats.org/officeDocument/2006/relationships/tags" Target="../tags/tag915.xml"/><Relationship Id="rId47" Type="http://schemas.openxmlformats.org/officeDocument/2006/relationships/tags" Target="../tags/tag920.xml"/><Relationship Id="rId63" Type="http://schemas.openxmlformats.org/officeDocument/2006/relationships/tags" Target="../tags/tag936.xml"/><Relationship Id="rId68" Type="http://schemas.openxmlformats.org/officeDocument/2006/relationships/tags" Target="../tags/tag941.xml"/><Relationship Id="rId84" Type="http://schemas.openxmlformats.org/officeDocument/2006/relationships/tags" Target="../tags/tag957.xml"/><Relationship Id="rId89" Type="http://schemas.openxmlformats.org/officeDocument/2006/relationships/tags" Target="../tags/tag962.xml"/><Relationship Id="rId112" Type="http://schemas.openxmlformats.org/officeDocument/2006/relationships/tags" Target="../tags/tag985.xml"/><Relationship Id="rId16" Type="http://schemas.openxmlformats.org/officeDocument/2006/relationships/tags" Target="../tags/tag889.xml"/><Relationship Id="rId107" Type="http://schemas.openxmlformats.org/officeDocument/2006/relationships/tags" Target="../tags/tag980.xml"/><Relationship Id="rId11" Type="http://schemas.openxmlformats.org/officeDocument/2006/relationships/tags" Target="../tags/tag884.xml"/><Relationship Id="rId32" Type="http://schemas.openxmlformats.org/officeDocument/2006/relationships/tags" Target="../tags/tag905.xml"/><Relationship Id="rId37" Type="http://schemas.openxmlformats.org/officeDocument/2006/relationships/tags" Target="../tags/tag910.xml"/><Relationship Id="rId53" Type="http://schemas.openxmlformats.org/officeDocument/2006/relationships/tags" Target="../tags/tag926.xml"/><Relationship Id="rId58" Type="http://schemas.openxmlformats.org/officeDocument/2006/relationships/tags" Target="../tags/tag931.xml"/><Relationship Id="rId74" Type="http://schemas.openxmlformats.org/officeDocument/2006/relationships/tags" Target="../tags/tag947.xml"/><Relationship Id="rId79" Type="http://schemas.openxmlformats.org/officeDocument/2006/relationships/tags" Target="../tags/tag952.xml"/><Relationship Id="rId102" Type="http://schemas.openxmlformats.org/officeDocument/2006/relationships/tags" Target="../tags/tag975.xml"/><Relationship Id="rId123" Type="http://schemas.openxmlformats.org/officeDocument/2006/relationships/chart" Target="../charts/chart46.xml"/><Relationship Id="rId128" Type="http://schemas.openxmlformats.org/officeDocument/2006/relationships/image" Target="../media/image6.png"/><Relationship Id="rId5" Type="http://schemas.openxmlformats.org/officeDocument/2006/relationships/tags" Target="../tags/tag878.xml"/><Relationship Id="rId90" Type="http://schemas.openxmlformats.org/officeDocument/2006/relationships/tags" Target="../tags/tag963.xml"/><Relationship Id="rId95" Type="http://schemas.openxmlformats.org/officeDocument/2006/relationships/tags" Target="../tags/tag968.xml"/><Relationship Id="rId22" Type="http://schemas.openxmlformats.org/officeDocument/2006/relationships/tags" Target="../tags/tag895.xml"/><Relationship Id="rId27" Type="http://schemas.openxmlformats.org/officeDocument/2006/relationships/tags" Target="../tags/tag900.xml"/><Relationship Id="rId43" Type="http://schemas.openxmlformats.org/officeDocument/2006/relationships/tags" Target="../tags/tag916.xml"/><Relationship Id="rId48" Type="http://schemas.openxmlformats.org/officeDocument/2006/relationships/tags" Target="../tags/tag921.xml"/><Relationship Id="rId64" Type="http://schemas.openxmlformats.org/officeDocument/2006/relationships/tags" Target="../tags/tag937.xml"/><Relationship Id="rId69" Type="http://schemas.openxmlformats.org/officeDocument/2006/relationships/tags" Target="../tags/tag942.xml"/><Relationship Id="rId113" Type="http://schemas.openxmlformats.org/officeDocument/2006/relationships/tags" Target="../tags/tag986.xml"/><Relationship Id="rId118" Type="http://schemas.openxmlformats.org/officeDocument/2006/relationships/slideLayout" Target="../slideLayouts/slideLayout7.xml"/><Relationship Id="rId80" Type="http://schemas.openxmlformats.org/officeDocument/2006/relationships/tags" Target="../tags/tag953.xml"/><Relationship Id="rId85" Type="http://schemas.openxmlformats.org/officeDocument/2006/relationships/tags" Target="../tags/tag958.xml"/><Relationship Id="rId12" Type="http://schemas.openxmlformats.org/officeDocument/2006/relationships/tags" Target="../tags/tag885.xml"/><Relationship Id="rId17" Type="http://schemas.openxmlformats.org/officeDocument/2006/relationships/tags" Target="../tags/tag890.xml"/><Relationship Id="rId33" Type="http://schemas.openxmlformats.org/officeDocument/2006/relationships/tags" Target="../tags/tag906.xml"/><Relationship Id="rId38" Type="http://schemas.openxmlformats.org/officeDocument/2006/relationships/tags" Target="../tags/tag911.xml"/><Relationship Id="rId59" Type="http://schemas.openxmlformats.org/officeDocument/2006/relationships/tags" Target="../tags/tag932.xml"/><Relationship Id="rId103" Type="http://schemas.openxmlformats.org/officeDocument/2006/relationships/tags" Target="../tags/tag976.xml"/><Relationship Id="rId108" Type="http://schemas.openxmlformats.org/officeDocument/2006/relationships/tags" Target="../tags/tag981.xml"/><Relationship Id="rId124" Type="http://schemas.openxmlformats.org/officeDocument/2006/relationships/chart" Target="../charts/chart47.xml"/><Relationship Id="rId129" Type="http://schemas.openxmlformats.org/officeDocument/2006/relationships/image" Target="../media/image30.png"/><Relationship Id="rId54" Type="http://schemas.openxmlformats.org/officeDocument/2006/relationships/tags" Target="../tags/tag927.xml"/><Relationship Id="rId70" Type="http://schemas.openxmlformats.org/officeDocument/2006/relationships/tags" Target="../tags/tag943.xml"/><Relationship Id="rId75" Type="http://schemas.openxmlformats.org/officeDocument/2006/relationships/tags" Target="../tags/tag948.xml"/><Relationship Id="rId91" Type="http://schemas.openxmlformats.org/officeDocument/2006/relationships/tags" Target="../tags/tag964.xml"/><Relationship Id="rId96" Type="http://schemas.openxmlformats.org/officeDocument/2006/relationships/tags" Target="../tags/tag969.xml"/><Relationship Id="rId1" Type="http://schemas.openxmlformats.org/officeDocument/2006/relationships/tags" Target="../tags/tag874.xml"/><Relationship Id="rId6" Type="http://schemas.openxmlformats.org/officeDocument/2006/relationships/tags" Target="../tags/tag879.xml"/><Relationship Id="rId23" Type="http://schemas.openxmlformats.org/officeDocument/2006/relationships/tags" Target="../tags/tag896.xml"/><Relationship Id="rId28" Type="http://schemas.openxmlformats.org/officeDocument/2006/relationships/tags" Target="../tags/tag901.xml"/><Relationship Id="rId49" Type="http://schemas.openxmlformats.org/officeDocument/2006/relationships/tags" Target="../tags/tag922.xml"/><Relationship Id="rId114" Type="http://schemas.openxmlformats.org/officeDocument/2006/relationships/tags" Target="../tags/tag987.xml"/><Relationship Id="rId119" Type="http://schemas.openxmlformats.org/officeDocument/2006/relationships/notesSlide" Target="../notesSlides/notesSlide15.xml"/><Relationship Id="rId44" Type="http://schemas.openxmlformats.org/officeDocument/2006/relationships/tags" Target="../tags/tag917.xml"/><Relationship Id="rId60" Type="http://schemas.openxmlformats.org/officeDocument/2006/relationships/tags" Target="../tags/tag933.xml"/><Relationship Id="rId65" Type="http://schemas.openxmlformats.org/officeDocument/2006/relationships/tags" Target="../tags/tag938.xml"/><Relationship Id="rId81" Type="http://schemas.openxmlformats.org/officeDocument/2006/relationships/tags" Target="../tags/tag954.xml"/><Relationship Id="rId86" Type="http://schemas.openxmlformats.org/officeDocument/2006/relationships/tags" Target="../tags/tag959.xml"/><Relationship Id="rId130" Type="http://schemas.openxmlformats.org/officeDocument/2006/relationships/slide" Target="slide10.xml"/><Relationship Id="rId13" Type="http://schemas.openxmlformats.org/officeDocument/2006/relationships/tags" Target="../tags/tag886.xml"/><Relationship Id="rId18" Type="http://schemas.openxmlformats.org/officeDocument/2006/relationships/tags" Target="../tags/tag891.xml"/><Relationship Id="rId39" Type="http://schemas.openxmlformats.org/officeDocument/2006/relationships/tags" Target="../tags/tag912.xml"/><Relationship Id="rId109" Type="http://schemas.openxmlformats.org/officeDocument/2006/relationships/tags" Target="../tags/tag982.xml"/><Relationship Id="rId34" Type="http://schemas.openxmlformats.org/officeDocument/2006/relationships/tags" Target="../tags/tag907.xml"/><Relationship Id="rId50" Type="http://schemas.openxmlformats.org/officeDocument/2006/relationships/tags" Target="../tags/tag923.xml"/><Relationship Id="rId55" Type="http://schemas.openxmlformats.org/officeDocument/2006/relationships/tags" Target="../tags/tag928.xml"/><Relationship Id="rId76" Type="http://schemas.openxmlformats.org/officeDocument/2006/relationships/tags" Target="../tags/tag949.xml"/><Relationship Id="rId97" Type="http://schemas.openxmlformats.org/officeDocument/2006/relationships/tags" Target="../tags/tag970.xml"/><Relationship Id="rId104" Type="http://schemas.openxmlformats.org/officeDocument/2006/relationships/tags" Target="../tags/tag977.xml"/><Relationship Id="rId120" Type="http://schemas.openxmlformats.org/officeDocument/2006/relationships/oleObject" Target="../embeddings/oleObject14.bin"/><Relationship Id="rId125" Type="http://schemas.openxmlformats.org/officeDocument/2006/relationships/chart" Target="../charts/chart48.xml"/><Relationship Id="rId7" Type="http://schemas.openxmlformats.org/officeDocument/2006/relationships/tags" Target="../tags/tag880.xml"/><Relationship Id="rId71" Type="http://schemas.openxmlformats.org/officeDocument/2006/relationships/tags" Target="../tags/tag944.xml"/><Relationship Id="rId92" Type="http://schemas.openxmlformats.org/officeDocument/2006/relationships/tags" Target="../tags/tag965.xml"/><Relationship Id="rId2" Type="http://schemas.openxmlformats.org/officeDocument/2006/relationships/tags" Target="../tags/tag875.xml"/><Relationship Id="rId29" Type="http://schemas.openxmlformats.org/officeDocument/2006/relationships/tags" Target="../tags/tag902.xml"/><Relationship Id="rId24" Type="http://schemas.openxmlformats.org/officeDocument/2006/relationships/tags" Target="../tags/tag897.xml"/><Relationship Id="rId40" Type="http://schemas.openxmlformats.org/officeDocument/2006/relationships/tags" Target="../tags/tag913.xml"/><Relationship Id="rId45" Type="http://schemas.openxmlformats.org/officeDocument/2006/relationships/tags" Target="../tags/tag918.xml"/><Relationship Id="rId66" Type="http://schemas.openxmlformats.org/officeDocument/2006/relationships/tags" Target="../tags/tag939.xml"/><Relationship Id="rId87" Type="http://schemas.openxmlformats.org/officeDocument/2006/relationships/tags" Target="../tags/tag960.xml"/><Relationship Id="rId110" Type="http://schemas.openxmlformats.org/officeDocument/2006/relationships/tags" Target="../tags/tag983.xml"/><Relationship Id="rId115" Type="http://schemas.openxmlformats.org/officeDocument/2006/relationships/tags" Target="../tags/tag988.xml"/><Relationship Id="rId131" Type="http://schemas.openxmlformats.org/officeDocument/2006/relationships/image" Target="../media/image17.png"/><Relationship Id="rId61" Type="http://schemas.openxmlformats.org/officeDocument/2006/relationships/tags" Target="../tags/tag934.xml"/><Relationship Id="rId82" Type="http://schemas.openxmlformats.org/officeDocument/2006/relationships/tags" Target="../tags/tag955.xml"/><Relationship Id="rId19" Type="http://schemas.openxmlformats.org/officeDocument/2006/relationships/tags" Target="../tags/tag892.xml"/><Relationship Id="rId14" Type="http://schemas.openxmlformats.org/officeDocument/2006/relationships/tags" Target="../tags/tag887.xml"/><Relationship Id="rId30" Type="http://schemas.openxmlformats.org/officeDocument/2006/relationships/tags" Target="../tags/tag903.xml"/><Relationship Id="rId35" Type="http://schemas.openxmlformats.org/officeDocument/2006/relationships/tags" Target="../tags/tag908.xml"/><Relationship Id="rId56" Type="http://schemas.openxmlformats.org/officeDocument/2006/relationships/tags" Target="../tags/tag929.xml"/><Relationship Id="rId77" Type="http://schemas.openxmlformats.org/officeDocument/2006/relationships/tags" Target="../tags/tag950.xml"/><Relationship Id="rId100" Type="http://schemas.openxmlformats.org/officeDocument/2006/relationships/tags" Target="../tags/tag973.xml"/><Relationship Id="rId105" Type="http://schemas.openxmlformats.org/officeDocument/2006/relationships/tags" Target="../tags/tag978.xml"/><Relationship Id="rId126" Type="http://schemas.openxmlformats.org/officeDocument/2006/relationships/chart" Target="../charts/chart49.xml"/><Relationship Id="rId8" Type="http://schemas.openxmlformats.org/officeDocument/2006/relationships/tags" Target="../tags/tag881.xml"/><Relationship Id="rId51" Type="http://schemas.openxmlformats.org/officeDocument/2006/relationships/tags" Target="../tags/tag924.xml"/><Relationship Id="rId72" Type="http://schemas.openxmlformats.org/officeDocument/2006/relationships/tags" Target="../tags/tag945.xml"/><Relationship Id="rId93" Type="http://schemas.openxmlformats.org/officeDocument/2006/relationships/tags" Target="../tags/tag966.xml"/><Relationship Id="rId98" Type="http://schemas.openxmlformats.org/officeDocument/2006/relationships/tags" Target="../tags/tag971.xml"/><Relationship Id="rId121" Type="http://schemas.openxmlformats.org/officeDocument/2006/relationships/image" Target="../media/image29.emf"/><Relationship Id="rId3" Type="http://schemas.openxmlformats.org/officeDocument/2006/relationships/tags" Target="../tags/tag876.xml"/><Relationship Id="rId25" Type="http://schemas.openxmlformats.org/officeDocument/2006/relationships/tags" Target="../tags/tag898.xml"/><Relationship Id="rId46" Type="http://schemas.openxmlformats.org/officeDocument/2006/relationships/tags" Target="../tags/tag919.xml"/><Relationship Id="rId67" Type="http://schemas.openxmlformats.org/officeDocument/2006/relationships/tags" Target="../tags/tag940.xml"/><Relationship Id="rId116" Type="http://schemas.openxmlformats.org/officeDocument/2006/relationships/tags" Target="../tags/tag989.xml"/><Relationship Id="rId20" Type="http://schemas.openxmlformats.org/officeDocument/2006/relationships/tags" Target="../tags/tag893.xml"/><Relationship Id="rId41" Type="http://schemas.openxmlformats.org/officeDocument/2006/relationships/tags" Target="../tags/tag914.xml"/><Relationship Id="rId62" Type="http://schemas.openxmlformats.org/officeDocument/2006/relationships/tags" Target="../tags/tag935.xml"/><Relationship Id="rId83" Type="http://schemas.openxmlformats.org/officeDocument/2006/relationships/tags" Target="../tags/tag956.xml"/><Relationship Id="rId88" Type="http://schemas.openxmlformats.org/officeDocument/2006/relationships/tags" Target="../tags/tag961.xml"/><Relationship Id="rId111" Type="http://schemas.openxmlformats.org/officeDocument/2006/relationships/tags" Target="../tags/tag984.xml"/><Relationship Id="rId15" Type="http://schemas.openxmlformats.org/officeDocument/2006/relationships/tags" Target="../tags/tag888.xml"/><Relationship Id="rId36" Type="http://schemas.openxmlformats.org/officeDocument/2006/relationships/tags" Target="../tags/tag909.xml"/><Relationship Id="rId57" Type="http://schemas.openxmlformats.org/officeDocument/2006/relationships/tags" Target="../tags/tag930.xml"/><Relationship Id="rId106" Type="http://schemas.openxmlformats.org/officeDocument/2006/relationships/tags" Target="../tags/tag979.xml"/><Relationship Id="rId127" Type="http://schemas.openxmlformats.org/officeDocument/2006/relationships/chart" Target="../charts/chart50.xml"/><Relationship Id="rId10" Type="http://schemas.openxmlformats.org/officeDocument/2006/relationships/tags" Target="../tags/tag883.xml"/><Relationship Id="rId31" Type="http://schemas.openxmlformats.org/officeDocument/2006/relationships/tags" Target="../tags/tag904.xml"/><Relationship Id="rId52" Type="http://schemas.openxmlformats.org/officeDocument/2006/relationships/tags" Target="../tags/tag925.xml"/><Relationship Id="rId73" Type="http://schemas.openxmlformats.org/officeDocument/2006/relationships/tags" Target="../tags/tag946.xml"/><Relationship Id="rId78" Type="http://schemas.openxmlformats.org/officeDocument/2006/relationships/tags" Target="../tags/tag951.xml"/><Relationship Id="rId94" Type="http://schemas.openxmlformats.org/officeDocument/2006/relationships/tags" Target="../tags/tag967.xml"/><Relationship Id="rId99" Type="http://schemas.openxmlformats.org/officeDocument/2006/relationships/tags" Target="../tags/tag972.xml"/><Relationship Id="rId101" Type="http://schemas.openxmlformats.org/officeDocument/2006/relationships/tags" Target="../tags/tag974.xml"/><Relationship Id="rId122" Type="http://schemas.openxmlformats.org/officeDocument/2006/relationships/chart" Target="../charts/chart45.xml"/><Relationship Id="rId4" Type="http://schemas.openxmlformats.org/officeDocument/2006/relationships/tags" Target="../tags/tag877.xml"/><Relationship Id="rId9" Type="http://schemas.openxmlformats.org/officeDocument/2006/relationships/tags" Target="../tags/tag882.xml"/><Relationship Id="rId26" Type="http://schemas.openxmlformats.org/officeDocument/2006/relationships/tags" Target="../tags/tag899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tags" Target="../tags/tag1107.xml"/><Relationship Id="rId21" Type="http://schemas.openxmlformats.org/officeDocument/2006/relationships/tags" Target="../tags/tag1011.xml"/><Relationship Id="rId42" Type="http://schemas.openxmlformats.org/officeDocument/2006/relationships/tags" Target="../tags/tag1032.xml"/><Relationship Id="rId47" Type="http://schemas.openxmlformats.org/officeDocument/2006/relationships/tags" Target="../tags/tag1037.xml"/><Relationship Id="rId63" Type="http://schemas.openxmlformats.org/officeDocument/2006/relationships/tags" Target="../tags/tag1053.xml"/><Relationship Id="rId68" Type="http://schemas.openxmlformats.org/officeDocument/2006/relationships/tags" Target="../tags/tag1058.xml"/><Relationship Id="rId84" Type="http://schemas.openxmlformats.org/officeDocument/2006/relationships/tags" Target="../tags/tag1074.xml"/><Relationship Id="rId89" Type="http://schemas.openxmlformats.org/officeDocument/2006/relationships/tags" Target="../tags/tag1079.xml"/><Relationship Id="rId112" Type="http://schemas.openxmlformats.org/officeDocument/2006/relationships/tags" Target="../tags/tag1102.xml"/><Relationship Id="rId16" Type="http://schemas.openxmlformats.org/officeDocument/2006/relationships/tags" Target="../tags/tag1006.xml"/><Relationship Id="rId107" Type="http://schemas.openxmlformats.org/officeDocument/2006/relationships/tags" Target="../tags/tag1097.xml"/><Relationship Id="rId11" Type="http://schemas.openxmlformats.org/officeDocument/2006/relationships/tags" Target="../tags/tag1001.xml"/><Relationship Id="rId32" Type="http://schemas.openxmlformats.org/officeDocument/2006/relationships/tags" Target="../tags/tag1022.xml"/><Relationship Id="rId37" Type="http://schemas.openxmlformats.org/officeDocument/2006/relationships/tags" Target="../tags/tag1027.xml"/><Relationship Id="rId53" Type="http://schemas.openxmlformats.org/officeDocument/2006/relationships/tags" Target="../tags/tag1043.xml"/><Relationship Id="rId58" Type="http://schemas.openxmlformats.org/officeDocument/2006/relationships/tags" Target="../tags/tag1048.xml"/><Relationship Id="rId74" Type="http://schemas.openxmlformats.org/officeDocument/2006/relationships/tags" Target="../tags/tag1064.xml"/><Relationship Id="rId79" Type="http://schemas.openxmlformats.org/officeDocument/2006/relationships/tags" Target="../tags/tag1069.xml"/><Relationship Id="rId102" Type="http://schemas.openxmlformats.org/officeDocument/2006/relationships/tags" Target="../tags/tag1092.xml"/><Relationship Id="rId123" Type="http://schemas.openxmlformats.org/officeDocument/2006/relationships/chart" Target="../charts/chart52.xml"/><Relationship Id="rId128" Type="http://schemas.openxmlformats.org/officeDocument/2006/relationships/image" Target="../media/image6.png"/><Relationship Id="rId5" Type="http://schemas.openxmlformats.org/officeDocument/2006/relationships/tags" Target="../tags/tag995.xml"/><Relationship Id="rId90" Type="http://schemas.openxmlformats.org/officeDocument/2006/relationships/tags" Target="../tags/tag1080.xml"/><Relationship Id="rId95" Type="http://schemas.openxmlformats.org/officeDocument/2006/relationships/tags" Target="../tags/tag1085.xml"/><Relationship Id="rId22" Type="http://schemas.openxmlformats.org/officeDocument/2006/relationships/tags" Target="../tags/tag1012.xml"/><Relationship Id="rId27" Type="http://schemas.openxmlformats.org/officeDocument/2006/relationships/tags" Target="../tags/tag1017.xml"/><Relationship Id="rId43" Type="http://schemas.openxmlformats.org/officeDocument/2006/relationships/tags" Target="../tags/tag1033.xml"/><Relationship Id="rId48" Type="http://schemas.openxmlformats.org/officeDocument/2006/relationships/tags" Target="../tags/tag1038.xml"/><Relationship Id="rId64" Type="http://schemas.openxmlformats.org/officeDocument/2006/relationships/tags" Target="../tags/tag1054.xml"/><Relationship Id="rId69" Type="http://schemas.openxmlformats.org/officeDocument/2006/relationships/tags" Target="../tags/tag1059.xml"/><Relationship Id="rId113" Type="http://schemas.openxmlformats.org/officeDocument/2006/relationships/tags" Target="../tags/tag1103.xml"/><Relationship Id="rId118" Type="http://schemas.openxmlformats.org/officeDocument/2006/relationships/slideLayout" Target="../slideLayouts/slideLayout7.xml"/><Relationship Id="rId80" Type="http://schemas.openxmlformats.org/officeDocument/2006/relationships/tags" Target="../tags/tag1070.xml"/><Relationship Id="rId85" Type="http://schemas.openxmlformats.org/officeDocument/2006/relationships/tags" Target="../tags/tag1075.xml"/><Relationship Id="rId12" Type="http://schemas.openxmlformats.org/officeDocument/2006/relationships/tags" Target="../tags/tag1002.xml"/><Relationship Id="rId17" Type="http://schemas.openxmlformats.org/officeDocument/2006/relationships/tags" Target="../tags/tag1007.xml"/><Relationship Id="rId33" Type="http://schemas.openxmlformats.org/officeDocument/2006/relationships/tags" Target="../tags/tag1023.xml"/><Relationship Id="rId38" Type="http://schemas.openxmlformats.org/officeDocument/2006/relationships/tags" Target="../tags/tag1028.xml"/><Relationship Id="rId59" Type="http://schemas.openxmlformats.org/officeDocument/2006/relationships/tags" Target="../tags/tag1049.xml"/><Relationship Id="rId103" Type="http://schemas.openxmlformats.org/officeDocument/2006/relationships/tags" Target="../tags/tag1093.xml"/><Relationship Id="rId108" Type="http://schemas.openxmlformats.org/officeDocument/2006/relationships/tags" Target="../tags/tag1098.xml"/><Relationship Id="rId124" Type="http://schemas.openxmlformats.org/officeDocument/2006/relationships/chart" Target="../charts/chart53.xml"/><Relationship Id="rId129" Type="http://schemas.openxmlformats.org/officeDocument/2006/relationships/image" Target="../media/image30.png"/><Relationship Id="rId54" Type="http://schemas.openxmlformats.org/officeDocument/2006/relationships/tags" Target="../tags/tag1044.xml"/><Relationship Id="rId70" Type="http://schemas.openxmlformats.org/officeDocument/2006/relationships/tags" Target="../tags/tag1060.xml"/><Relationship Id="rId75" Type="http://schemas.openxmlformats.org/officeDocument/2006/relationships/tags" Target="../tags/tag1065.xml"/><Relationship Id="rId91" Type="http://schemas.openxmlformats.org/officeDocument/2006/relationships/tags" Target="../tags/tag1081.xml"/><Relationship Id="rId96" Type="http://schemas.openxmlformats.org/officeDocument/2006/relationships/tags" Target="../tags/tag1086.xml"/><Relationship Id="rId1" Type="http://schemas.openxmlformats.org/officeDocument/2006/relationships/tags" Target="../tags/tag991.xml"/><Relationship Id="rId6" Type="http://schemas.openxmlformats.org/officeDocument/2006/relationships/tags" Target="../tags/tag996.xml"/><Relationship Id="rId23" Type="http://schemas.openxmlformats.org/officeDocument/2006/relationships/tags" Target="../tags/tag1013.xml"/><Relationship Id="rId28" Type="http://schemas.openxmlformats.org/officeDocument/2006/relationships/tags" Target="../tags/tag1018.xml"/><Relationship Id="rId49" Type="http://schemas.openxmlformats.org/officeDocument/2006/relationships/tags" Target="../tags/tag1039.xml"/><Relationship Id="rId114" Type="http://schemas.openxmlformats.org/officeDocument/2006/relationships/tags" Target="../tags/tag1104.xml"/><Relationship Id="rId119" Type="http://schemas.openxmlformats.org/officeDocument/2006/relationships/notesSlide" Target="../notesSlides/notesSlide16.xml"/><Relationship Id="rId44" Type="http://schemas.openxmlformats.org/officeDocument/2006/relationships/tags" Target="../tags/tag1034.xml"/><Relationship Id="rId60" Type="http://schemas.openxmlformats.org/officeDocument/2006/relationships/tags" Target="../tags/tag1050.xml"/><Relationship Id="rId65" Type="http://schemas.openxmlformats.org/officeDocument/2006/relationships/tags" Target="../tags/tag1055.xml"/><Relationship Id="rId81" Type="http://schemas.openxmlformats.org/officeDocument/2006/relationships/tags" Target="../tags/tag1071.xml"/><Relationship Id="rId86" Type="http://schemas.openxmlformats.org/officeDocument/2006/relationships/tags" Target="../tags/tag1076.xml"/><Relationship Id="rId130" Type="http://schemas.openxmlformats.org/officeDocument/2006/relationships/slide" Target="slide10.xml"/><Relationship Id="rId13" Type="http://schemas.openxmlformats.org/officeDocument/2006/relationships/tags" Target="../tags/tag1003.xml"/><Relationship Id="rId18" Type="http://schemas.openxmlformats.org/officeDocument/2006/relationships/tags" Target="../tags/tag1008.xml"/><Relationship Id="rId39" Type="http://schemas.openxmlformats.org/officeDocument/2006/relationships/tags" Target="../tags/tag1029.xml"/><Relationship Id="rId109" Type="http://schemas.openxmlformats.org/officeDocument/2006/relationships/tags" Target="../tags/tag1099.xml"/><Relationship Id="rId34" Type="http://schemas.openxmlformats.org/officeDocument/2006/relationships/tags" Target="../tags/tag1024.xml"/><Relationship Id="rId50" Type="http://schemas.openxmlformats.org/officeDocument/2006/relationships/tags" Target="../tags/tag1040.xml"/><Relationship Id="rId55" Type="http://schemas.openxmlformats.org/officeDocument/2006/relationships/tags" Target="../tags/tag1045.xml"/><Relationship Id="rId76" Type="http://schemas.openxmlformats.org/officeDocument/2006/relationships/tags" Target="../tags/tag1066.xml"/><Relationship Id="rId97" Type="http://schemas.openxmlformats.org/officeDocument/2006/relationships/tags" Target="../tags/tag1087.xml"/><Relationship Id="rId104" Type="http://schemas.openxmlformats.org/officeDocument/2006/relationships/tags" Target="../tags/tag1094.xml"/><Relationship Id="rId120" Type="http://schemas.openxmlformats.org/officeDocument/2006/relationships/oleObject" Target="../embeddings/oleObject15.bin"/><Relationship Id="rId125" Type="http://schemas.openxmlformats.org/officeDocument/2006/relationships/chart" Target="../charts/chart54.xml"/><Relationship Id="rId7" Type="http://schemas.openxmlformats.org/officeDocument/2006/relationships/tags" Target="../tags/tag997.xml"/><Relationship Id="rId71" Type="http://schemas.openxmlformats.org/officeDocument/2006/relationships/tags" Target="../tags/tag1061.xml"/><Relationship Id="rId92" Type="http://schemas.openxmlformats.org/officeDocument/2006/relationships/tags" Target="../tags/tag1082.xml"/><Relationship Id="rId2" Type="http://schemas.openxmlformats.org/officeDocument/2006/relationships/tags" Target="../tags/tag992.xml"/><Relationship Id="rId29" Type="http://schemas.openxmlformats.org/officeDocument/2006/relationships/tags" Target="../tags/tag1019.xml"/><Relationship Id="rId24" Type="http://schemas.openxmlformats.org/officeDocument/2006/relationships/tags" Target="../tags/tag1014.xml"/><Relationship Id="rId40" Type="http://schemas.openxmlformats.org/officeDocument/2006/relationships/tags" Target="../tags/tag1030.xml"/><Relationship Id="rId45" Type="http://schemas.openxmlformats.org/officeDocument/2006/relationships/tags" Target="../tags/tag1035.xml"/><Relationship Id="rId66" Type="http://schemas.openxmlformats.org/officeDocument/2006/relationships/tags" Target="../tags/tag1056.xml"/><Relationship Id="rId87" Type="http://schemas.openxmlformats.org/officeDocument/2006/relationships/tags" Target="../tags/tag1077.xml"/><Relationship Id="rId110" Type="http://schemas.openxmlformats.org/officeDocument/2006/relationships/tags" Target="../tags/tag1100.xml"/><Relationship Id="rId115" Type="http://schemas.openxmlformats.org/officeDocument/2006/relationships/tags" Target="../tags/tag1105.xml"/><Relationship Id="rId131" Type="http://schemas.openxmlformats.org/officeDocument/2006/relationships/image" Target="../media/image18.png"/><Relationship Id="rId61" Type="http://schemas.openxmlformats.org/officeDocument/2006/relationships/tags" Target="../tags/tag1051.xml"/><Relationship Id="rId82" Type="http://schemas.openxmlformats.org/officeDocument/2006/relationships/tags" Target="../tags/tag1072.xml"/><Relationship Id="rId19" Type="http://schemas.openxmlformats.org/officeDocument/2006/relationships/tags" Target="../tags/tag1009.xml"/><Relationship Id="rId14" Type="http://schemas.openxmlformats.org/officeDocument/2006/relationships/tags" Target="../tags/tag1004.xml"/><Relationship Id="rId30" Type="http://schemas.openxmlformats.org/officeDocument/2006/relationships/tags" Target="../tags/tag1020.xml"/><Relationship Id="rId35" Type="http://schemas.openxmlformats.org/officeDocument/2006/relationships/tags" Target="../tags/tag1025.xml"/><Relationship Id="rId56" Type="http://schemas.openxmlformats.org/officeDocument/2006/relationships/tags" Target="../tags/tag1046.xml"/><Relationship Id="rId77" Type="http://schemas.openxmlformats.org/officeDocument/2006/relationships/tags" Target="../tags/tag1067.xml"/><Relationship Id="rId100" Type="http://schemas.openxmlformats.org/officeDocument/2006/relationships/tags" Target="../tags/tag1090.xml"/><Relationship Id="rId105" Type="http://schemas.openxmlformats.org/officeDocument/2006/relationships/tags" Target="../tags/tag1095.xml"/><Relationship Id="rId126" Type="http://schemas.openxmlformats.org/officeDocument/2006/relationships/chart" Target="../charts/chart55.xml"/><Relationship Id="rId8" Type="http://schemas.openxmlformats.org/officeDocument/2006/relationships/tags" Target="../tags/tag998.xml"/><Relationship Id="rId51" Type="http://schemas.openxmlformats.org/officeDocument/2006/relationships/tags" Target="../tags/tag1041.xml"/><Relationship Id="rId72" Type="http://schemas.openxmlformats.org/officeDocument/2006/relationships/tags" Target="../tags/tag1062.xml"/><Relationship Id="rId93" Type="http://schemas.openxmlformats.org/officeDocument/2006/relationships/tags" Target="../tags/tag1083.xml"/><Relationship Id="rId98" Type="http://schemas.openxmlformats.org/officeDocument/2006/relationships/tags" Target="../tags/tag1088.xml"/><Relationship Id="rId121" Type="http://schemas.openxmlformats.org/officeDocument/2006/relationships/image" Target="../media/image29.emf"/><Relationship Id="rId3" Type="http://schemas.openxmlformats.org/officeDocument/2006/relationships/tags" Target="../tags/tag993.xml"/><Relationship Id="rId25" Type="http://schemas.openxmlformats.org/officeDocument/2006/relationships/tags" Target="../tags/tag1015.xml"/><Relationship Id="rId46" Type="http://schemas.openxmlformats.org/officeDocument/2006/relationships/tags" Target="../tags/tag1036.xml"/><Relationship Id="rId67" Type="http://schemas.openxmlformats.org/officeDocument/2006/relationships/tags" Target="../tags/tag1057.xml"/><Relationship Id="rId116" Type="http://schemas.openxmlformats.org/officeDocument/2006/relationships/tags" Target="../tags/tag1106.xml"/><Relationship Id="rId20" Type="http://schemas.openxmlformats.org/officeDocument/2006/relationships/tags" Target="../tags/tag1010.xml"/><Relationship Id="rId41" Type="http://schemas.openxmlformats.org/officeDocument/2006/relationships/tags" Target="../tags/tag1031.xml"/><Relationship Id="rId62" Type="http://schemas.openxmlformats.org/officeDocument/2006/relationships/tags" Target="../tags/tag1052.xml"/><Relationship Id="rId83" Type="http://schemas.openxmlformats.org/officeDocument/2006/relationships/tags" Target="../tags/tag1073.xml"/><Relationship Id="rId88" Type="http://schemas.openxmlformats.org/officeDocument/2006/relationships/tags" Target="../tags/tag1078.xml"/><Relationship Id="rId111" Type="http://schemas.openxmlformats.org/officeDocument/2006/relationships/tags" Target="../tags/tag1101.xml"/><Relationship Id="rId15" Type="http://schemas.openxmlformats.org/officeDocument/2006/relationships/tags" Target="../tags/tag1005.xml"/><Relationship Id="rId36" Type="http://schemas.openxmlformats.org/officeDocument/2006/relationships/tags" Target="../tags/tag1026.xml"/><Relationship Id="rId57" Type="http://schemas.openxmlformats.org/officeDocument/2006/relationships/tags" Target="../tags/tag1047.xml"/><Relationship Id="rId106" Type="http://schemas.openxmlformats.org/officeDocument/2006/relationships/tags" Target="../tags/tag1096.xml"/><Relationship Id="rId127" Type="http://schemas.openxmlformats.org/officeDocument/2006/relationships/chart" Target="../charts/chart56.xml"/><Relationship Id="rId10" Type="http://schemas.openxmlformats.org/officeDocument/2006/relationships/tags" Target="../tags/tag1000.xml"/><Relationship Id="rId31" Type="http://schemas.openxmlformats.org/officeDocument/2006/relationships/tags" Target="../tags/tag1021.xml"/><Relationship Id="rId52" Type="http://schemas.openxmlformats.org/officeDocument/2006/relationships/tags" Target="../tags/tag1042.xml"/><Relationship Id="rId73" Type="http://schemas.openxmlformats.org/officeDocument/2006/relationships/tags" Target="../tags/tag1063.xml"/><Relationship Id="rId78" Type="http://schemas.openxmlformats.org/officeDocument/2006/relationships/tags" Target="../tags/tag1068.xml"/><Relationship Id="rId94" Type="http://schemas.openxmlformats.org/officeDocument/2006/relationships/tags" Target="../tags/tag1084.xml"/><Relationship Id="rId99" Type="http://schemas.openxmlformats.org/officeDocument/2006/relationships/tags" Target="../tags/tag1089.xml"/><Relationship Id="rId101" Type="http://schemas.openxmlformats.org/officeDocument/2006/relationships/tags" Target="../tags/tag1091.xml"/><Relationship Id="rId122" Type="http://schemas.openxmlformats.org/officeDocument/2006/relationships/chart" Target="../charts/chart51.xml"/><Relationship Id="rId4" Type="http://schemas.openxmlformats.org/officeDocument/2006/relationships/tags" Target="../tags/tag994.xml"/><Relationship Id="rId9" Type="http://schemas.openxmlformats.org/officeDocument/2006/relationships/tags" Target="../tags/tag999.xml"/><Relationship Id="rId26" Type="http://schemas.openxmlformats.org/officeDocument/2006/relationships/tags" Target="../tags/tag101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39.png"/><Relationship Id="rId18" Type="http://schemas.openxmlformats.org/officeDocument/2006/relationships/image" Target="../media/image41.png"/><Relationship Id="rId3" Type="http://schemas.openxmlformats.org/officeDocument/2006/relationships/image" Target="../media/image32.png"/><Relationship Id="rId21" Type="http://schemas.openxmlformats.org/officeDocument/2006/relationships/image" Target="../media/image15.png"/><Relationship Id="rId7" Type="http://schemas.openxmlformats.org/officeDocument/2006/relationships/image" Target="../media/image36.png"/><Relationship Id="rId12" Type="http://schemas.openxmlformats.org/officeDocument/2006/relationships/image" Target="../media/image38.png"/><Relationship Id="rId17" Type="http://schemas.openxmlformats.org/officeDocument/2006/relationships/chart" Target="../charts/chart62.xml"/><Relationship Id="rId2" Type="http://schemas.openxmlformats.org/officeDocument/2006/relationships/image" Target="../media/image31.png"/><Relationship Id="rId16" Type="http://schemas.openxmlformats.org/officeDocument/2006/relationships/chart" Target="../charts/chart61.xml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chart" Target="../charts/chart59.xml"/><Relationship Id="rId5" Type="http://schemas.openxmlformats.org/officeDocument/2006/relationships/image" Target="../media/image34.png"/><Relationship Id="rId15" Type="http://schemas.openxmlformats.org/officeDocument/2006/relationships/image" Target="../media/image40.png"/><Relationship Id="rId10" Type="http://schemas.openxmlformats.org/officeDocument/2006/relationships/chart" Target="../charts/chart58.xml"/><Relationship Id="rId19" Type="http://schemas.openxmlformats.org/officeDocument/2006/relationships/image" Target="../media/image13.png"/><Relationship Id="rId4" Type="http://schemas.openxmlformats.org/officeDocument/2006/relationships/image" Target="../media/image33.png"/><Relationship Id="rId9" Type="http://schemas.openxmlformats.org/officeDocument/2006/relationships/chart" Target="../charts/chart57.xml"/><Relationship Id="rId14" Type="http://schemas.openxmlformats.org/officeDocument/2006/relationships/chart" Target="../charts/chart60.xml"/><Relationship Id="rId22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3.png"/><Relationship Id="rId18" Type="http://schemas.openxmlformats.org/officeDocument/2006/relationships/image" Target="../media/image45.png"/><Relationship Id="rId3" Type="http://schemas.openxmlformats.org/officeDocument/2006/relationships/image" Target="../media/image32.png"/><Relationship Id="rId21" Type="http://schemas.openxmlformats.org/officeDocument/2006/relationships/image" Target="../media/image11.png"/><Relationship Id="rId7" Type="http://schemas.openxmlformats.org/officeDocument/2006/relationships/image" Target="../media/image36.png"/><Relationship Id="rId12" Type="http://schemas.openxmlformats.org/officeDocument/2006/relationships/image" Target="../media/image38.png"/><Relationship Id="rId17" Type="http://schemas.openxmlformats.org/officeDocument/2006/relationships/chart" Target="../charts/chart67.xml"/><Relationship Id="rId2" Type="http://schemas.openxmlformats.org/officeDocument/2006/relationships/image" Target="../media/image31.png"/><Relationship Id="rId16" Type="http://schemas.openxmlformats.org/officeDocument/2006/relationships/image" Target="../media/image44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chart" Target="../charts/chart65.xml"/><Relationship Id="rId24" Type="http://schemas.openxmlformats.org/officeDocument/2006/relationships/image" Target="../media/image6.png"/><Relationship Id="rId5" Type="http://schemas.openxmlformats.org/officeDocument/2006/relationships/image" Target="../media/image42.png"/><Relationship Id="rId15" Type="http://schemas.openxmlformats.org/officeDocument/2006/relationships/chart" Target="../charts/chart66.xml"/><Relationship Id="rId23" Type="http://schemas.openxmlformats.org/officeDocument/2006/relationships/image" Target="../media/image16.png"/><Relationship Id="rId10" Type="http://schemas.openxmlformats.org/officeDocument/2006/relationships/chart" Target="../charts/chart64.xml"/><Relationship Id="rId19" Type="http://schemas.openxmlformats.org/officeDocument/2006/relationships/chart" Target="../charts/chart68.xml"/><Relationship Id="rId4" Type="http://schemas.openxmlformats.org/officeDocument/2006/relationships/image" Target="../media/image34.png"/><Relationship Id="rId9" Type="http://schemas.openxmlformats.org/officeDocument/2006/relationships/chart" Target="../charts/chart63.xml"/><Relationship Id="rId14" Type="http://schemas.openxmlformats.org/officeDocument/2006/relationships/image" Target="../media/image40.png"/><Relationship Id="rId22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40.png"/><Relationship Id="rId18" Type="http://schemas.openxmlformats.org/officeDocument/2006/relationships/image" Target="../media/image41.png"/><Relationship Id="rId3" Type="http://schemas.openxmlformats.org/officeDocument/2006/relationships/image" Target="../media/image17.pn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17" Type="http://schemas.openxmlformats.org/officeDocument/2006/relationships/chart" Target="../charts/chart71.xml"/><Relationship Id="rId2" Type="http://schemas.openxmlformats.org/officeDocument/2006/relationships/image" Target="../media/image19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chart" Target="../charts/chart70.xml"/><Relationship Id="rId10" Type="http://schemas.openxmlformats.org/officeDocument/2006/relationships/image" Target="../media/image36.png"/><Relationship Id="rId19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35.png"/><Relationship Id="rId14" Type="http://schemas.openxmlformats.org/officeDocument/2006/relationships/chart" Target="../charts/chart6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/>
        </p:nvSpPr>
        <p:spPr>
          <a:xfrm>
            <a:off x="5234354" y="2851200"/>
            <a:ext cx="6386147" cy="115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685800">
              <a:lnSpc>
                <a:spcPct val="120000"/>
              </a:lnSpc>
              <a:buClr>
                <a:srgbClr val="000000"/>
              </a:buClr>
              <a:buSzPts val="4800"/>
            </a:pPr>
            <a:r>
              <a:rPr lang="es-ES_tradnl" sz="3600" b="1" kern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 IBK </a:t>
            </a:r>
            <a:r>
              <a:rPr lang="es-ES_tradnl" sz="3600" b="1" kern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BdN</a:t>
            </a:r>
            <a:endParaRPr lang="es-ES_tradnl" sz="3600" b="1" kern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 defTabSz="685800">
              <a:lnSpc>
                <a:spcPct val="120000"/>
              </a:lnSpc>
              <a:buClr>
                <a:srgbClr val="000000"/>
              </a:buClr>
              <a:buSzPts val="4200"/>
            </a:pPr>
            <a:r>
              <a:rPr lang="es-ES_tradnl" sz="3150" b="1" kern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Share </a:t>
            </a:r>
            <a:r>
              <a:rPr lang="es-ES_tradnl" sz="3150" b="1" kern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</a:t>
            </a:r>
            <a:r>
              <a:rPr lang="es-ES_tradnl" sz="3150" b="1" kern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Sales de Oferta Relevante</a:t>
            </a:r>
            <a:endParaRPr lang="es-ES_tradnl" sz="3600" b="1" kern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6E9E7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defTabSz="685800">
              <a:buClr>
                <a:srgbClr val="000000"/>
              </a:buClr>
              <a:buSzPts val="1400"/>
            </a:pPr>
            <a:endParaRPr lang="es-ES_tradnl" sz="105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8763000" y="38100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 defTabSz="685800">
              <a:buClr>
                <a:srgbClr val="000000"/>
              </a:buClr>
              <a:buSzPts val="1000"/>
            </a:pPr>
            <a:r>
              <a:rPr lang="es-ES_tradnl" sz="750" kern="0">
                <a:solidFill>
                  <a:srgbClr val="C6E9E7"/>
                </a:solidFill>
                <a:latin typeface="Poppins"/>
                <a:ea typeface="Poppins"/>
                <a:cs typeface="Poppins"/>
                <a:sym typeface="Poppins"/>
              </a:rPr>
              <a:t>CONFIDENCIAL</a:t>
            </a:r>
            <a:endParaRPr lang="es-ES_tradnl" sz="105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952500" y="6286500"/>
            <a:ext cx="571500" cy="38100"/>
          </a:xfrm>
          <a:prstGeom prst="rect">
            <a:avLst/>
          </a:prstGeom>
          <a:solidFill>
            <a:srgbClr val="C6E9E7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defTabSz="685800">
              <a:buClr>
                <a:srgbClr val="000000"/>
              </a:buClr>
              <a:buSzPts val="1400"/>
            </a:pPr>
            <a:endParaRPr lang="es-ES_tradnl" sz="105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E49F3A7F-FA5C-175D-CB5A-F355DAEA3D80}"/>
              </a:ext>
            </a:extLst>
          </p:cNvPr>
          <p:cNvGrpSpPr/>
          <p:nvPr/>
        </p:nvGrpSpPr>
        <p:grpSpPr>
          <a:xfrm>
            <a:off x="493776" y="1277169"/>
            <a:ext cx="11204463" cy="1303020"/>
            <a:chOff x="493776" y="1220724"/>
            <a:chExt cx="11204463" cy="1303020"/>
          </a:xfrm>
        </p:grpSpPr>
        <p:sp>
          <p:nvSpPr>
            <p:cNvPr id="7" name="Rectangle 6"/>
            <p:cNvSpPr/>
            <p:nvPr/>
          </p:nvSpPr>
          <p:spPr>
            <a:xfrm>
              <a:off x="493776" y="1220724"/>
              <a:ext cx="11204463" cy="13030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93776" y="1220724"/>
              <a:ext cx="41148" cy="1303020"/>
            </a:xfrm>
            <a:prstGeom prst="rect">
              <a:avLst/>
            </a:prstGeom>
            <a:solidFill>
              <a:srgbClr val="1380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99516" y="1357884"/>
              <a:ext cx="89154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825" b="1">
                  <a:solidFill>
                    <a:srgbClr val="13807B"/>
                  </a:solidFill>
                  <a:latin typeface="Calibri"/>
                </a:rPr>
                <a:t>CAPA 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9516" y="1549907"/>
              <a:ext cx="2468880" cy="432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8000"/>
                </a:lnSpc>
              </a:pPr>
              <a:r>
                <a:rPr sz="1350" b="1">
                  <a:solidFill>
                    <a:srgbClr val="0B2E2C"/>
                  </a:solidFill>
                  <a:latin typeface="Calibri"/>
                </a:rPr>
                <a:t>Mirada interna ·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Segmentación</a:t>
              </a:r>
              <a:endParaRPr sz="1350" b="1">
                <a:solidFill>
                  <a:srgbClr val="0B2E2C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99516" y="2167127"/>
              <a:ext cx="1817370" cy="205740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148" tIns="20574" rIns="41148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1050" b="1">
                  <a:solidFill>
                    <a:srgbClr val="13807B"/>
                  </a:solidFill>
                  <a:latin typeface="Calibri"/>
                </a:rPr>
                <a:t>Completada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74136" y="1412748"/>
              <a:ext cx="0" cy="918972"/>
            </a:xfrm>
            <a:prstGeom prst="line">
              <a:avLst/>
            </a:prstGeom>
            <a:ln w="1270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579876" y="1385316"/>
              <a:ext cx="315468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13807B"/>
                  </a:solidFill>
                  <a:latin typeface="Calibri"/>
                </a:rPr>
                <a:t>¿Quién es el cliente?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79876" y="1632204"/>
              <a:ext cx="4046220" cy="5062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6000"/>
                </a:lnSpc>
              </a:pPr>
              <a:r>
                <a:rPr sz="900">
                  <a:solidFill>
                    <a:srgbClr val="3E5553"/>
                  </a:solidFill>
                  <a:latin typeface="Calibri"/>
                </a:rPr>
                <a:t>Con la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información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propia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IBK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identificamos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patrones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comportamiento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y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construimos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segmentos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;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esos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patrones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inferimos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el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nivel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sensibilidad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al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precio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cada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uno.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900416" y="1495044"/>
              <a:ext cx="301584" cy="288036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311728" y="1495044"/>
              <a:ext cx="301584" cy="288036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2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723040" y="1495044"/>
              <a:ext cx="301584" cy="288036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3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34353" y="1495044"/>
              <a:ext cx="301584" cy="288036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C87A0B"/>
                  </a:solidFill>
                  <a:latin typeface="Calibri"/>
                </a:rPr>
                <a:t>4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545665" y="1495044"/>
              <a:ext cx="301584" cy="28803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5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956978" y="1495044"/>
              <a:ext cx="301584" cy="28803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6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368290" y="1495044"/>
              <a:ext cx="301584" cy="288036"/>
            </a:xfrm>
            <a:prstGeom prst="rect">
              <a:avLst/>
            </a:prstGeom>
            <a:solidFill>
              <a:srgbClr val="F1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6E7E7D"/>
                  </a:solidFill>
                  <a:latin typeface="Calibri"/>
                </a:rPr>
                <a:t>7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779602" y="1495044"/>
              <a:ext cx="301584" cy="288036"/>
            </a:xfrm>
            <a:prstGeom prst="rect">
              <a:avLst/>
            </a:prstGeom>
            <a:solidFill>
              <a:srgbClr val="F1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6E7E7D"/>
                  </a:solidFill>
                  <a:latin typeface="Calibri"/>
                </a:rPr>
                <a:t>8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1190914" y="1495044"/>
              <a:ext cx="301584" cy="288036"/>
            </a:xfrm>
            <a:prstGeom prst="rect">
              <a:avLst/>
            </a:prstGeom>
            <a:solidFill>
              <a:srgbClr val="F1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6E7E7D"/>
                  </a:solidFill>
                  <a:latin typeface="Calibri"/>
                </a:rPr>
                <a:t>9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900416" y="1851660"/>
              <a:ext cx="3592083" cy="1212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88" i="1">
                  <a:solidFill>
                    <a:srgbClr val="6E7E7D"/>
                  </a:solidFill>
                  <a:latin typeface="Calibri"/>
                </a:rPr>
                <a:t>9 segmentos → 4 macroperfiles de negocio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00416" y="2057400"/>
              <a:ext cx="3592083" cy="1215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750">
                  <a:solidFill>
                    <a:srgbClr val="6E7E7D"/>
                  </a:solidFill>
                  <a:latin typeface="Calibri"/>
                </a:rPr>
                <a:t>Data IBK: comportamiento, vinculación, utilidad y transaccionalidad</a:t>
              </a:r>
            </a:p>
          </p:txBody>
        </p:sp>
      </p:grpSp>
      <p:cxnSp>
        <p:nvCxnSpPr>
          <p:cNvPr id="26" name="Connector 25"/>
          <p:cNvCxnSpPr>
            <a:cxnSpLocks/>
          </p:cNvCxnSpPr>
          <p:nvPr/>
        </p:nvCxnSpPr>
        <p:spPr>
          <a:xfrm>
            <a:off x="1760601" y="2717927"/>
            <a:ext cx="0" cy="109729"/>
          </a:xfrm>
          <a:prstGeom prst="line">
            <a:avLst/>
          </a:prstGeom>
          <a:ln w="22225">
            <a:solidFill>
              <a:srgbClr val="2F9E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C002A0B-32AD-F806-BBF9-76A505EE17C7}"/>
              </a:ext>
            </a:extLst>
          </p:cNvPr>
          <p:cNvGrpSpPr/>
          <p:nvPr/>
        </p:nvGrpSpPr>
        <p:grpSpPr>
          <a:xfrm>
            <a:off x="493767" y="3019101"/>
            <a:ext cx="11204463" cy="1303020"/>
            <a:chOff x="493776" y="2647188"/>
            <a:chExt cx="11204463" cy="1303020"/>
          </a:xfrm>
        </p:grpSpPr>
        <p:sp>
          <p:nvSpPr>
            <p:cNvPr id="27" name="Rectangle 26"/>
            <p:cNvSpPr/>
            <p:nvPr/>
          </p:nvSpPr>
          <p:spPr>
            <a:xfrm>
              <a:off x="493776" y="2647188"/>
              <a:ext cx="11204463" cy="13030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93776" y="2647188"/>
              <a:ext cx="41148" cy="1303020"/>
            </a:xfrm>
            <a:prstGeom prst="rect">
              <a:avLst/>
            </a:prstGeom>
            <a:solidFill>
              <a:srgbClr val="C87A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99516" y="2784348"/>
              <a:ext cx="89154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825" b="1">
                  <a:solidFill>
                    <a:srgbClr val="C87A0B"/>
                  </a:solidFill>
                  <a:latin typeface="Calibri"/>
                </a:rPr>
                <a:t>CAPA 2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99516" y="2976372"/>
              <a:ext cx="2468880" cy="432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8000"/>
                </a:lnSpc>
              </a:pPr>
              <a:r>
                <a:rPr sz="1350" b="1" err="1">
                  <a:solidFill>
                    <a:srgbClr val="0B2E2C"/>
                  </a:solidFill>
                  <a:latin typeface="Calibri"/>
                </a:rPr>
                <a:t>Oferta</a:t>
              </a:r>
              <a:r>
                <a:rPr sz="1350" b="1">
                  <a:solidFill>
                    <a:srgbClr val="0B2E2C"/>
                  </a:solidFill>
                  <a:latin typeface="Calibri"/>
                </a:rPr>
                <a:t>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relevante</a:t>
              </a:r>
              <a:r>
                <a:rPr sz="1350" b="1">
                  <a:solidFill>
                    <a:srgbClr val="0B2E2C"/>
                  </a:solidFill>
                  <a:latin typeface="Calibri"/>
                </a:rPr>
                <a:t> · Share of Sales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99516" y="3593592"/>
              <a:ext cx="1817370" cy="205740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148" tIns="20574" rIns="41148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lang="es-419" sz="900" b="1">
                  <a:solidFill>
                    <a:srgbClr val="C87A0B"/>
                  </a:solidFill>
                  <a:latin typeface="Calibri"/>
                </a:rPr>
                <a:t>A</a:t>
              </a:r>
              <a:r>
                <a:rPr sz="900" b="1">
                  <a:solidFill>
                    <a:srgbClr val="C87A0B"/>
                  </a:solidFill>
                  <a:latin typeface="Calibri"/>
                </a:rPr>
                <a:t> </a:t>
              </a:r>
              <a:r>
                <a:rPr sz="900" b="1" err="1">
                  <a:solidFill>
                    <a:srgbClr val="C87A0B"/>
                  </a:solidFill>
                  <a:latin typeface="Calibri"/>
                </a:rPr>
                <a:t>revisar</a:t>
              </a:r>
              <a:endParaRPr sz="900" b="1">
                <a:solidFill>
                  <a:srgbClr val="C87A0B"/>
                </a:solidFill>
                <a:latin typeface="Calibri"/>
              </a:endParaRP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374136" y="2839212"/>
              <a:ext cx="0" cy="918972"/>
            </a:xfrm>
            <a:prstGeom prst="line">
              <a:avLst/>
            </a:prstGeom>
            <a:ln w="1270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579876" y="2811780"/>
              <a:ext cx="315468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C87A0B"/>
                  </a:solidFill>
                  <a:latin typeface="Calibri"/>
                </a:rPr>
                <a:t>¿Cuánto de su negocio capturamos?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79876" y="3058668"/>
              <a:ext cx="4046220" cy="5062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6000"/>
                </a:lnSpc>
              </a:pPr>
              <a:r>
                <a:rPr sz="900">
                  <a:solidFill>
                    <a:srgbClr val="3E5553"/>
                  </a:solidFill>
                  <a:latin typeface="Calibri"/>
                </a:rPr>
                <a:t>El share of sales mide la posición de IBK dentro de cada segmento: de la oferta total, qué demanda se observó y cuánto desembolsó IBK frente a la competencia.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900416" y="2825496"/>
              <a:ext cx="3592083" cy="274320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Oferta total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511070" y="3154680"/>
              <a:ext cx="2370775" cy="274320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C87A0B"/>
                  </a:solidFill>
                  <a:latin typeface="Calibri"/>
                </a:rPr>
                <a:t>Demanda observada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049883" y="3483864"/>
              <a:ext cx="1293149" cy="274320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Desembolsos IBK  ·  éxito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00416" y="3813048"/>
              <a:ext cx="3592083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50" i="1">
                  <a:solidFill>
                    <a:srgbClr val="6E7E7D"/>
                  </a:solidFill>
                  <a:latin typeface="Calibri"/>
                </a:rPr>
                <a:t>el resto desembolsó con la competencia → fracaso</a:t>
              </a:r>
            </a:p>
          </p:txBody>
        </p:sp>
      </p:grpSp>
      <p:cxnSp>
        <p:nvCxnSpPr>
          <p:cNvPr id="39" name="Connector 38"/>
          <p:cNvCxnSpPr/>
          <p:nvPr/>
        </p:nvCxnSpPr>
        <p:spPr>
          <a:xfrm>
            <a:off x="1760601" y="4532396"/>
            <a:ext cx="0" cy="109728"/>
          </a:xfrm>
          <a:prstGeom prst="line">
            <a:avLst/>
          </a:prstGeom>
          <a:ln w="22225">
            <a:solidFill>
              <a:srgbClr val="2F9E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449325C-4E7E-D2A3-3D61-51D32382A789}"/>
              </a:ext>
            </a:extLst>
          </p:cNvPr>
          <p:cNvGrpSpPr/>
          <p:nvPr/>
        </p:nvGrpSpPr>
        <p:grpSpPr>
          <a:xfrm>
            <a:off x="493768" y="4929321"/>
            <a:ext cx="11204463" cy="1303020"/>
            <a:chOff x="493776" y="4073652"/>
            <a:chExt cx="11204463" cy="1303020"/>
          </a:xfrm>
        </p:grpSpPr>
        <p:sp>
          <p:nvSpPr>
            <p:cNvPr id="40" name="Rectangle 39"/>
            <p:cNvSpPr/>
            <p:nvPr/>
          </p:nvSpPr>
          <p:spPr>
            <a:xfrm>
              <a:off x="493776" y="4073652"/>
              <a:ext cx="11204463" cy="13030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93776" y="4073652"/>
              <a:ext cx="41148" cy="1303020"/>
            </a:xfrm>
            <a:prstGeom prst="rect">
              <a:avLst/>
            </a:prstGeom>
            <a:solidFill>
              <a:srgbClr val="445A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99516" y="4210812"/>
              <a:ext cx="89154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825" b="1">
                  <a:solidFill>
                    <a:srgbClr val="445A6E"/>
                  </a:solidFill>
                  <a:latin typeface="Calibri"/>
                </a:rPr>
                <a:t>CAPA 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99516" y="4402836"/>
              <a:ext cx="2468880" cy="2076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8000"/>
                </a:lnSpc>
              </a:pPr>
              <a:r>
                <a:rPr sz="1350" b="1">
                  <a:solidFill>
                    <a:srgbClr val="0B2E2C"/>
                  </a:solidFill>
                  <a:latin typeface="Calibri"/>
                </a:rPr>
                <a:t>Mercado ·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Diferencia</a:t>
              </a:r>
              <a:r>
                <a:rPr sz="1350" b="1">
                  <a:solidFill>
                    <a:srgbClr val="0B2E2C"/>
                  </a:solidFill>
                  <a:latin typeface="Calibri"/>
                </a:rPr>
                <a:t> de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tasas</a:t>
              </a:r>
              <a:endParaRPr sz="1350" b="1">
                <a:solidFill>
                  <a:srgbClr val="0B2E2C"/>
                </a:solidFill>
                <a:latin typeface="Calibri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99516" y="5020056"/>
              <a:ext cx="1817370" cy="205740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148" tIns="20574" rIns="41148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1050" b="1">
                  <a:solidFill>
                    <a:srgbClr val="445A6E"/>
                  </a:solidFill>
                  <a:latin typeface="Calibri"/>
                </a:rPr>
                <a:t>Última capa</a:t>
              </a:r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3374136" y="4265676"/>
              <a:ext cx="0" cy="918972"/>
            </a:xfrm>
            <a:prstGeom prst="line">
              <a:avLst/>
            </a:prstGeom>
            <a:ln w="1270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579876" y="4238244"/>
              <a:ext cx="315468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445A6E"/>
                  </a:solidFill>
                  <a:latin typeface="Calibri"/>
                </a:rPr>
                <a:t>¿A qué precio juega el mercado?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579876" y="4485132"/>
              <a:ext cx="4046220" cy="3316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6000"/>
                </a:lnSpc>
              </a:pPr>
              <a:r>
                <a:rPr sz="900">
                  <a:solidFill>
                    <a:srgbClr val="3E5553"/>
                  </a:solidFill>
                  <a:latin typeface="Calibri"/>
                </a:rPr>
                <a:t>Se incorpora cómo vienen las tasas de IBK frente al mercado y la competencia: la capa que completa la lectura de sensibilidad al precio.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900416" y="4320540"/>
              <a:ext cx="548640" cy="1212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IBK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483346" y="4306824"/>
              <a:ext cx="1968594" cy="178308"/>
            </a:xfrm>
            <a:prstGeom prst="rect">
              <a:avLst/>
            </a:prstGeom>
            <a:solidFill>
              <a:srgbClr val="445A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00416" y="4608576"/>
              <a:ext cx="548640" cy="1212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788" b="1">
                  <a:solidFill>
                    <a:srgbClr val="13807B"/>
                  </a:solidFill>
                  <a:latin typeface="Calibri"/>
                </a:rPr>
                <a:t>Mercado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483347" y="4594860"/>
              <a:ext cx="1602344" cy="178308"/>
            </a:xfrm>
            <a:prstGeom prst="rect">
              <a:avLst/>
            </a:prstGeom>
            <a:solidFill>
              <a:srgbClr val="1380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085690" y="4265676"/>
              <a:ext cx="0" cy="562356"/>
            </a:xfrm>
            <a:prstGeom prst="line">
              <a:avLst/>
            </a:prstGeom>
            <a:ln w="15875">
              <a:solidFill>
                <a:srgbClr val="C04B4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9708500" y="4869180"/>
              <a:ext cx="164592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50" b="1">
                  <a:solidFill>
                    <a:srgbClr val="C04B4B"/>
                  </a:solidFill>
                  <a:latin typeface="Calibri"/>
                </a:rPr>
                <a:t>Δ tasas vs. competencia</a:t>
              </a:r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0A0355B6-3BB5-7098-0540-B5103E5A7F91}"/>
              </a:ext>
            </a:extLst>
          </p:cNvPr>
          <p:cNvSpPr/>
          <p:nvPr/>
        </p:nvSpPr>
        <p:spPr>
          <a:xfrm>
            <a:off x="184826" y="1097915"/>
            <a:ext cx="11813322" cy="1578286"/>
          </a:xfrm>
          <a:prstGeom prst="rect">
            <a:avLst/>
          </a:prstGeom>
          <a:solidFill>
            <a:srgbClr val="D1D1D1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5764FF1-95AB-038D-63DE-5065F3180336}"/>
              </a:ext>
            </a:extLst>
          </p:cNvPr>
          <p:cNvSpPr/>
          <p:nvPr/>
        </p:nvSpPr>
        <p:spPr>
          <a:xfrm>
            <a:off x="184826" y="4728522"/>
            <a:ext cx="11813322" cy="1578286"/>
          </a:xfrm>
          <a:prstGeom prst="rect">
            <a:avLst/>
          </a:prstGeom>
          <a:solidFill>
            <a:srgbClr val="D1D1D1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D0FA5A7-8B8E-8049-9671-318877DED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6888E979-F666-AF37-E360-98F8BD6B4275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PE"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OFERTA RELEVANTE</a:t>
            </a:r>
            <a:r>
              <a:rPr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 · MARCO METODOLÓGICO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59D8B53D-FB31-7D1D-E9C5-3BAE64A9BA2E}"/>
              </a:ext>
            </a:extLst>
          </p:cNvPr>
          <p:cNvSpPr txBox="1"/>
          <p:nvPr/>
        </p:nvSpPr>
        <p:spPr>
          <a:xfrm>
            <a:off x="493776" y="425196"/>
            <a:ext cx="10312923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La sensibilidad al precio se lee en tres capas: la segmentación ya está lista y hoy revisamos la segunda, cuánto del negocio capturamos</a:t>
            </a:r>
          </a:p>
        </p:txBody>
      </p:sp>
      <p:cxnSp>
        <p:nvCxnSpPr>
          <p:cNvPr id="54" name="Connector 3">
            <a:extLst>
              <a:ext uri="{FF2B5EF4-FFF2-40B4-BE49-F238E27FC236}">
                <a16:creationId xmlns:a16="http://schemas.microsoft.com/office/drawing/2014/main" id="{41CD8226-4A7C-B4D2-F6EE-462C67494CB9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581D-377F-7E2B-B319-5600E6F5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6">
            <a:extLst>
              <a:ext uri="{FF2B5EF4-FFF2-40B4-BE49-F238E27FC236}">
                <a16:creationId xmlns:a16="http://schemas.microsoft.com/office/drawing/2014/main" id="{F0143BA4-96AB-21CF-D708-1BDAFB95D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787445A7-D8CB-2E6F-8F80-E9401B1300ED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 i="0">
                <a:solidFill>
                  <a:srgbClr val="6E7E7D"/>
                </a:solidFill>
                <a:latin typeface="Calibri"/>
                <a:cs typeface="Calibri"/>
              </a:rPr>
              <a:t>OFERTA RELEVANTE · SHARE OF SALES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4A1AE28-C98B-525D-F941-94FAE65F3613}"/>
              </a:ext>
            </a:extLst>
          </p:cNvPr>
          <p:cNvSpPr txBox="1"/>
          <p:nvPr/>
        </p:nvSpPr>
        <p:spPr>
          <a:xfrm>
            <a:off x="493776" y="425196"/>
            <a:ext cx="10312923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PE" sz="1600" b="1" i="0">
                <a:solidFill>
                  <a:srgbClr val="13807B"/>
                </a:solidFill>
                <a:latin typeface="Poppins"/>
                <a:cs typeface="Poppins"/>
              </a:rPr>
              <a:t>Agenda</a:t>
            </a:r>
          </a:p>
        </p:txBody>
      </p:sp>
      <p:cxnSp>
        <p:nvCxnSpPr>
          <p:cNvPr id="7" name="Connector 3">
            <a:extLst>
              <a:ext uri="{FF2B5EF4-FFF2-40B4-BE49-F238E27FC236}">
                <a16:creationId xmlns:a16="http://schemas.microsoft.com/office/drawing/2014/main" id="{B5EAB924-1CC7-D21E-82A1-11EC272205E3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" name="Forma 901"/>
          <p:cNvSpPr/>
          <p:nvPr/>
        </p:nvSpPr>
        <p:spPr>
          <a:xfrm>
            <a:off x="493776" y="1350000"/>
            <a:ext cx="11204463" cy="67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02" name="Forma 902"/>
          <p:cNvSpPr/>
          <p:nvPr/>
        </p:nvSpPr>
        <p:spPr>
          <a:xfrm>
            <a:off x="643776" y="1485000"/>
            <a:ext cx="400000" cy="400000"/>
          </a:xfrm>
          <a:prstGeom prst="ellipse">
            <a:avLst/>
          </a:prstGeom>
          <a:solidFill>
            <a:srgbClr val="13807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903" name="Forma 903"/>
          <p:cNvSpPr/>
          <p:nvPr/>
        </p:nvSpPr>
        <p:spPr>
          <a:xfrm>
            <a:off x="1243776" y="1350000"/>
            <a:ext cx="7500000" cy="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2F3B3A"/>
                </a:solidFill>
                <a:latin typeface="Calibri"/>
                <a:cs typeface="Calibri"/>
              </a:rPr>
              <a:t>Contexto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6E7E7D"/>
                </a:solidFill>
                <a:latin typeface="Calibri"/>
                <a:cs typeface="Calibri"/>
              </a:rPr>
              <a:t>Dónde quedamos en la sesión anterior</a:t>
            </a:r>
          </a:p>
        </p:txBody>
      </p:sp>
      <p:sp>
        <p:nvSpPr>
          <p:cNvPr id="904" name="Forma 904"/>
          <p:cNvSpPr/>
          <p:nvPr/>
        </p:nvSpPr>
        <p:spPr>
          <a:xfrm>
            <a:off x="493776" y="2110000"/>
            <a:ext cx="11204463" cy="67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05" name="Forma 905"/>
          <p:cNvSpPr/>
          <p:nvPr/>
        </p:nvSpPr>
        <p:spPr>
          <a:xfrm>
            <a:off x="643776" y="2245000"/>
            <a:ext cx="400000" cy="400000"/>
          </a:xfrm>
          <a:prstGeom prst="ellipse">
            <a:avLst/>
          </a:prstGeom>
          <a:solidFill>
            <a:srgbClr val="13807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906" name="Forma 906"/>
          <p:cNvSpPr/>
          <p:nvPr/>
        </p:nvSpPr>
        <p:spPr>
          <a:xfrm>
            <a:off x="1243776" y="2110000"/>
            <a:ext cx="7500000" cy="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2F3B3A"/>
                </a:solidFill>
                <a:latin typeface="Calibri"/>
                <a:cs typeface="Calibri"/>
              </a:rPr>
              <a:t>Lo que ya habíamos visto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6E7E7D"/>
                </a:solidFill>
                <a:latin typeface="Calibri"/>
                <a:cs typeface="Calibri"/>
              </a:rPr>
              <a:t>El embudo de share of sales de oferta relevante</a:t>
            </a:r>
          </a:p>
        </p:txBody>
      </p:sp>
      <p:sp>
        <p:nvSpPr>
          <p:cNvPr id="907" name="Forma 907"/>
          <p:cNvSpPr/>
          <p:nvPr/>
        </p:nvSpPr>
        <p:spPr>
          <a:xfrm>
            <a:off x="493776" y="2870000"/>
            <a:ext cx="11204463" cy="67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08" name="Forma 908"/>
          <p:cNvSpPr/>
          <p:nvPr/>
        </p:nvSpPr>
        <p:spPr>
          <a:xfrm>
            <a:off x="643776" y="3005000"/>
            <a:ext cx="400000" cy="400000"/>
          </a:xfrm>
          <a:prstGeom prst="ellipse">
            <a:avLst/>
          </a:prstGeom>
          <a:solidFill>
            <a:srgbClr val="13807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909" name="Forma 909"/>
          <p:cNvSpPr/>
          <p:nvPr/>
        </p:nvSpPr>
        <p:spPr>
          <a:xfrm>
            <a:off x="1243776" y="2870000"/>
            <a:ext cx="7500000" cy="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2F3B3A"/>
                </a:solidFill>
                <a:latin typeface="Calibri"/>
                <a:cs typeface="Calibri"/>
              </a:rPr>
              <a:t>Desembolsos &lt;70%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6E7E7D"/>
                </a:solidFill>
                <a:latin typeface="Calibri"/>
                <a:cs typeface="Calibri"/>
              </a:rPr>
              <a:t>¿La competencia cobró más caro? y su impacto en el share relevante</a:t>
            </a:r>
          </a:p>
        </p:txBody>
      </p:sp>
      <p:sp>
        <p:nvSpPr>
          <p:cNvPr id="910" name="Forma 910"/>
          <p:cNvSpPr/>
          <p:nvPr/>
        </p:nvSpPr>
        <p:spPr>
          <a:xfrm>
            <a:off x="493776" y="3630000"/>
            <a:ext cx="11204463" cy="67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11" name="Forma 911"/>
          <p:cNvSpPr/>
          <p:nvPr/>
        </p:nvSpPr>
        <p:spPr>
          <a:xfrm>
            <a:off x="643776" y="3765000"/>
            <a:ext cx="400000" cy="400000"/>
          </a:xfrm>
          <a:prstGeom prst="ellipse">
            <a:avLst/>
          </a:prstGeom>
          <a:solidFill>
            <a:srgbClr val="13807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912" name="Forma 912"/>
          <p:cNvSpPr/>
          <p:nvPr/>
        </p:nvSpPr>
        <p:spPr>
          <a:xfrm>
            <a:off x="1243776" y="3630000"/>
            <a:ext cx="7500000" cy="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2F3B3A"/>
                </a:solidFill>
                <a:latin typeface="Calibri"/>
                <a:cs typeface="Calibri"/>
              </a:rPr>
              <a:t>Foto del último periodo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6E7E7D"/>
                </a:solidFill>
                <a:latin typeface="Calibri"/>
                <a:cs typeface="Calibri"/>
              </a:rPr>
              <a:t>Dónde está hoy la oportunidad en cada segmento</a:t>
            </a:r>
          </a:p>
        </p:txBody>
      </p:sp>
      <p:sp>
        <p:nvSpPr>
          <p:cNvPr id="913" name="Forma 913"/>
          <p:cNvSpPr/>
          <p:nvPr/>
        </p:nvSpPr>
        <p:spPr>
          <a:xfrm>
            <a:off x="493776" y="4390000"/>
            <a:ext cx="11204463" cy="67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14" name="Forma 914"/>
          <p:cNvSpPr/>
          <p:nvPr/>
        </p:nvSpPr>
        <p:spPr>
          <a:xfrm>
            <a:off x="643776" y="4525000"/>
            <a:ext cx="400000" cy="400000"/>
          </a:xfrm>
          <a:prstGeom prst="ellipse">
            <a:avLst/>
          </a:prstGeom>
          <a:solidFill>
            <a:srgbClr val="13807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915" name="Forma 915"/>
          <p:cNvSpPr/>
          <p:nvPr/>
        </p:nvSpPr>
        <p:spPr>
          <a:xfrm>
            <a:off x="1243776" y="4390000"/>
            <a:ext cx="7500000" cy="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2F3B3A"/>
                </a:solidFill>
                <a:latin typeface="Calibri"/>
                <a:cs typeface="Calibri"/>
              </a:rPr>
              <a:t>Evolutivo por segmento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6E7E7D"/>
                </a:solidFill>
                <a:latin typeface="Calibri"/>
                <a:cs typeface="Calibri"/>
              </a:rPr>
              <a:t>Cómo llegó cada segmento hasta aquí: con deuda y sin deuda</a:t>
            </a:r>
          </a:p>
        </p:txBody>
      </p:sp>
      <p:sp>
        <p:nvSpPr>
          <p:cNvPr id="916" name="Forma 916"/>
          <p:cNvSpPr/>
          <p:nvPr/>
        </p:nvSpPr>
        <p:spPr>
          <a:xfrm>
            <a:off x="493776" y="5150000"/>
            <a:ext cx="11204463" cy="67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17" name="Forma 917"/>
          <p:cNvSpPr/>
          <p:nvPr/>
        </p:nvSpPr>
        <p:spPr>
          <a:xfrm>
            <a:off x="643776" y="5285000"/>
            <a:ext cx="400000" cy="400000"/>
          </a:xfrm>
          <a:prstGeom prst="ellipse">
            <a:avLst/>
          </a:prstGeom>
          <a:solidFill>
            <a:srgbClr val="13807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918" name="Forma 918"/>
          <p:cNvSpPr/>
          <p:nvPr/>
        </p:nvSpPr>
        <p:spPr>
          <a:xfrm>
            <a:off x="1243776" y="5150000"/>
            <a:ext cx="7500000" cy="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2F3B3A"/>
                </a:solidFill>
                <a:latin typeface="Calibri"/>
                <a:cs typeface="Calibri"/>
              </a:rPr>
              <a:t>Próximos pasos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6E7E7D"/>
                </a:solidFill>
                <a:latin typeface="Calibri"/>
                <a:cs typeface="Calibri"/>
              </a:rPr>
              <a:t>Qué haremos con esta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943233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581D-377F-7E2B-B319-5600E6F5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6">
            <a:extLst>
              <a:ext uri="{FF2B5EF4-FFF2-40B4-BE49-F238E27FC236}">
                <a16:creationId xmlns:a16="http://schemas.microsoft.com/office/drawing/2014/main" id="{F0143BA4-96AB-21CF-D708-1BDAFB95D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787445A7-D8CB-2E6F-8F80-E9401B1300ED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 i="0">
                <a:solidFill>
                  <a:srgbClr val="6E7E7D"/>
                </a:solidFill>
                <a:latin typeface="Calibri"/>
                <a:cs typeface="Calibri"/>
              </a:rPr>
              <a:t>CONTEXTO DE LA SESIÓN ANTERIOR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4A1AE28-C98B-525D-F941-94FAE65F3613}"/>
              </a:ext>
            </a:extLst>
          </p:cNvPr>
          <p:cNvSpPr txBox="1"/>
          <p:nvPr/>
        </p:nvSpPr>
        <p:spPr>
          <a:xfrm>
            <a:off x="493776" y="425196"/>
            <a:ext cx="10312923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PE" sz="1600" b="1" i="0">
                <a:solidFill>
                  <a:srgbClr val="13807B"/>
                </a:solidFill>
                <a:latin typeface="Poppins"/>
                <a:cs typeface="Poppins"/>
              </a:rPr>
              <a:t>En la sesión anterior quedó abierto si los desembolsos &lt;70% deben excluirse del share relevante; hoy traemos la evaluación de su tasa</a:t>
            </a:r>
          </a:p>
        </p:txBody>
      </p:sp>
      <p:cxnSp>
        <p:nvCxnSpPr>
          <p:cNvPr id="7" name="Connector 3">
            <a:extLst>
              <a:ext uri="{FF2B5EF4-FFF2-40B4-BE49-F238E27FC236}">
                <a16:creationId xmlns:a16="http://schemas.microsoft.com/office/drawing/2014/main" id="{B5EAB924-1CC7-D21E-82A1-11EC272205E3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Forma 922"/>
          <p:cNvSpPr/>
          <p:nvPr/>
        </p:nvSpPr>
        <p:spPr>
          <a:xfrm>
            <a:off x="493776" y="1350000"/>
            <a:ext cx="3534821" cy="2400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23" name="Forma 923"/>
          <p:cNvSpPr/>
          <p:nvPr/>
        </p:nvSpPr>
        <p:spPr>
          <a:xfrm>
            <a:off x="493776" y="1350000"/>
            <a:ext cx="3534821" cy="24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9144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s-PE" sz="1000" b="1" i="0" dirty="0">
                <a:solidFill>
                  <a:srgbClr val="6E7E7D"/>
                </a:solidFill>
                <a:latin typeface="Calibri"/>
                <a:cs typeface="Calibri"/>
              </a:rPr>
              <a:t>1 · QUÉ PRESENTAMOS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PE" sz="1400" b="1" i="0" dirty="0">
                <a:solidFill>
                  <a:srgbClr val="2F3B3A"/>
                </a:solidFill>
                <a:latin typeface="Calibri"/>
                <a:cs typeface="Calibri"/>
              </a:rPr>
              <a:t>El share of sales de oferta relevante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200" b="0" i="0" dirty="0">
                <a:solidFill>
                  <a:srgbClr val="2F3B3A"/>
                </a:solidFill>
                <a:latin typeface="Calibri"/>
                <a:cs typeface="Calibri"/>
              </a:rPr>
              <a:t>A diferencia de la PDM total, separa lo que perdimos por precio de lo que nunca fue disputable o no llegamos a gestionar.</a:t>
            </a:r>
          </a:p>
        </p:txBody>
      </p:sp>
      <p:sp>
        <p:nvSpPr>
          <p:cNvPr id="924" name="Forma 924"/>
          <p:cNvSpPr/>
          <p:nvPr/>
        </p:nvSpPr>
        <p:spPr>
          <a:xfrm>
            <a:off x="4068597" y="2430000"/>
            <a:ext cx="220000" cy="240000"/>
          </a:xfrm>
          <a:prstGeom prst="rightArrow">
            <a:avLst/>
          </a:prstGeom>
          <a:solidFill>
            <a:srgbClr val="C9D3D2"/>
          </a:solidFill>
          <a:ln>
            <a:noFill/>
          </a:ln>
        </p:spPr>
        <p:txBody>
          <a:bodyPr wrap="square" lIns="72000" tIns="45720" rIns="72000" bIns="45720" anchor="t">
            <a:normAutofit fontScale="40000" lnSpcReduction="20000"/>
          </a:bodyPr>
          <a:lstStyle/>
          <a:p>
            <a:endParaRPr lang="es-PE" sz="600"/>
          </a:p>
        </p:txBody>
      </p:sp>
      <p:sp>
        <p:nvSpPr>
          <p:cNvPr id="925" name="Forma 925"/>
          <p:cNvSpPr/>
          <p:nvPr/>
        </p:nvSpPr>
        <p:spPr>
          <a:xfrm>
            <a:off x="4328597" y="1350000"/>
            <a:ext cx="3534821" cy="2400000"/>
          </a:xfrm>
          <a:prstGeom prst="rect">
            <a:avLst/>
          </a:prstGeom>
          <a:solidFill>
            <a:srgbClr val="FDF3D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26" name="Forma 926"/>
          <p:cNvSpPr/>
          <p:nvPr/>
        </p:nvSpPr>
        <p:spPr>
          <a:xfrm>
            <a:off x="4328597" y="1350000"/>
            <a:ext cx="3534821" cy="24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9144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s-PE" sz="1000" b="1" i="0" dirty="0">
                <a:solidFill>
                  <a:srgbClr val="8A5A0B"/>
                </a:solidFill>
                <a:latin typeface="Calibri"/>
                <a:cs typeface="Calibri"/>
              </a:rPr>
              <a:t>2 · QUÉ QUEDÓ ABIERTO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PE" sz="1400" b="1" i="0" dirty="0">
                <a:solidFill>
                  <a:srgbClr val="2F3B3A"/>
                </a:solidFill>
                <a:latin typeface="Calibri"/>
                <a:cs typeface="Calibri"/>
              </a:rPr>
              <a:t>¿Excluir o no los desembolsos &lt;70%?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200" b="0" i="0" dirty="0">
                <a:solidFill>
                  <a:srgbClr val="2F3B3A"/>
                </a:solidFill>
                <a:latin typeface="Calibri"/>
                <a:cs typeface="Calibri"/>
              </a:rPr>
              <a:t>Son desembolsos de la competencia por menos del 70% de lo ofertado por IBK. Se excluían bajo la hipótesis de que, al ser menor monto, la competencia cobró más caro: no sería pérdida por precio.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i="0" dirty="0">
                <a:solidFill>
                  <a:srgbClr val="8A5A0B"/>
                </a:solidFill>
                <a:latin typeface="Calibri"/>
                <a:cs typeface="Calibri"/>
              </a:rPr>
              <a:t>Pendiente: evaluar la tasa de esos desembolsos.</a:t>
            </a:r>
          </a:p>
        </p:txBody>
      </p:sp>
      <p:sp>
        <p:nvSpPr>
          <p:cNvPr id="927" name="Forma 927"/>
          <p:cNvSpPr/>
          <p:nvPr/>
        </p:nvSpPr>
        <p:spPr>
          <a:xfrm>
            <a:off x="7903418" y="2430000"/>
            <a:ext cx="220000" cy="240000"/>
          </a:xfrm>
          <a:prstGeom prst="rightArrow">
            <a:avLst/>
          </a:prstGeom>
          <a:solidFill>
            <a:srgbClr val="C9D3D2"/>
          </a:solidFill>
          <a:ln>
            <a:noFill/>
          </a:ln>
        </p:spPr>
        <p:txBody>
          <a:bodyPr wrap="square" lIns="72000" tIns="45720" rIns="72000" bIns="45720" anchor="t">
            <a:normAutofit fontScale="40000" lnSpcReduction="20000"/>
          </a:bodyPr>
          <a:lstStyle/>
          <a:p>
            <a:endParaRPr lang="es-PE" sz="600"/>
          </a:p>
        </p:txBody>
      </p:sp>
      <p:sp>
        <p:nvSpPr>
          <p:cNvPr id="928" name="Forma 928"/>
          <p:cNvSpPr/>
          <p:nvPr/>
        </p:nvSpPr>
        <p:spPr>
          <a:xfrm>
            <a:off x="8163418" y="1350000"/>
            <a:ext cx="3534821" cy="240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29" name="Forma 929"/>
          <p:cNvSpPr/>
          <p:nvPr/>
        </p:nvSpPr>
        <p:spPr>
          <a:xfrm>
            <a:off x="8163418" y="1350000"/>
            <a:ext cx="3534821" cy="24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9144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s-PE" sz="1000" b="1" i="0" dirty="0">
                <a:solidFill>
                  <a:srgbClr val="13807B"/>
                </a:solidFill>
                <a:latin typeface="Calibri"/>
                <a:cs typeface="Calibri"/>
              </a:rPr>
              <a:t>3 · QUÉ TRAEMOS HOY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PE" sz="1400" b="1" i="0" dirty="0">
                <a:solidFill>
                  <a:srgbClr val="2F3B3A"/>
                </a:solidFill>
                <a:latin typeface="Calibri"/>
                <a:cs typeface="Calibri"/>
              </a:rPr>
              <a:t>La evaluación de la tasa y su impacto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200" b="0" i="0" dirty="0">
                <a:solidFill>
                  <a:srgbClr val="2F3B3A"/>
                </a:solidFill>
                <a:latin typeface="Calibri"/>
                <a:cs typeface="Calibri"/>
              </a:rPr>
              <a:t>Tasa inferida de la competencia vs. nuestra oferta en los &lt;70%.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200" b="0" i="0" dirty="0">
                <a:solidFill>
                  <a:srgbClr val="2F3B3A"/>
                </a:solidFill>
                <a:latin typeface="Calibri"/>
                <a:cs typeface="Calibri"/>
              </a:rPr>
              <a:t>Cómo cambia el share relevante al reincorporarlos.</a:t>
            </a:r>
          </a:p>
        </p:txBody>
      </p:sp>
      <p:sp>
        <p:nvSpPr>
          <p:cNvPr id="930" name="Forma 930"/>
          <p:cNvSpPr/>
          <p:nvPr/>
        </p:nvSpPr>
        <p:spPr>
          <a:xfrm>
            <a:off x="493776" y="4000000"/>
            <a:ext cx="11204463" cy="105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182880" tIns="91440" rIns="182880" bIns="9144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s-PE" sz="1000" b="1" i="0" dirty="0">
                <a:solidFill>
                  <a:srgbClr val="FFFFFF"/>
                </a:solidFill>
                <a:latin typeface="Calibri"/>
                <a:cs typeface="Calibri"/>
              </a:rPr>
              <a:t>LA PREGUNTA DE HOY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 i="0" dirty="0">
                <a:solidFill>
                  <a:srgbClr val="FFFFFF"/>
                </a:solidFill>
                <a:latin typeface="Calibri"/>
                <a:cs typeface="Calibri"/>
              </a:rPr>
              <a:t>¿Los desembolsos &lt;70% son pérdidas por precio? Si la competencia cobró igual o menos que nuestra oferta, sí lo son y deben volver al share relevante.</a:t>
            </a:r>
          </a:p>
        </p:txBody>
      </p:sp>
    </p:spTree>
    <p:extLst>
      <p:ext uri="{BB962C8B-B14F-4D97-AF65-F5344CB8AC3E}">
        <p14:creationId xmlns:p14="http://schemas.microsoft.com/office/powerpoint/2010/main" val="1445195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66581D-377F-7E2B-B319-5600E6F5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think-cell data - do not delete" hidden="1">
            <a:extLst>
              <a:ext uri="{FF2B5EF4-FFF2-40B4-BE49-F238E27FC236}">
                <a16:creationId xmlns:a16="http://schemas.microsoft.com/office/drawing/2014/main" id="{5F0F7915-8A71-2D71-1454-D70CDC4FE54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158421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4" imgW="7772400" imgH="10058400" progId="TCLayout.ActiveDocument.1">
                  <p:embed/>
                </p:oleObj>
              </mc:Choice>
              <mc:Fallback>
                <p:oleObj name="Diapositiva de thinkcell" r:id="rId4" imgW="7772400" imgH="10058400" progId="TCLayout.ActiveDocument.1">
                  <p:embed/>
                  <p:pic>
                    <p:nvPicPr>
                      <p:cNvPr id="10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0F7915-8A71-2D71-1454-D70CDC4FE5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Shape 96">
            <a:extLst>
              <a:ext uri="{FF2B5EF4-FFF2-40B4-BE49-F238E27FC236}">
                <a16:creationId xmlns:a16="http://schemas.microsoft.com/office/drawing/2014/main" id="{904C04EC-BE0B-5BB6-E296-202589795672}"/>
              </a:ext>
            </a:extLst>
          </p:cNvPr>
          <p:cNvSpPr/>
          <p:nvPr/>
        </p:nvSpPr>
        <p:spPr>
          <a:xfrm>
            <a:off x="493777" y="6174524"/>
            <a:ext cx="11204143" cy="271995"/>
          </a:xfrm>
          <a:prstGeom prst="rect">
            <a:avLst/>
          </a:prstGeom>
          <a:solidFill>
            <a:srgbClr val="ECF6F5"/>
          </a:solidFill>
          <a:ln w="12700">
            <a:solidFill>
              <a:srgbClr val="ECF6F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0" name="Shape 97">
            <a:extLst>
              <a:ext uri="{FF2B5EF4-FFF2-40B4-BE49-F238E27FC236}">
                <a16:creationId xmlns:a16="http://schemas.microsoft.com/office/drawing/2014/main" id="{1D7E4168-A477-C49E-076A-489716BDEB27}"/>
              </a:ext>
            </a:extLst>
          </p:cNvPr>
          <p:cNvSpPr/>
          <p:nvPr/>
        </p:nvSpPr>
        <p:spPr>
          <a:xfrm>
            <a:off x="512065" y="6168062"/>
            <a:ext cx="45719" cy="278457"/>
          </a:xfrm>
          <a:prstGeom prst="rect">
            <a:avLst/>
          </a:prstGeom>
          <a:solidFill>
            <a:srgbClr val="13807B"/>
          </a:solidFill>
          <a:ln w="12700">
            <a:solidFill>
              <a:srgbClr val="1380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1" name="Text 98">
            <a:extLst>
              <a:ext uri="{FF2B5EF4-FFF2-40B4-BE49-F238E27FC236}">
                <a16:creationId xmlns:a16="http://schemas.microsoft.com/office/drawing/2014/main" id="{6DE5C342-6EF1-2830-CD08-002FF40DB573}"/>
              </a:ext>
            </a:extLst>
          </p:cNvPr>
          <p:cNvSpPr txBox="1"/>
          <p:nvPr/>
        </p:nvSpPr>
        <p:spPr>
          <a:xfrm>
            <a:off x="694945" y="6174526"/>
            <a:ext cx="10838383" cy="271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desembolsos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infieren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delta de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(RCC), solo se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err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incrementos</a:t>
            </a:r>
            <a:r>
              <a:rPr lang="en-US" sz="1100" b="1">
                <a:solidFill>
                  <a:srgbClr val="0C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S/50,000.</a:t>
            </a:r>
            <a:endParaRPr lang="en-US" sz="1100"/>
          </a:p>
        </p:txBody>
      </p:sp>
      <p:sp>
        <p:nvSpPr>
          <p:cNvPr id="137" name="Text 7">
            <a:extLst>
              <a:ext uri="{FF2B5EF4-FFF2-40B4-BE49-F238E27FC236}">
                <a16:creationId xmlns:a16="http://schemas.microsoft.com/office/drawing/2014/main" id="{F65F860F-8FE9-5D2E-D7C0-0A2BDAE642A4}"/>
              </a:ext>
            </a:extLst>
          </p:cNvPr>
          <p:cNvSpPr txBox="1"/>
          <p:nvPr/>
        </p:nvSpPr>
        <p:spPr>
          <a:xfrm>
            <a:off x="548640" y="1420977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base de desembolsos, dos formas distintas de medir la competencia:</a:t>
            </a:r>
            <a:endParaRPr lang="en-US" sz="1200"/>
          </a:p>
        </p:txBody>
      </p:sp>
      <p:sp>
        <p:nvSpPr>
          <p:cNvPr id="145" name="Shape 8">
            <a:extLst>
              <a:ext uri="{FF2B5EF4-FFF2-40B4-BE49-F238E27FC236}">
                <a16:creationId xmlns:a16="http://schemas.microsoft.com/office/drawing/2014/main" id="{B809279A-AD39-84C1-DA59-D0B6526C0F31}"/>
              </a:ext>
            </a:extLst>
          </p:cNvPr>
          <p:cNvSpPr/>
          <p:nvPr/>
        </p:nvSpPr>
        <p:spPr>
          <a:xfrm>
            <a:off x="548640" y="1813560"/>
            <a:ext cx="5120640" cy="457200"/>
          </a:xfrm>
          <a:prstGeom prst="rect">
            <a:avLst/>
          </a:prstGeom>
          <a:solidFill>
            <a:srgbClr val="445A6E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46" name="Text 9">
            <a:extLst>
              <a:ext uri="{FF2B5EF4-FFF2-40B4-BE49-F238E27FC236}">
                <a16:creationId xmlns:a16="http://schemas.microsoft.com/office/drawing/2014/main" id="{2CB62D8B-9E07-4FA3-060C-F736C876B3EA}"/>
              </a:ext>
            </a:extLst>
          </p:cNvPr>
          <p:cNvSpPr txBox="1"/>
          <p:nvPr/>
        </p:nvSpPr>
        <p:spPr>
          <a:xfrm>
            <a:off x="548640" y="181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total</a:t>
            </a:r>
            <a:endParaRPr lang="en-US" sz="1400"/>
          </a:p>
        </p:txBody>
      </p:sp>
      <p:sp>
        <p:nvSpPr>
          <p:cNvPr id="147" name="Shape 10">
            <a:extLst>
              <a:ext uri="{FF2B5EF4-FFF2-40B4-BE49-F238E27FC236}">
                <a16:creationId xmlns:a16="http://schemas.microsoft.com/office/drawing/2014/main" id="{36DD3AC9-BBF5-FD04-9140-67563BDD6447}"/>
              </a:ext>
            </a:extLst>
          </p:cNvPr>
          <p:cNvSpPr/>
          <p:nvPr/>
        </p:nvSpPr>
        <p:spPr>
          <a:xfrm>
            <a:off x="548640" y="227076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DE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48" name="Text 11">
            <a:extLst>
              <a:ext uri="{FF2B5EF4-FFF2-40B4-BE49-F238E27FC236}">
                <a16:creationId xmlns:a16="http://schemas.microsoft.com/office/drawing/2014/main" id="{93521A68-DD10-0B8D-9465-B747CEDFCF5E}"/>
              </a:ext>
            </a:extLst>
          </p:cNvPr>
          <p:cNvSpPr txBox="1"/>
          <p:nvPr/>
        </p:nvSpPr>
        <p:spPr>
          <a:xfrm>
            <a:off x="822960" y="2590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3E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Desembolsos IBK</a:t>
            </a:r>
            <a:endParaRPr lang="en-US" sz="1600"/>
          </a:p>
        </p:txBody>
      </p:sp>
      <p:sp>
        <p:nvSpPr>
          <p:cNvPr id="149" name="Shape 12">
            <a:extLst>
              <a:ext uri="{FF2B5EF4-FFF2-40B4-BE49-F238E27FC236}">
                <a16:creationId xmlns:a16="http://schemas.microsoft.com/office/drawing/2014/main" id="{4653F846-C0BE-9362-E98B-6117C425BB19}"/>
              </a:ext>
            </a:extLst>
          </p:cNvPr>
          <p:cNvSpPr/>
          <p:nvPr/>
        </p:nvSpPr>
        <p:spPr>
          <a:xfrm>
            <a:off x="1463040" y="3020568"/>
            <a:ext cx="3291840" cy="0"/>
          </a:xfrm>
          <a:prstGeom prst="line">
            <a:avLst/>
          </a:prstGeom>
          <a:noFill/>
          <a:ln w="15875">
            <a:solidFill>
              <a:srgbClr val="3E5553"/>
            </a:solidFill>
            <a:prstDash val="solid"/>
            <a:tailEnd type="none"/>
          </a:ln>
        </p:spPr>
        <p:txBody>
          <a:bodyPr/>
          <a:lstStyle/>
          <a:p>
            <a:endParaRPr lang="en-PE"/>
          </a:p>
        </p:txBody>
      </p:sp>
      <p:sp>
        <p:nvSpPr>
          <p:cNvPr id="150" name="Text 13">
            <a:extLst>
              <a:ext uri="{FF2B5EF4-FFF2-40B4-BE49-F238E27FC236}">
                <a16:creationId xmlns:a16="http://schemas.microsoft.com/office/drawing/2014/main" id="{D93F710E-7A58-E2CB-CBA1-7B6E47138304}"/>
              </a:ext>
            </a:extLst>
          </p:cNvPr>
          <p:cNvSpPr txBox="1"/>
          <p:nvPr/>
        </p:nvSpPr>
        <p:spPr>
          <a:xfrm>
            <a:off x="822960" y="3093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3E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desembolsos RCC</a:t>
            </a:r>
            <a:endParaRPr lang="en-US" sz="1600"/>
          </a:p>
        </p:txBody>
      </p:sp>
      <p:sp>
        <p:nvSpPr>
          <p:cNvPr id="151" name="Shape 14">
            <a:extLst>
              <a:ext uri="{FF2B5EF4-FFF2-40B4-BE49-F238E27FC236}">
                <a16:creationId xmlns:a16="http://schemas.microsoft.com/office/drawing/2014/main" id="{CFBBF916-45AB-8F71-3394-A8FD94B9EF20}"/>
              </a:ext>
            </a:extLst>
          </p:cNvPr>
          <p:cNvSpPr/>
          <p:nvPr/>
        </p:nvSpPr>
        <p:spPr>
          <a:xfrm>
            <a:off x="1051560" y="37795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CEBEB"/>
          </a:solidFill>
          <a:ln w="15875">
            <a:solidFill>
              <a:srgbClr val="C04B4B"/>
            </a:solidFill>
            <a:prstDash val="dash"/>
          </a:ln>
        </p:spPr>
        <p:txBody>
          <a:bodyPr/>
          <a:lstStyle/>
          <a:p>
            <a:endParaRPr lang="en-PE"/>
          </a:p>
        </p:txBody>
      </p:sp>
      <p:sp>
        <p:nvSpPr>
          <p:cNvPr id="152" name="Text 15">
            <a:extLst>
              <a:ext uri="{FF2B5EF4-FFF2-40B4-BE49-F238E27FC236}">
                <a16:creationId xmlns:a16="http://schemas.microsoft.com/office/drawing/2014/main" id="{CA0D64E5-E4A4-2351-F7CB-C8E75F17CC72}"/>
              </a:ext>
            </a:extLst>
          </p:cNvPr>
          <p:cNvSpPr txBox="1"/>
          <p:nvPr/>
        </p:nvSpPr>
        <p:spPr>
          <a:xfrm>
            <a:off x="1234440" y="3898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Mezcla, sin distinguir:</a:t>
            </a:r>
            <a:endParaRPr lang="en-US" sz="1200"/>
          </a:p>
        </p:txBody>
      </p:sp>
      <p:sp>
        <p:nvSpPr>
          <p:cNvPr id="153" name="Text 16">
            <a:extLst>
              <a:ext uri="{FF2B5EF4-FFF2-40B4-BE49-F238E27FC236}">
                <a16:creationId xmlns:a16="http://schemas.microsoft.com/office/drawing/2014/main" id="{97DE4D20-C798-5D79-6B46-5E2C2DBBDCF1}"/>
              </a:ext>
            </a:extLst>
          </p:cNvPr>
          <p:cNvSpPr txBox="1"/>
          <p:nvPr/>
        </p:nvSpPr>
        <p:spPr>
          <a:xfrm>
            <a:off x="1234440" y="4191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 ·  </a:t>
            </a:r>
            <a:r>
              <a:rPr lang="en-US" sz="1200" err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r>
              <a:rPr lang="en-US" sz="120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Interna  ·  Ticket  ·  Gestión</a:t>
            </a:r>
            <a:endParaRPr lang="en-US" sz="1200"/>
          </a:p>
        </p:txBody>
      </p:sp>
      <p:sp>
        <p:nvSpPr>
          <p:cNvPr id="154" name="Text 17">
            <a:extLst>
              <a:ext uri="{FF2B5EF4-FFF2-40B4-BE49-F238E27FC236}">
                <a16:creationId xmlns:a16="http://schemas.microsoft.com/office/drawing/2014/main" id="{C9DAAE78-092B-1708-4512-E4A87D91F63F}"/>
              </a:ext>
            </a:extLst>
          </p:cNvPr>
          <p:cNvSpPr txBox="1"/>
          <p:nvPr/>
        </p:nvSpPr>
        <p:spPr>
          <a:xfrm>
            <a:off x="1234440" y="4483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Castiga por igual lo evitable y lo que nunca fue disputable.</a:t>
            </a:r>
            <a:endParaRPr lang="en-US" sz="950"/>
          </a:p>
        </p:txBody>
      </p:sp>
      <p:sp>
        <p:nvSpPr>
          <p:cNvPr id="155" name="Shape 18">
            <a:extLst>
              <a:ext uri="{FF2B5EF4-FFF2-40B4-BE49-F238E27FC236}">
                <a16:creationId xmlns:a16="http://schemas.microsoft.com/office/drawing/2014/main" id="{CC6D1AF4-FB61-6AD4-D87D-6DF2F8CB3F04}"/>
              </a:ext>
            </a:extLst>
          </p:cNvPr>
          <p:cNvSpPr/>
          <p:nvPr/>
        </p:nvSpPr>
        <p:spPr>
          <a:xfrm>
            <a:off x="5897880" y="1813560"/>
            <a:ext cx="5715000" cy="457200"/>
          </a:xfrm>
          <a:prstGeom prst="rect">
            <a:avLst/>
          </a:prstGeom>
          <a:solidFill>
            <a:srgbClr val="445A6E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6" name="Text 19">
            <a:extLst>
              <a:ext uri="{FF2B5EF4-FFF2-40B4-BE49-F238E27FC236}">
                <a16:creationId xmlns:a16="http://schemas.microsoft.com/office/drawing/2014/main" id="{91171BE0-E6E3-82EE-DE51-7EDCA4FDE125}"/>
              </a:ext>
            </a:extLst>
          </p:cNvPr>
          <p:cNvSpPr txBox="1"/>
          <p:nvPr/>
        </p:nvSpPr>
        <p:spPr>
          <a:xfrm>
            <a:off x="5897880" y="181356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Sales de oferta relevante</a:t>
            </a:r>
            <a:endParaRPr lang="en-US" sz="1400"/>
          </a:p>
        </p:txBody>
      </p:sp>
      <p:sp>
        <p:nvSpPr>
          <p:cNvPr id="157" name="Shape 20">
            <a:extLst>
              <a:ext uri="{FF2B5EF4-FFF2-40B4-BE49-F238E27FC236}">
                <a16:creationId xmlns:a16="http://schemas.microsoft.com/office/drawing/2014/main" id="{F0CEA1D1-2533-17B4-D3C7-13DC0E1785EF}"/>
              </a:ext>
            </a:extLst>
          </p:cNvPr>
          <p:cNvSpPr/>
          <p:nvPr/>
        </p:nvSpPr>
        <p:spPr>
          <a:xfrm>
            <a:off x="5897880" y="2270760"/>
            <a:ext cx="5715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DE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58" name="Shape 21">
            <a:extLst>
              <a:ext uri="{FF2B5EF4-FFF2-40B4-BE49-F238E27FC236}">
                <a16:creationId xmlns:a16="http://schemas.microsoft.com/office/drawing/2014/main" id="{05C62DB6-2D46-C101-CD5F-B0DA093DBE7A}"/>
              </a:ext>
            </a:extLst>
          </p:cNvPr>
          <p:cNvSpPr/>
          <p:nvPr/>
        </p:nvSpPr>
        <p:spPr>
          <a:xfrm>
            <a:off x="6309360" y="2453640"/>
            <a:ext cx="4892040" cy="457200"/>
          </a:xfrm>
          <a:prstGeom prst="roundRect">
            <a:avLst>
              <a:gd name="adj" fmla="val 16000"/>
            </a:avLst>
          </a:prstGeom>
          <a:solidFill>
            <a:srgbClr val="FCF3E3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9" name="Text 22">
            <a:extLst>
              <a:ext uri="{FF2B5EF4-FFF2-40B4-BE49-F238E27FC236}">
                <a16:creationId xmlns:a16="http://schemas.microsoft.com/office/drawing/2014/main" id="{5F098BE6-A115-9A5A-2A83-B69F7879F75E}"/>
              </a:ext>
            </a:extLst>
          </p:cNvPr>
          <p:cNvSpPr txBox="1"/>
          <p:nvPr/>
        </p:nvSpPr>
        <p:spPr>
          <a:xfrm>
            <a:off x="6309360" y="2453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E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Desembolsos que aparentan pérdidas</a:t>
            </a:r>
            <a:endParaRPr lang="en-US" sz="1400"/>
          </a:p>
        </p:txBody>
      </p:sp>
      <p:sp>
        <p:nvSpPr>
          <p:cNvPr id="160" name="Shape 23">
            <a:extLst>
              <a:ext uri="{FF2B5EF4-FFF2-40B4-BE49-F238E27FC236}">
                <a16:creationId xmlns:a16="http://schemas.microsoft.com/office/drawing/2014/main" id="{49FB900C-9982-4B8C-27A8-B46AB1947BA2}"/>
              </a:ext>
            </a:extLst>
          </p:cNvPr>
          <p:cNvSpPr/>
          <p:nvPr/>
        </p:nvSpPr>
        <p:spPr>
          <a:xfrm>
            <a:off x="8755380" y="2910840"/>
            <a:ext cx="0" cy="137160"/>
          </a:xfrm>
          <a:prstGeom prst="line">
            <a:avLst/>
          </a:prstGeom>
          <a:noFill/>
          <a:ln w="15875">
            <a:solidFill>
              <a:srgbClr val="6E7E7D"/>
            </a:solidFill>
            <a:prstDash val="solid"/>
            <a:tailEnd type="none"/>
          </a:ln>
        </p:spPr>
        <p:txBody>
          <a:bodyPr/>
          <a:lstStyle/>
          <a:p>
            <a:endParaRPr lang="en-PE"/>
          </a:p>
        </p:txBody>
      </p:sp>
      <p:sp>
        <p:nvSpPr>
          <p:cNvPr id="161" name="Shape 24">
            <a:extLst>
              <a:ext uri="{FF2B5EF4-FFF2-40B4-BE49-F238E27FC236}">
                <a16:creationId xmlns:a16="http://schemas.microsoft.com/office/drawing/2014/main" id="{466FC613-F214-4205-C87E-602E56DC2FBD}"/>
              </a:ext>
            </a:extLst>
          </p:cNvPr>
          <p:cNvSpPr/>
          <p:nvPr/>
        </p:nvSpPr>
        <p:spPr>
          <a:xfrm>
            <a:off x="6972300" y="3048000"/>
            <a:ext cx="3566160" cy="0"/>
          </a:xfrm>
          <a:prstGeom prst="line">
            <a:avLst/>
          </a:prstGeom>
          <a:noFill/>
          <a:ln w="15875">
            <a:solidFill>
              <a:srgbClr val="6E7E7D"/>
            </a:solidFill>
            <a:prstDash val="solid"/>
            <a:tailEnd type="none"/>
          </a:ln>
        </p:spPr>
        <p:txBody>
          <a:bodyPr/>
          <a:lstStyle/>
          <a:p>
            <a:endParaRPr lang="en-PE"/>
          </a:p>
        </p:txBody>
      </p:sp>
      <p:sp>
        <p:nvSpPr>
          <p:cNvPr id="162" name="Shape 25">
            <a:extLst>
              <a:ext uri="{FF2B5EF4-FFF2-40B4-BE49-F238E27FC236}">
                <a16:creationId xmlns:a16="http://schemas.microsoft.com/office/drawing/2014/main" id="{F11AC63B-E812-C21E-CEE5-99C29BC2D173}"/>
              </a:ext>
            </a:extLst>
          </p:cNvPr>
          <p:cNvSpPr/>
          <p:nvPr/>
        </p:nvSpPr>
        <p:spPr>
          <a:xfrm>
            <a:off x="6972300" y="3048000"/>
            <a:ext cx="0" cy="137160"/>
          </a:xfrm>
          <a:prstGeom prst="line">
            <a:avLst/>
          </a:prstGeom>
          <a:noFill/>
          <a:ln w="15875">
            <a:solidFill>
              <a:srgbClr val="6E7E7D"/>
            </a:solidFill>
            <a:prstDash val="solid"/>
            <a:tailEnd type="arrow"/>
          </a:ln>
        </p:spPr>
        <p:txBody>
          <a:bodyPr/>
          <a:lstStyle/>
          <a:p>
            <a:endParaRPr lang="en-PE"/>
          </a:p>
        </p:txBody>
      </p:sp>
      <p:sp>
        <p:nvSpPr>
          <p:cNvPr id="163" name="Shape 26">
            <a:extLst>
              <a:ext uri="{FF2B5EF4-FFF2-40B4-BE49-F238E27FC236}">
                <a16:creationId xmlns:a16="http://schemas.microsoft.com/office/drawing/2014/main" id="{AEAC24AA-A92E-4DA0-1F08-751814914919}"/>
              </a:ext>
            </a:extLst>
          </p:cNvPr>
          <p:cNvSpPr/>
          <p:nvPr/>
        </p:nvSpPr>
        <p:spPr>
          <a:xfrm>
            <a:off x="8161020" y="3048000"/>
            <a:ext cx="0" cy="137160"/>
          </a:xfrm>
          <a:prstGeom prst="line">
            <a:avLst/>
          </a:prstGeom>
          <a:noFill/>
          <a:ln w="15875">
            <a:solidFill>
              <a:srgbClr val="6E7E7D"/>
            </a:solidFill>
            <a:prstDash val="solid"/>
            <a:tailEnd type="arrow"/>
          </a:ln>
        </p:spPr>
        <p:txBody>
          <a:bodyPr/>
          <a:lstStyle/>
          <a:p>
            <a:endParaRPr lang="en-PE"/>
          </a:p>
        </p:txBody>
      </p:sp>
      <p:sp>
        <p:nvSpPr>
          <p:cNvPr id="164" name="Shape 27">
            <a:extLst>
              <a:ext uri="{FF2B5EF4-FFF2-40B4-BE49-F238E27FC236}">
                <a16:creationId xmlns:a16="http://schemas.microsoft.com/office/drawing/2014/main" id="{1CF55D66-2DCB-9EFF-B7AE-D05CA23A52EF}"/>
              </a:ext>
            </a:extLst>
          </p:cNvPr>
          <p:cNvSpPr/>
          <p:nvPr/>
        </p:nvSpPr>
        <p:spPr>
          <a:xfrm>
            <a:off x="9349740" y="3048000"/>
            <a:ext cx="0" cy="137160"/>
          </a:xfrm>
          <a:prstGeom prst="line">
            <a:avLst/>
          </a:prstGeom>
          <a:noFill/>
          <a:ln w="15875">
            <a:solidFill>
              <a:srgbClr val="6E7E7D"/>
            </a:solidFill>
            <a:prstDash val="solid"/>
            <a:tailEnd type="arrow"/>
          </a:ln>
        </p:spPr>
        <p:txBody>
          <a:bodyPr/>
          <a:lstStyle/>
          <a:p>
            <a:endParaRPr lang="en-PE"/>
          </a:p>
        </p:txBody>
      </p:sp>
      <p:sp>
        <p:nvSpPr>
          <p:cNvPr id="165" name="Shape 28">
            <a:extLst>
              <a:ext uri="{FF2B5EF4-FFF2-40B4-BE49-F238E27FC236}">
                <a16:creationId xmlns:a16="http://schemas.microsoft.com/office/drawing/2014/main" id="{8711B196-6758-2227-8624-42ABBE8638D5}"/>
              </a:ext>
            </a:extLst>
          </p:cNvPr>
          <p:cNvSpPr/>
          <p:nvPr/>
        </p:nvSpPr>
        <p:spPr>
          <a:xfrm>
            <a:off x="10538460" y="3048000"/>
            <a:ext cx="0" cy="137160"/>
          </a:xfrm>
          <a:prstGeom prst="line">
            <a:avLst/>
          </a:prstGeom>
          <a:noFill/>
          <a:ln w="15875">
            <a:solidFill>
              <a:srgbClr val="6E7E7D"/>
            </a:solidFill>
            <a:prstDash val="solid"/>
            <a:tailEnd type="arrow"/>
          </a:ln>
        </p:spPr>
        <p:txBody>
          <a:bodyPr/>
          <a:lstStyle/>
          <a:p>
            <a:endParaRPr lang="en-PE"/>
          </a:p>
        </p:txBody>
      </p:sp>
      <p:sp>
        <p:nvSpPr>
          <p:cNvPr id="166" name="Shape 29">
            <a:extLst>
              <a:ext uri="{FF2B5EF4-FFF2-40B4-BE49-F238E27FC236}">
                <a16:creationId xmlns:a16="http://schemas.microsoft.com/office/drawing/2014/main" id="{5204C826-7B2A-B3E3-F460-1BCCAE1674C5}"/>
              </a:ext>
            </a:extLst>
          </p:cNvPr>
          <p:cNvSpPr/>
          <p:nvPr/>
        </p:nvSpPr>
        <p:spPr>
          <a:xfrm>
            <a:off x="6446520" y="31851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CEBEB"/>
          </a:solidFill>
          <a:ln w="12700">
            <a:solidFill>
              <a:srgbClr val="C04B4B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67" name="Text 30">
            <a:extLst>
              <a:ext uri="{FF2B5EF4-FFF2-40B4-BE49-F238E27FC236}">
                <a16:creationId xmlns:a16="http://schemas.microsoft.com/office/drawing/2014/main" id="{E2EB97A7-9E30-A4CE-BB48-7628E2008E26}"/>
              </a:ext>
            </a:extLst>
          </p:cNvPr>
          <p:cNvSpPr txBox="1"/>
          <p:nvPr/>
        </p:nvSpPr>
        <p:spPr>
          <a:xfrm>
            <a:off x="6446520" y="3185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r>
              <a:rPr lang="en-US" sz="1400" b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/>
          </a:p>
        </p:txBody>
      </p:sp>
      <p:sp>
        <p:nvSpPr>
          <p:cNvPr id="168" name="Shape 31">
            <a:extLst>
              <a:ext uri="{FF2B5EF4-FFF2-40B4-BE49-F238E27FC236}">
                <a16:creationId xmlns:a16="http://schemas.microsoft.com/office/drawing/2014/main" id="{512A4EFD-E614-FD02-5108-DEE76E346C8D}"/>
              </a:ext>
            </a:extLst>
          </p:cNvPr>
          <p:cNvSpPr/>
          <p:nvPr/>
        </p:nvSpPr>
        <p:spPr>
          <a:xfrm>
            <a:off x="7635240" y="31851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CF3E3"/>
          </a:solidFill>
          <a:ln w="12700">
            <a:solidFill>
              <a:srgbClr val="D5DFDE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69" name="Text 32">
            <a:extLst>
              <a:ext uri="{FF2B5EF4-FFF2-40B4-BE49-F238E27FC236}">
                <a16:creationId xmlns:a16="http://schemas.microsoft.com/office/drawing/2014/main" id="{CF6ED138-F37F-36BD-DBFC-0CA3C42D9570}"/>
              </a:ext>
            </a:extLst>
          </p:cNvPr>
          <p:cNvSpPr txBox="1"/>
          <p:nvPr/>
        </p:nvSpPr>
        <p:spPr>
          <a:xfrm>
            <a:off x="7635240" y="3185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solidFill>
                  <a:srgbClr val="3E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r>
              <a:rPr lang="en-US" sz="1400" b="1">
                <a:solidFill>
                  <a:srgbClr val="3E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Interna</a:t>
            </a:r>
            <a:endParaRPr lang="en-US" sz="1400"/>
          </a:p>
        </p:txBody>
      </p:sp>
      <p:sp>
        <p:nvSpPr>
          <p:cNvPr id="170" name="Shape 33">
            <a:extLst>
              <a:ext uri="{FF2B5EF4-FFF2-40B4-BE49-F238E27FC236}">
                <a16:creationId xmlns:a16="http://schemas.microsoft.com/office/drawing/2014/main" id="{E8FF60F1-2078-0684-DF03-F6333F84B4B4}"/>
              </a:ext>
            </a:extLst>
          </p:cNvPr>
          <p:cNvSpPr/>
          <p:nvPr/>
        </p:nvSpPr>
        <p:spPr>
          <a:xfrm>
            <a:off x="8823960" y="31851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CF3E3"/>
          </a:solidFill>
          <a:ln w="12700">
            <a:solidFill>
              <a:srgbClr val="D5DFDE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71" name="Text 34">
            <a:extLst>
              <a:ext uri="{FF2B5EF4-FFF2-40B4-BE49-F238E27FC236}">
                <a16:creationId xmlns:a16="http://schemas.microsoft.com/office/drawing/2014/main" id="{C84931B4-512F-FD7C-8A01-1263B07F8D62}"/>
              </a:ext>
            </a:extLst>
          </p:cNvPr>
          <p:cNvSpPr txBox="1"/>
          <p:nvPr/>
        </p:nvSpPr>
        <p:spPr>
          <a:xfrm>
            <a:off x="8823960" y="3185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E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400"/>
          </a:p>
        </p:txBody>
      </p:sp>
      <p:sp>
        <p:nvSpPr>
          <p:cNvPr id="172" name="Shape 35">
            <a:extLst>
              <a:ext uri="{FF2B5EF4-FFF2-40B4-BE49-F238E27FC236}">
                <a16:creationId xmlns:a16="http://schemas.microsoft.com/office/drawing/2014/main" id="{FDE8D73D-6AFF-FD58-AEBD-58E8F2686204}"/>
              </a:ext>
            </a:extLst>
          </p:cNvPr>
          <p:cNvSpPr/>
          <p:nvPr/>
        </p:nvSpPr>
        <p:spPr>
          <a:xfrm>
            <a:off x="10012680" y="31851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CF3E3"/>
          </a:solidFill>
          <a:ln w="12700">
            <a:solidFill>
              <a:srgbClr val="D5DFDE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73" name="Text 36">
            <a:extLst>
              <a:ext uri="{FF2B5EF4-FFF2-40B4-BE49-F238E27FC236}">
                <a16:creationId xmlns:a16="http://schemas.microsoft.com/office/drawing/2014/main" id="{B74AB359-EA14-A596-3956-49E16882243A}"/>
              </a:ext>
            </a:extLst>
          </p:cNvPr>
          <p:cNvSpPr txBox="1"/>
          <p:nvPr/>
        </p:nvSpPr>
        <p:spPr>
          <a:xfrm>
            <a:off x="10012680" y="3185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E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400"/>
          </a:p>
        </p:txBody>
      </p:sp>
      <p:sp>
        <p:nvSpPr>
          <p:cNvPr id="174" name="Shape 37">
            <a:extLst>
              <a:ext uri="{FF2B5EF4-FFF2-40B4-BE49-F238E27FC236}">
                <a16:creationId xmlns:a16="http://schemas.microsoft.com/office/drawing/2014/main" id="{CA4288CC-E7D1-BBCF-2100-111C4DF8F57A}"/>
              </a:ext>
            </a:extLst>
          </p:cNvPr>
          <p:cNvSpPr/>
          <p:nvPr/>
        </p:nvSpPr>
        <p:spPr>
          <a:xfrm>
            <a:off x="6972300" y="3596640"/>
            <a:ext cx="0" cy="182880"/>
          </a:xfrm>
          <a:prstGeom prst="line">
            <a:avLst/>
          </a:prstGeom>
          <a:noFill/>
          <a:ln w="15875">
            <a:solidFill>
              <a:srgbClr val="C04B4B"/>
            </a:solidFill>
            <a:prstDash val="solid"/>
            <a:tailEnd type="none"/>
          </a:ln>
        </p:spPr>
        <p:txBody>
          <a:bodyPr/>
          <a:lstStyle/>
          <a:p>
            <a:endParaRPr lang="en-PE"/>
          </a:p>
        </p:txBody>
      </p:sp>
      <p:sp>
        <p:nvSpPr>
          <p:cNvPr id="175" name="Shape 38">
            <a:extLst>
              <a:ext uri="{FF2B5EF4-FFF2-40B4-BE49-F238E27FC236}">
                <a16:creationId xmlns:a16="http://schemas.microsoft.com/office/drawing/2014/main" id="{B782E3DD-7778-E6BC-53CC-91DD4B6ED867}"/>
              </a:ext>
            </a:extLst>
          </p:cNvPr>
          <p:cNvSpPr/>
          <p:nvPr/>
        </p:nvSpPr>
        <p:spPr>
          <a:xfrm>
            <a:off x="6972300" y="3779520"/>
            <a:ext cx="1783080" cy="0"/>
          </a:xfrm>
          <a:prstGeom prst="line">
            <a:avLst/>
          </a:prstGeom>
          <a:noFill/>
          <a:ln w="15875">
            <a:solidFill>
              <a:srgbClr val="C04B4B"/>
            </a:solidFill>
            <a:prstDash val="solid"/>
            <a:tailEnd type="none"/>
          </a:ln>
        </p:spPr>
        <p:txBody>
          <a:bodyPr/>
          <a:lstStyle/>
          <a:p>
            <a:endParaRPr lang="en-PE"/>
          </a:p>
        </p:txBody>
      </p:sp>
      <p:sp>
        <p:nvSpPr>
          <p:cNvPr id="176" name="Shape 39">
            <a:extLst>
              <a:ext uri="{FF2B5EF4-FFF2-40B4-BE49-F238E27FC236}">
                <a16:creationId xmlns:a16="http://schemas.microsoft.com/office/drawing/2014/main" id="{67E3F060-8037-02A0-9BBC-04F8DC2D577B}"/>
              </a:ext>
            </a:extLst>
          </p:cNvPr>
          <p:cNvSpPr/>
          <p:nvPr/>
        </p:nvSpPr>
        <p:spPr>
          <a:xfrm>
            <a:off x="8755380" y="3779520"/>
            <a:ext cx="0" cy="137160"/>
          </a:xfrm>
          <a:prstGeom prst="line">
            <a:avLst/>
          </a:prstGeom>
          <a:noFill/>
          <a:ln w="15875">
            <a:solidFill>
              <a:srgbClr val="C04B4B"/>
            </a:solidFill>
            <a:prstDash val="solid"/>
            <a:tailEnd type="arrow"/>
          </a:ln>
        </p:spPr>
        <p:txBody>
          <a:bodyPr/>
          <a:lstStyle/>
          <a:p>
            <a:endParaRPr lang="en-PE"/>
          </a:p>
        </p:txBody>
      </p:sp>
      <p:sp>
        <p:nvSpPr>
          <p:cNvPr id="177" name="Shape 40">
            <a:extLst>
              <a:ext uri="{FF2B5EF4-FFF2-40B4-BE49-F238E27FC236}">
                <a16:creationId xmlns:a16="http://schemas.microsoft.com/office/drawing/2014/main" id="{03535B5B-B190-DA0C-29A0-2D61DADA58B7}"/>
              </a:ext>
            </a:extLst>
          </p:cNvPr>
          <p:cNvSpPr/>
          <p:nvPr/>
        </p:nvSpPr>
        <p:spPr>
          <a:xfrm>
            <a:off x="7383780" y="39166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CEBEB"/>
          </a:solidFill>
          <a:ln w="12700">
            <a:solidFill>
              <a:srgbClr val="C04B4B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78" name="Text 41">
            <a:extLst>
              <a:ext uri="{FF2B5EF4-FFF2-40B4-BE49-F238E27FC236}">
                <a16:creationId xmlns:a16="http://schemas.microsoft.com/office/drawing/2014/main" id="{3DED54F5-AEE7-2560-35E6-B938FE8E1487}"/>
              </a:ext>
            </a:extLst>
          </p:cNvPr>
          <p:cNvSpPr txBox="1"/>
          <p:nvPr/>
        </p:nvSpPr>
        <p:spPr>
          <a:xfrm>
            <a:off x="7383780" y="4026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real de precio</a:t>
            </a:r>
            <a:endParaRPr lang="en-US" sz="1400"/>
          </a:p>
        </p:txBody>
      </p:sp>
      <p:sp>
        <p:nvSpPr>
          <p:cNvPr id="179" name="Text 42">
            <a:extLst>
              <a:ext uri="{FF2B5EF4-FFF2-40B4-BE49-F238E27FC236}">
                <a16:creationId xmlns:a16="http://schemas.microsoft.com/office/drawing/2014/main" id="{DD4FDB01-F3B1-C0A7-0262-BB241985E1A2}"/>
              </a:ext>
            </a:extLst>
          </p:cNvPr>
          <p:cNvSpPr txBox="1"/>
          <p:nvPr/>
        </p:nvSpPr>
        <p:spPr>
          <a:xfrm>
            <a:off x="7383780" y="4337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la estrategia de pricing</a:t>
            </a:r>
            <a:endParaRPr lang="en-US" sz="1100"/>
          </a:p>
        </p:txBody>
      </p:sp>
      <p:sp>
        <p:nvSpPr>
          <p:cNvPr id="180" name="Shape 43">
            <a:extLst>
              <a:ext uri="{FF2B5EF4-FFF2-40B4-BE49-F238E27FC236}">
                <a16:creationId xmlns:a16="http://schemas.microsoft.com/office/drawing/2014/main" id="{E617DCA6-CC7E-0D6D-FA2E-C834FD2B70C8}"/>
              </a:ext>
            </a:extLst>
          </p:cNvPr>
          <p:cNvSpPr/>
          <p:nvPr/>
        </p:nvSpPr>
        <p:spPr>
          <a:xfrm>
            <a:off x="8755380" y="4556760"/>
            <a:ext cx="0" cy="182880"/>
          </a:xfrm>
          <a:prstGeom prst="line">
            <a:avLst/>
          </a:prstGeom>
          <a:noFill/>
          <a:ln w="15875">
            <a:solidFill>
              <a:srgbClr val="13807B"/>
            </a:solidFill>
            <a:prstDash val="solid"/>
            <a:tailEnd type="arrow"/>
          </a:ln>
        </p:spPr>
        <p:txBody>
          <a:bodyPr/>
          <a:lstStyle/>
          <a:p>
            <a:endParaRPr lang="en-PE"/>
          </a:p>
        </p:txBody>
      </p:sp>
      <p:sp>
        <p:nvSpPr>
          <p:cNvPr id="181" name="Shape 44">
            <a:extLst>
              <a:ext uri="{FF2B5EF4-FFF2-40B4-BE49-F238E27FC236}">
                <a16:creationId xmlns:a16="http://schemas.microsoft.com/office/drawing/2014/main" id="{C2AFD953-02D7-3FCE-2E70-8AD2B818D59F}"/>
              </a:ext>
            </a:extLst>
          </p:cNvPr>
          <p:cNvSpPr/>
          <p:nvPr/>
        </p:nvSpPr>
        <p:spPr>
          <a:xfrm>
            <a:off x="7612380" y="47396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ECF6F5"/>
          </a:solidFill>
          <a:ln w="12700">
            <a:solidFill>
              <a:srgbClr val="13807B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82" name="Text 45">
            <a:extLst>
              <a:ext uri="{FF2B5EF4-FFF2-40B4-BE49-F238E27FC236}">
                <a16:creationId xmlns:a16="http://schemas.microsoft.com/office/drawing/2014/main" id="{54DEC782-6720-890A-AA9A-C4736CF364DC}"/>
              </a:ext>
            </a:extLst>
          </p:cNvPr>
          <p:cNvSpPr txBox="1"/>
          <p:nvPr/>
        </p:nvSpPr>
        <p:spPr>
          <a:xfrm>
            <a:off x="7612380" y="4849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pricing a leads</a:t>
            </a:r>
            <a:endParaRPr lang="en-US" sz="1400"/>
          </a:p>
        </p:txBody>
      </p:sp>
      <p:sp>
        <p:nvSpPr>
          <p:cNvPr id="183" name="Text 46">
            <a:extLst>
              <a:ext uri="{FF2B5EF4-FFF2-40B4-BE49-F238E27FC236}">
                <a16:creationId xmlns:a16="http://schemas.microsoft.com/office/drawing/2014/main" id="{2AD79BA0-2554-0E58-9D1A-FC410AC7EF6F}"/>
              </a:ext>
            </a:extLst>
          </p:cNvPr>
          <p:cNvSpPr txBox="1"/>
          <p:nvPr/>
        </p:nvSpPr>
        <p:spPr>
          <a:xfrm>
            <a:off x="7612380" y="5160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3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100" err="1">
                <a:solidFill>
                  <a:srgbClr val="13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100">
                <a:solidFill>
                  <a:srgbClr val="13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</a:t>
            </a:r>
            <a:endParaRPr lang="en-US" sz="1100"/>
          </a:p>
        </p:txBody>
      </p:sp>
      <p:pic>
        <p:nvPicPr>
          <p:cNvPr id="6" name="Picture 86">
            <a:extLst>
              <a:ext uri="{FF2B5EF4-FFF2-40B4-BE49-F238E27FC236}">
                <a16:creationId xmlns:a16="http://schemas.microsoft.com/office/drawing/2014/main" id="{F0143BA4-96AB-21CF-D708-1BDAFB95DC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787445A7-D8CB-2E6F-8F80-E9401B1300ED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>
                <a:solidFill>
                  <a:srgbClr val="6E7E7D"/>
                </a:solidFill>
                <a:ea typeface="Calibri"/>
                <a:cs typeface="Calibri"/>
              </a:rPr>
              <a:t>OFERTA RELEVANTE</a:t>
            </a:r>
            <a:r>
              <a:rPr lang="es-ES"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 · SHARE OF SALES · CONCEPTO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4A1AE28-C98B-525D-F941-94FAE65F3613}"/>
              </a:ext>
            </a:extLst>
          </p:cNvPr>
          <p:cNvSpPr txBox="1"/>
          <p:nvPr/>
        </p:nvSpPr>
        <p:spPr>
          <a:xfrm>
            <a:off x="493776" y="425196"/>
            <a:ext cx="10312923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E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La PDM total no distingue entre clientes que perdimos y clientes que nunca pudimos disputar — el share de oferta relevante sí</a:t>
            </a:r>
          </a:p>
        </p:txBody>
      </p:sp>
      <p:cxnSp>
        <p:nvCxnSpPr>
          <p:cNvPr id="7" name="Connector 3">
            <a:extLst>
              <a:ext uri="{FF2B5EF4-FFF2-40B4-BE49-F238E27FC236}">
                <a16:creationId xmlns:a16="http://schemas.microsoft.com/office/drawing/2014/main" id="{B5EAB924-1CC7-D21E-82A1-11EC272205E3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1B364BC9-7ADA-D3ED-8C2A-337D72E5C696}"/>
              </a:ext>
            </a:extLst>
          </p:cNvPr>
          <p:cNvSpPr txBox="1"/>
          <p:nvPr/>
        </p:nvSpPr>
        <p:spPr>
          <a:xfrm>
            <a:off x="5897880" y="5569062"/>
            <a:ext cx="47868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>
                <a:solidFill>
                  <a:srgbClr val="13807B"/>
                </a:solidFill>
              </a:rPr>
              <a:t>*</a:t>
            </a:r>
            <a:r>
              <a:rPr lang="es-ES" sz="700">
                <a:solidFill>
                  <a:srgbClr val="13807B"/>
                </a:solidFill>
              </a:rPr>
              <a:t>El precio es la señal dominante, pero incluye ejecución comercial: canal, timing, plazo y </a:t>
            </a:r>
            <a:r>
              <a:rPr lang="es-ES" sz="700" err="1">
                <a:solidFill>
                  <a:srgbClr val="13807B"/>
                </a:solidFill>
              </a:rPr>
              <a:t>go-to-market</a:t>
            </a:r>
            <a:r>
              <a:rPr lang="es-ES" sz="700">
                <a:solidFill>
                  <a:srgbClr val="13807B"/>
                </a:solidFill>
              </a:rPr>
              <a:t> también pesan.</a:t>
            </a:r>
            <a:endParaRPr lang="en-GB" sz="700">
              <a:solidFill>
                <a:srgbClr val="1380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054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hink-cell data - do not delete" hidden="1">
            <a:extLst>
              <a:ext uri="{FF2B5EF4-FFF2-40B4-BE49-F238E27FC236}">
                <a16:creationId xmlns:a16="http://schemas.microsoft.com/office/drawing/2014/main" id="{4CB56A8F-583C-379A-98D6-87F9F667F68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942380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28" imgW="7772400" imgH="10058400" progId="TCLayout.ActiveDocument.1">
                  <p:embed/>
                </p:oleObj>
              </mc:Choice>
              <mc:Fallback>
                <p:oleObj name="Diapositiva de thinkcell" r:id="rId28" imgW="7772400" imgH="10058400" progId="TCLayout.ActiveDocument.1">
                  <p:embed/>
                  <p:pic>
                    <p:nvPicPr>
                      <p:cNvPr id="7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B56A8F-583C-379A-98D6-87F9F667F6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34"/>
          <p:cNvSpPr txBox="1"/>
          <p:nvPr/>
        </p:nvSpPr>
        <p:spPr>
          <a:xfrm>
            <a:off x="6320693" y="5290723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 de mejora ↑</a:t>
            </a:r>
            <a:endParaRPr lang="en-US" sz="90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7C4C688-281D-0D7F-8A69-C725FAB804FC}"/>
              </a:ext>
            </a:extLst>
          </p:cNvPr>
          <p:cNvGrpSpPr/>
          <p:nvPr/>
        </p:nvGrpSpPr>
        <p:grpSpPr>
          <a:xfrm>
            <a:off x="440856" y="5561855"/>
            <a:ext cx="1512000" cy="519032"/>
            <a:chOff x="2057400" y="5257800"/>
            <a:chExt cx="2148840" cy="777240"/>
          </a:xfrm>
        </p:grpSpPr>
        <p:sp>
          <p:nvSpPr>
            <p:cNvPr id="37" name="Shape 35"/>
            <p:cNvSpPr/>
            <p:nvPr/>
          </p:nvSpPr>
          <p:spPr>
            <a:xfrm>
              <a:off x="2057400" y="5257800"/>
              <a:ext cx="2148840" cy="777240"/>
            </a:xfrm>
            <a:prstGeom prst="ellipse">
              <a:avLst/>
            </a:prstGeom>
            <a:solidFill>
              <a:srgbClr val="FCF3E3"/>
            </a:solidFill>
            <a:ln w="15875">
              <a:solidFill>
                <a:srgbClr val="3E5553"/>
              </a:solidFill>
              <a:prstDash val="solid"/>
            </a:ln>
          </p:spPr>
          <p:txBody>
            <a:bodyPr/>
            <a:lstStyle/>
            <a:p>
              <a:endParaRPr lang="en-PE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2057400" y="5349240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26%</a:t>
              </a:r>
              <a:endParaRPr lang="en-US" sz="1800" dirty="0"/>
            </a:p>
          </p:txBody>
        </p:sp>
        <p:sp>
          <p:nvSpPr>
            <p:cNvPr id="39" name="Text 37"/>
            <p:cNvSpPr txBox="1"/>
            <p:nvPr/>
          </p:nvSpPr>
          <p:spPr>
            <a:xfrm>
              <a:off x="2194560" y="566928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 PDM total  (73 / 279)</a:t>
              </a:r>
              <a:endParaRPr lang="en-US" sz="60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0D9E533-F6BE-0A0E-14FA-C90AF2C91A84}"/>
              </a:ext>
            </a:extLst>
          </p:cNvPr>
          <p:cNvGrpSpPr/>
          <p:nvPr/>
        </p:nvGrpSpPr>
        <p:grpSpPr>
          <a:xfrm>
            <a:off x="9591584" y="5555984"/>
            <a:ext cx="1512000" cy="522000"/>
            <a:chOff x="9258300" y="5257800"/>
            <a:chExt cx="2148840" cy="777240"/>
          </a:xfrm>
        </p:grpSpPr>
        <p:sp>
          <p:nvSpPr>
            <p:cNvPr id="43" name="Shape 41"/>
            <p:cNvSpPr/>
            <p:nvPr/>
          </p:nvSpPr>
          <p:spPr>
            <a:xfrm>
              <a:off x="9258300" y="5257800"/>
              <a:ext cx="2148840" cy="777240"/>
            </a:xfrm>
            <a:prstGeom prst="ellipse">
              <a:avLst/>
            </a:prstGeom>
            <a:solidFill>
              <a:srgbClr val="ECF6F5"/>
            </a:solidFill>
            <a:ln w="15875">
              <a:solidFill>
                <a:srgbClr val="0B2E2C"/>
              </a:solidFill>
              <a:prstDash val="solid"/>
            </a:ln>
          </p:spPr>
          <p:txBody>
            <a:bodyPr/>
            <a:lstStyle/>
            <a:p>
              <a:endParaRPr lang="en-PE"/>
            </a:p>
          </p:txBody>
        </p:sp>
        <p:sp>
          <p:nvSpPr>
            <p:cNvPr id="44" name="Text 42"/>
            <p:cNvSpPr txBox="1"/>
            <p:nvPr/>
          </p:nvSpPr>
          <p:spPr>
            <a:xfrm>
              <a:off x="9258300" y="5349240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78%</a:t>
              </a:r>
              <a:endParaRPr lang="en-US" sz="1800" dirty="0"/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9395461" y="566928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 </a:t>
              </a:r>
              <a:r>
                <a:rPr lang="en-US" sz="600" b="1" dirty="0" err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Relevante</a:t>
              </a:r>
              <a:r>
                <a:rPr lang="en-US" sz="600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600" dirty="0" err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tras</a:t>
              </a:r>
              <a:r>
                <a:rPr lang="en-US" sz="600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600" dirty="0" err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gestión</a:t>
              </a:r>
              <a:r>
                <a:rPr lang="en-US" sz="600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600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(73 / 94)</a:t>
              </a:r>
              <a:endParaRPr lang="en-US" sz="600" dirty="0"/>
            </a:p>
          </p:txBody>
        </p:sp>
      </p:grpSp>
      <p:sp>
        <p:nvSpPr>
          <p:cNvPr id="46" name="Text 44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=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estructuralmente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comparable (no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IBK). 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= no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gestionado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de 63% a 78% se explica en parte por retirar el ~19% no gestionado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es,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ts val="1400"/>
              </a:lnSpc>
            </a:pP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&lt;70% =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70% del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ofertado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Interbank · &gt;120% = mayor al 120% del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ofertado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Interbank.</a:t>
            </a:r>
            <a:endParaRPr lang="en-US" sz="10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12AC1D4-1EC7-E63B-57F0-267AC8E6D5D6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3124200" y="2611438"/>
            <a:ext cx="7508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DE06C1F-A925-1317-0281-ADD96238920D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627563" y="3322638"/>
            <a:ext cx="7508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D90784-132D-4C93-F049-DCFFFD82570A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6129338" y="3794125"/>
            <a:ext cx="7508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E22885-35AF-203A-1DE1-35B32A80987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7632700" y="3794125"/>
            <a:ext cx="7508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F4DE9C0-D48A-FEB2-A317-D8ACFDDE89A5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9136063" y="3995738"/>
            <a:ext cx="7508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Chart 3">
            <a:extLst>
              <a:ext uri="{FF2B5EF4-FFF2-40B4-BE49-F238E27FC236}">
                <a16:creationId xmlns:a16="http://schemas.microsoft.com/office/drawing/2014/main" id="{30628DAD-D79F-60A2-B4C1-37BC8FBA3037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696234124"/>
              </p:ext>
            </p:extLst>
          </p:nvPr>
        </p:nvGraphicFramePr>
        <p:xfrm>
          <a:off x="411163" y="1573213"/>
          <a:ext cx="10687050" cy="336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473D85BA-54DE-2C57-9C36-7869AB18649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617538" y="4911725"/>
            <a:ext cx="12541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D5EB34F-3B9F-42A7-B7E4-14FE079059C4}" type="datetime'D''esem''bols''os R''''CC ''''''con'''' ''''L''''e''ad IB''K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140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3D627F5-03BA-571D-4FDF-6DEE5444619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120900" y="4911725"/>
            <a:ext cx="125571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C733C42-0F9C-44BF-894F-ABF0DE751BC5}" type="datetime'D''e''''sembolso''s R''CC'' ''si''n Ot''r''''os ''''''IBK''''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140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29DB57DF-872F-318F-0EA5-ED24AEB6C70C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4003675" y="2884488"/>
            <a:ext cx="495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1BF716D-8A8A-4E06-9506-89581DA7B0EE}" type="datetime'7''''''''''''''''8'' ''''''''''''M''M''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78 MM</a:t>
            </a:fld>
            <a:endParaRPr lang="en-GB" sz="1200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E7749C70-104C-85C6-9B6C-3C75B5674DC3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3602038" y="4911725"/>
            <a:ext cx="12985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091BC1C-F2BC-4A49-A285-3CB5604EDC08}" type="datetime'''Desemb''''o''ls''os'''' ''RC''C ''''''''Oferta ''''&lt;''70%''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&lt;70%</a:t>
            </a:fld>
            <a:r>
              <a:rPr lang="en-GB" altLang="en-US" sz="1400"/>
              <a:t>*</a:t>
            </a:r>
            <a:endParaRPr lang="en-GB" sz="1400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68003E05-4BB8-7823-4A23-68348545FFE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5505450" y="3475038"/>
            <a:ext cx="495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E0A6E51-2616-44C2-B27C-EA6FD18BB328}" type="datetime'''''5''''''''''''2'''''' ''''''''''''''''''M''M''''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52 MM</a:t>
            </a:fld>
            <a:endParaRPr lang="en-GB" sz="120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29A2466-45B3-9496-C9F2-F03AE82074EE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5103813" y="4911725"/>
            <a:ext cx="12985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9E21D5A-13FE-4DD4-85BB-422C4A68A426}" type="datetime'''Des''em''''''b''olsos'''' RC''''C ''Oferta'''''' &gt;''120''%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r>
              <a:rPr lang="en-GB" altLang="en-US" sz="1400"/>
              <a:t>*</a:t>
            </a:r>
            <a:endParaRPr lang="en-GB"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25CA6BD-AC58-2C0F-907E-DC18DD265340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7008813" y="3962400"/>
            <a:ext cx="4953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59FDD05-1BF6-4078-A6BC-50761D78A264}" type="datetime'7''''''''''3'''''''' ''''M''''''''''''''''''''''''M''''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73 MM</a:t>
            </a:fld>
            <a:br>
              <a:rPr lang="en-GB" altLang="en-US" sz="1200">
                <a:solidFill>
                  <a:schemeClr val="bg1"/>
                </a:solidFill>
              </a:rPr>
            </a:br>
            <a:r>
              <a:rPr lang="en-GB" altLang="en-US" sz="1200">
                <a:solidFill>
                  <a:schemeClr val="bg1"/>
                </a:solidFill>
              </a:rPr>
              <a:t>(</a:t>
            </a:r>
            <a:fld id="{FC0AE777-A295-4481-A2AF-859FE98E1B31}" type="datetime'''''''6''''''''''''''3''''%''''''''''''''''''''''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63%</a:t>
            </a:fld>
            <a:r>
              <a:rPr lang="en-GB" altLang="en-US" sz="1200">
                <a:solidFill>
                  <a:schemeClr val="bg1"/>
                </a:solidFill>
              </a:rPr>
              <a:t>)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FC46E47-9010-3B85-AD48-C841AB98A4FC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7008813" y="4575175"/>
            <a:ext cx="495300" cy="165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5D44930-C0A5-41BC-8B73-8C6DE6FB6E51}" type="datetime'''''''''''''''''''''''4''''''3'''''''''''' ''M''''''''''''''M'">
              <a:rPr lang="en-GB" altLang="en-US" sz="12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43 MM</a:t>
            </a:fld>
            <a:endParaRPr lang="en-GB" sz="12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3DA7AC-B5B0-3B58-D059-DC602AD4A036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6562725" y="4911725"/>
            <a:ext cx="138906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2EF2023-4CF9-4F1F-8EE4-357A5862CBB4}" type="datetime'Sha''re Ajust''''''ado p''or Tic''ke''''''t'' y produc''t''o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140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F3DED0D-44B7-C57F-0883-674900FDC108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8512175" y="3811588"/>
            <a:ext cx="495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21ED6A6-3A3D-463B-B83E-D3E295CA0CD2}" type="datetime'''''''''''''''''''''''''''''2''''''2'' ''''M''''''M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22 MM</a:t>
            </a:fld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FF2D30A2-A9AF-6C4B-6CCA-91EB38F201E4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8110538" y="4911725"/>
            <a:ext cx="12985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661F13E-867B-4ECE-BB31-29633846AD7A}" type="datetime'De''s''embolso''''s ''R''''CC ''No'' Gest''''i''o''''''nados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140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85981C4B-17C4-923E-2E8E-20E42F1078B3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10015538" y="4164013"/>
            <a:ext cx="4953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6F98F94-5A90-49EE-B9AF-7DB0C53AFAD2}" type="datetime'''''73'''''''''' ''''''''''''''''M''''M''''''''''''''''''''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73 MM</a:t>
            </a:fld>
            <a:br>
              <a:rPr lang="en-GB" altLang="en-US" sz="1200">
                <a:solidFill>
                  <a:schemeClr val="bg1"/>
                </a:solidFill>
              </a:rPr>
            </a:br>
            <a:r>
              <a:rPr lang="en-GB" altLang="en-US" sz="1200">
                <a:solidFill>
                  <a:schemeClr val="bg1"/>
                </a:solidFill>
              </a:rPr>
              <a:t>(</a:t>
            </a:r>
            <a:fld id="{9B66E283-3843-47E5-B047-96B84B7D2652}" type="datetime'''''''''7''''''''''''''''8''%''''''''''''''''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78%</a:t>
            </a:fld>
            <a:r>
              <a:rPr lang="en-GB" altLang="en-US" sz="1200">
                <a:solidFill>
                  <a:schemeClr val="bg1"/>
                </a:solidFill>
              </a:rPr>
              <a:t>)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C85BDDDE-F5E7-A32A-C456-997BAA2215BE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0015538" y="4675188"/>
            <a:ext cx="495300" cy="165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EC5162E-0A3F-4355-AC79-CA006B5930AF}" type="datetime'''''''''''''''''2''''''1'''''''''' ''''''''''''''MM'''">
              <a:rPr lang="en-GB" altLang="en-US" sz="12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21 MM</a:t>
            </a:fld>
            <a:endParaRPr lang="en-GB" sz="120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99C98B1E-E0E3-1D56-90BF-C1D6D6EC55C0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9674225" y="4911725"/>
            <a:ext cx="11779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EA4E183-DF74-4F7E-9771-0F1ED8FDF5EA}" type="datetime'S''h''''''a''r''''''''''e ''''''Re''''le''va''n''t''''e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140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6FEEFA88-30F5-EA4C-9A71-6370D30FEE4B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958850" y="2109788"/>
            <a:ext cx="5730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ACD1C41-9A2A-45D6-B67E-6A4B1ECA321C}" type="datetime'''''''''''''2''79 ''M''''''''''M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279 MM</a:t>
            </a:fld>
            <a:endParaRPr lang="en-US" sz="1200" dirty="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AA3A83B9-11E1-1140-EDB1-46795BE44D2D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2462213" y="2420938"/>
            <a:ext cx="5730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6961586-834E-4EF6-BB46-9C10A5868FE5}" type="datetime'24''5'''' ''''''''''''''M''''''''M''''''''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245 MM</a:t>
            </a:fld>
            <a:endParaRPr lang="en-GB" sz="12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C787C77-4F7C-85C7-116D-491B939F1D9E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6970713" y="3603625"/>
            <a:ext cx="5730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06DF0A0-8B08-422D-85BB-5A272F3A1541}" type="datetime'''''''''1''''''''''''''1''''''6'''' ''M''''M''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116 MM</a:t>
            </a:fld>
            <a:endParaRPr lang="en-GB" sz="120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30B2DD98-3C71-CBD2-8140-E0EFB9F40F81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10015538" y="3805238"/>
            <a:ext cx="495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69D4285-2030-47CE-9EAE-D5025528B1C0}" type="datetime'''''''''94'''''''''''''''' ''''''''''''M''''''''''''''M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94 MM</a:t>
            </a:fld>
            <a:endParaRPr lang="en-GB" sz="120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56A129C-9D3B-A130-BB1D-BBB07286365F}"/>
              </a:ext>
            </a:extLst>
          </p:cNvPr>
          <p:cNvGrpSpPr/>
          <p:nvPr/>
        </p:nvGrpSpPr>
        <p:grpSpPr>
          <a:xfrm>
            <a:off x="6463689" y="5562637"/>
            <a:ext cx="1512000" cy="522000"/>
            <a:chOff x="5006340" y="5257800"/>
            <a:chExt cx="2148840" cy="777240"/>
          </a:xfrm>
        </p:grpSpPr>
        <p:sp>
          <p:nvSpPr>
            <p:cNvPr id="95" name="Shape 43">
              <a:extLst>
                <a:ext uri="{FF2B5EF4-FFF2-40B4-BE49-F238E27FC236}">
                  <a16:creationId xmlns:a16="http://schemas.microsoft.com/office/drawing/2014/main" id="{D4C1FEC5-D652-8F9B-37DC-23AF3D9DC5D7}"/>
                </a:ext>
              </a:extLst>
            </p:cNvPr>
            <p:cNvSpPr/>
            <p:nvPr/>
          </p:nvSpPr>
          <p:spPr>
            <a:xfrm>
              <a:off x="5006340" y="5257800"/>
              <a:ext cx="2148840" cy="777240"/>
            </a:xfrm>
            <a:prstGeom prst="ellipse">
              <a:avLst/>
            </a:prstGeom>
            <a:solidFill>
              <a:srgbClr val="FCF3E3"/>
            </a:solidFill>
            <a:ln w="15875">
              <a:solidFill>
                <a:srgbClr val="3E5553"/>
              </a:solidFill>
              <a:prstDash val="solid"/>
            </a:ln>
          </p:spPr>
          <p:txBody>
            <a:bodyPr/>
            <a:lstStyle/>
            <a:p>
              <a:endParaRPr lang="en-PE"/>
            </a:p>
          </p:txBody>
        </p:sp>
        <p:sp>
          <p:nvSpPr>
            <p:cNvPr id="96" name="Text 44">
              <a:extLst>
                <a:ext uri="{FF2B5EF4-FFF2-40B4-BE49-F238E27FC236}">
                  <a16:creationId xmlns:a16="http://schemas.microsoft.com/office/drawing/2014/main" id="{3C07CCA3-B88A-AB41-B91B-74100D61366E}"/>
                </a:ext>
              </a:extLst>
            </p:cNvPr>
            <p:cNvSpPr txBox="1"/>
            <p:nvPr/>
          </p:nvSpPr>
          <p:spPr>
            <a:xfrm>
              <a:off x="5006340" y="5349240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63</a:t>
              </a:r>
              <a:r>
                <a:rPr lang="en-US" sz="18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</a:t>
              </a:r>
              <a:endParaRPr lang="en-US" sz="1800" dirty="0"/>
            </a:p>
          </p:txBody>
        </p:sp>
        <p:sp>
          <p:nvSpPr>
            <p:cNvPr id="97" name="Text 45">
              <a:extLst>
                <a:ext uri="{FF2B5EF4-FFF2-40B4-BE49-F238E27FC236}">
                  <a16:creationId xmlns:a16="http://schemas.microsoft.com/office/drawing/2014/main" id="{222A18D5-A710-B74B-4668-623772854C2D}"/>
                </a:ext>
              </a:extLst>
            </p:cNvPr>
            <p:cNvSpPr txBox="1"/>
            <p:nvPr/>
          </p:nvSpPr>
          <p:spPr>
            <a:xfrm>
              <a:off x="5143500" y="566928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 </a:t>
              </a:r>
              <a:r>
                <a:rPr lang="en-US" sz="600" b="1" dirty="0" err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ajustado</a:t>
              </a:r>
              <a:r>
                <a:rPr lang="en-US" sz="6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600" b="1" dirty="0" err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</a:t>
              </a:r>
              <a:r>
                <a:rPr lang="en-US" sz="6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600" b="1" dirty="0" err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producto</a:t>
              </a:r>
              <a:r>
                <a:rPr lang="en-US" sz="6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y ticket </a:t>
              </a:r>
            </a:p>
            <a:p>
              <a:pPr marL="0" indent="0" algn="ctr">
                <a:buNone/>
              </a:pPr>
              <a:r>
                <a:rPr lang="en-US" sz="600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(73 / 116)</a:t>
              </a:r>
              <a:endParaRPr lang="en-US" sz="600" dirty="0"/>
            </a:p>
          </p:txBody>
        </p:sp>
      </p:grpSp>
      <p:sp>
        <p:nvSpPr>
          <p:cNvPr id="104" name="5-Point Star 103">
            <a:extLst>
              <a:ext uri="{FF2B5EF4-FFF2-40B4-BE49-F238E27FC236}">
                <a16:creationId xmlns:a16="http://schemas.microsoft.com/office/drawing/2014/main" id="{81AFEB1C-D96F-CCAC-A921-7DBBC14E7C02}"/>
              </a:ext>
            </a:extLst>
          </p:cNvPr>
          <p:cNvSpPr/>
          <p:nvPr/>
        </p:nvSpPr>
        <p:spPr>
          <a:xfrm>
            <a:off x="10730977" y="5342300"/>
            <a:ext cx="360000" cy="360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C8ACBB8-5761-D1B0-8F11-A6E1068325BB}"/>
              </a:ext>
            </a:extLst>
          </p:cNvPr>
          <p:cNvSpPr/>
          <p:nvPr/>
        </p:nvSpPr>
        <p:spPr>
          <a:xfrm>
            <a:off x="11170645" y="4023737"/>
            <a:ext cx="800553" cy="309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err="1">
                <a:solidFill>
                  <a:schemeClr val="tx1"/>
                </a:solidFill>
              </a:rPr>
              <a:t>Desembolsos</a:t>
            </a:r>
            <a:r>
              <a:rPr lang="en-GB" sz="800">
                <a:solidFill>
                  <a:schemeClr val="tx1"/>
                </a:solidFill>
              </a:rPr>
              <a:t> IBK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37CBA1B-D01E-1FE6-5643-D364A7FB5BF1}"/>
              </a:ext>
            </a:extLst>
          </p:cNvPr>
          <p:cNvSpPr/>
          <p:nvPr/>
        </p:nvSpPr>
        <p:spPr>
          <a:xfrm>
            <a:off x="11170645" y="4540488"/>
            <a:ext cx="800553" cy="309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err="1">
                <a:solidFill>
                  <a:schemeClr val="tx1"/>
                </a:solidFill>
              </a:rPr>
              <a:t>Desembolsos</a:t>
            </a:r>
            <a:r>
              <a:rPr lang="en-GB" sz="8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GB" sz="800" err="1">
                <a:solidFill>
                  <a:schemeClr val="tx1"/>
                </a:solidFill>
              </a:rPr>
              <a:t>Competencia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13" name="Right Arrow 112">
            <a:extLst>
              <a:ext uri="{FF2B5EF4-FFF2-40B4-BE49-F238E27FC236}">
                <a16:creationId xmlns:a16="http://schemas.microsoft.com/office/drawing/2014/main" id="{328B0E5B-849E-796B-97F7-9CD6921FCFF6}"/>
              </a:ext>
            </a:extLst>
          </p:cNvPr>
          <p:cNvSpPr/>
          <p:nvPr/>
        </p:nvSpPr>
        <p:spPr>
          <a:xfrm>
            <a:off x="10730977" y="4160838"/>
            <a:ext cx="332879" cy="8255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Right Arrow 113">
            <a:extLst>
              <a:ext uri="{FF2B5EF4-FFF2-40B4-BE49-F238E27FC236}">
                <a16:creationId xmlns:a16="http://schemas.microsoft.com/office/drawing/2014/main" id="{A7B293EC-7C33-ABDB-55D8-2039F02C3CC6}"/>
              </a:ext>
            </a:extLst>
          </p:cNvPr>
          <p:cNvSpPr/>
          <p:nvPr/>
        </p:nvSpPr>
        <p:spPr>
          <a:xfrm>
            <a:off x="10744537" y="4703134"/>
            <a:ext cx="332879" cy="8255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86">
            <a:extLst>
              <a:ext uri="{FF2B5EF4-FFF2-40B4-BE49-F238E27FC236}">
                <a16:creationId xmlns:a16="http://schemas.microsoft.com/office/drawing/2014/main" id="{84AAF9FB-2118-4354-72CA-0BD3426C847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BB076727-46B4-B4C7-A834-3C48613E4A71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 dirty="0">
                <a:solidFill>
                  <a:srgbClr val="6E7E7D"/>
                </a:solidFill>
                <a:ea typeface="Calibri"/>
                <a:cs typeface="Calibri"/>
              </a:rPr>
              <a:t>OFERTA RELEVANTE</a:t>
            </a:r>
            <a:r>
              <a:rPr lang="es-ES" sz="800" b="1" dirty="0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 · SHARE OF SALES · LECTURA DEL EMBUDO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0F516BFA-1F3D-3B6F-212D-71C0EAE0EE03}"/>
              </a:ext>
            </a:extLst>
          </p:cNvPr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E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Lo que ya habíamos visto: el share relevante separa lo que ganamos, lo que perdimos por precio y lo que no gestionamos</a:t>
            </a:r>
          </a:p>
        </p:txBody>
      </p:sp>
      <p:cxnSp>
        <p:nvCxnSpPr>
          <p:cNvPr id="6" name="Connector 3">
            <a:extLst>
              <a:ext uri="{FF2B5EF4-FFF2-40B4-BE49-F238E27FC236}">
                <a16:creationId xmlns:a16="http://schemas.microsoft.com/office/drawing/2014/main" id="{E25CD4D5-5735-8F40-F430-791F2D0F1BC2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orma 501">
            <a:extLst>
              <a:ext uri="{FF2B5EF4-FFF2-40B4-BE49-F238E27FC236}">
                <a16:creationId xmlns:a16="http://schemas.microsoft.com/office/drawing/2014/main" id="{8CA6D7AD-F355-226B-99B8-3D9B9604DEDB}"/>
              </a:ext>
            </a:extLst>
          </p:cNvPr>
          <p:cNvSpPr/>
          <p:nvPr/>
        </p:nvSpPr>
        <p:spPr>
          <a:xfrm>
            <a:off x="3480000" y="3420000"/>
            <a:ext cx="1560000" cy="1050000"/>
          </a:xfrm>
          <a:prstGeom prst="rect">
            <a:avLst/>
          </a:prstGeom>
          <a:solidFill>
            <a:srgbClr val="E7F3F2"/>
          </a:solidFill>
          <a:ln w="12700">
            <a:solidFill>
              <a:srgbClr val="13807B"/>
            </a:solidFill>
            <a:prstDash val="dash"/>
          </a:ln>
        </p:spPr>
        <p:txBody>
          <a:bodyPr wrap="square" lIns="72000" tIns="45720" rIns="72000" bIns="4572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s-PE" sz="900" b="1" i="0" dirty="0">
                <a:solidFill>
                  <a:srgbClr val="13807B"/>
                </a:solidFill>
                <a:latin typeface="Calibri"/>
                <a:cs typeface="Calibri"/>
              </a:rPr>
              <a:t>Se revisa en esta sesión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s-PE" sz="800" b="0" i="0" dirty="0">
                <a:solidFill>
                  <a:srgbClr val="2F3B3A"/>
                </a:solidFill>
                <a:latin typeface="Calibri"/>
                <a:cs typeface="Calibri"/>
              </a:rPr>
              <a:t>¿La competencia cobró más caro en los &lt;70%? → ver tasa inferida</a:t>
            </a:r>
          </a:p>
        </p:txBody>
      </p:sp>
      <p:sp>
        <p:nvSpPr>
          <p:cNvPr id="931" name="Forma 931"/>
          <p:cNvSpPr/>
          <p:nvPr/>
        </p:nvSpPr>
        <p:spPr>
          <a:xfrm>
            <a:off x="4780000" y="2950000"/>
            <a:ext cx="1900000" cy="300000"/>
          </a:xfrm>
          <a:prstGeom prst="rect">
            <a:avLst/>
          </a:prstGeom>
          <a:solidFill>
            <a:srgbClr val="E7F3F2"/>
          </a:solidFill>
          <a:ln w="12700">
            <a:solidFill>
              <a:srgbClr val="13807B"/>
            </a:solidFill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1" i="0" dirty="0">
                <a:solidFill>
                  <a:srgbClr val="13807B"/>
                </a:solidFill>
                <a:latin typeface="Calibri"/>
                <a:cs typeface="Calibri"/>
              </a:rPr>
              <a:t>✓ Criterio validado con el negocio</a:t>
            </a:r>
          </a:p>
        </p:txBody>
      </p:sp>
      <p:sp>
        <p:nvSpPr>
          <p:cNvPr id="901" name="Forma 901"/>
          <p:cNvSpPr/>
          <p:nvPr/>
        </p:nvSpPr>
        <p:spPr>
          <a:xfrm>
            <a:off x="493776" y="1130000"/>
            <a:ext cx="3350000" cy="30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109728" tIns="0" rIns="109728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 b="1" i="0" dirty="0">
                <a:solidFill>
                  <a:srgbClr val="13807B"/>
                </a:solidFill>
                <a:latin typeface="Calibri"/>
                <a:cs typeface="Calibri"/>
              </a:rPr>
              <a:t>VISTA  </a:t>
            </a:r>
            <a:r>
              <a:rPr lang="es-PE" sz="900" b="1" i="0" dirty="0">
                <a:solidFill>
                  <a:srgbClr val="2F3B3A"/>
                </a:solidFill>
                <a:latin typeface="Calibri"/>
                <a:cs typeface="Calibri"/>
              </a:rPr>
              <a:t>Mayo 2026 (202605)</a:t>
            </a:r>
            <a:r>
              <a:rPr lang="es-PE" sz="900" b="0" i="0" dirty="0">
                <a:solidFill>
                  <a:srgbClr val="6E7E7D"/>
                </a:solidFill>
                <a:latin typeface="Calibri"/>
                <a:cs typeface="Calibri"/>
              </a:rPr>
              <a:t>  </a:t>
            </a:r>
            <a:endParaRPr lang="es-PE" sz="900" b="1" i="0" dirty="0">
              <a:solidFill>
                <a:srgbClr val="6E7E7D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6D82-D088-542E-70B1-6F7F4A07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hink-cell data - do not delete" hidden="1">
            <a:extLst>
              <a:ext uri="{FF2B5EF4-FFF2-40B4-BE49-F238E27FC236}">
                <a16:creationId xmlns:a16="http://schemas.microsoft.com/office/drawing/2014/main" id="{B15F6627-82E2-115A-7EB8-A3E5E449198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4" imgW="7772400" imgH="10058400" progId="TCLayout.ActiveDocument.1">
                  <p:embed/>
                </p:oleObj>
              </mc:Choice>
              <mc:Fallback>
                <p:oleObj name="Diapositiva de thinkcell" r:id="rId4" imgW="7772400" imgH="10058400" progId="TCLayout.ActiveDocument.1">
                  <p:embed/>
                  <p:pic>
                    <p:nvPicPr>
                      <p:cNvPr id="7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5F6627-82E2-115A-7EB8-A3E5E44919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86">
            <a:extLst>
              <a:ext uri="{FF2B5EF4-FFF2-40B4-BE49-F238E27FC236}">
                <a16:creationId xmlns:a16="http://schemas.microsoft.com/office/drawing/2014/main" id="{E78825FA-0FDA-742F-5868-956B962FF6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2E1E22C4-53DF-7B1F-78E5-77FE22A9C495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>
                <a:solidFill>
                  <a:srgbClr val="6E7E7D"/>
                </a:solidFill>
                <a:ea typeface="Calibri"/>
                <a:cs typeface="Calibri"/>
              </a:rPr>
              <a:t>OFERTA RELEVANTE</a:t>
            </a:r>
            <a:r>
              <a:rPr lang="es-ES"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 · SHARE OF SALES · TASA INFERIDA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4A7A004-1132-CFB3-F07A-3E069905B995}"/>
              </a:ext>
            </a:extLst>
          </p:cNvPr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ES" sz="1600" b="1" dirty="0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En los desembolsos &lt;70% la competencia cobró prácticamente lo mismo que nuestra oferta: el menor monto no justifica dejarlos fuera</a:t>
            </a:r>
          </a:p>
        </p:txBody>
      </p:sp>
      <p:cxnSp>
        <p:nvCxnSpPr>
          <p:cNvPr id="6" name="Connector 3">
            <a:extLst>
              <a:ext uri="{FF2B5EF4-FFF2-40B4-BE49-F238E27FC236}">
                <a16:creationId xmlns:a16="http://schemas.microsoft.com/office/drawing/2014/main" id="{0D068DB7-4983-5C81-1C41-712583D61D89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4641E6A-8D36-B750-768F-CF7B0FD1DD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61" t="24800" r="12540" b="2000"/>
          <a:stretch>
            <a:fillRect/>
          </a:stretch>
        </p:blipFill>
        <p:spPr>
          <a:xfrm>
            <a:off x="3400000" y="2320000"/>
            <a:ext cx="4070000" cy="202386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B391CB5-3ECD-6C24-96AF-83D84072E8F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85" t="24751" r="29398" b="2485"/>
          <a:stretch>
            <a:fillRect/>
          </a:stretch>
        </p:blipFill>
        <p:spPr>
          <a:xfrm>
            <a:off x="7628239" y="2320000"/>
            <a:ext cx="4070000" cy="2023868"/>
          </a:xfrm>
          <a:prstGeom prst="rect">
            <a:avLst/>
          </a:prstGeom>
        </p:spPr>
      </p:pic>
      <p:sp>
        <p:nvSpPr>
          <p:cNvPr id="502" name="Forma 502"/>
          <p:cNvSpPr/>
          <p:nvPr/>
        </p:nvSpPr>
        <p:spPr>
          <a:xfrm>
            <a:off x="493776" y="1140000"/>
            <a:ext cx="5350000" cy="60000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txBody>
          <a:bodyPr wrap="square" lIns="72000" tIns="45720" rIns="72000" bIns="4572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s-PE" sz="800" b="1" i="0" dirty="0">
                <a:solidFill>
                  <a:srgbClr val="6E7E7D"/>
                </a:solidFill>
                <a:latin typeface="Calibri"/>
                <a:cs typeface="Calibri"/>
              </a:rPr>
              <a:t>LA HIPÓTESIS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900" b="0" i="0" dirty="0">
                <a:solidFill>
                  <a:srgbClr val="2F3B3A"/>
                </a:solidFill>
                <a:latin typeface="Calibri"/>
                <a:cs typeface="Calibri"/>
              </a:rPr>
              <a:t>Cuando la competencia desembolsa menos del 70% de lo ofertado por IBK, al ser un monto menor su tasa debería ser mayor: la pérdida no se explicaría por precio y queda </a:t>
            </a:r>
            <a:r>
              <a:rPr lang="es-PE" sz="900" b="1" i="0" dirty="0">
                <a:solidFill>
                  <a:srgbClr val="2F3B3A"/>
                </a:solidFill>
                <a:latin typeface="Calibri"/>
                <a:cs typeface="Calibri"/>
              </a:rPr>
              <a:t>fuera del share relevante</a:t>
            </a:r>
            <a:r>
              <a:rPr lang="es-PE" sz="900" b="0" i="0" dirty="0">
                <a:solidFill>
                  <a:srgbClr val="2F3B3A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503" name="Forma 503"/>
          <p:cNvSpPr/>
          <p:nvPr/>
        </p:nvSpPr>
        <p:spPr>
          <a:xfrm>
            <a:off x="5903776" y="1320000"/>
            <a:ext cx="280000" cy="240000"/>
          </a:xfrm>
          <a:prstGeom prst="rightArrow">
            <a:avLst/>
          </a:prstGeom>
          <a:solidFill>
            <a:srgbClr val="C9D3D2"/>
          </a:solidFill>
          <a:ln>
            <a:noFill/>
          </a:ln>
        </p:spPr>
        <p:txBody>
          <a:bodyPr wrap="square" lIns="72000" tIns="45720" rIns="72000" bIns="45720" anchor="t">
            <a:normAutofit fontScale="40000" lnSpcReduction="20000"/>
          </a:bodyPr>
          <a:lstStyle/>
          <a:p>
            <a:endParaRPr lang="es-PE" sz="600"/>
          </a:p>
        </p:txBody>
      </p:sp>
      <p:sp>
        <p:nvSpPr>
          <p:cNvPr id="504" name="Forma 504"/>
          <p:cNvSpPr/>
          <p:nvPr/>
        </p:nvSpPr>
        <p:spPr>
          <a:xfrm>
            <a:off x="6243776" y="1140000"/>
            <a:ext cx="5454463" cy="60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72000" tIns="45720" rIns="72000" bIns="4572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s-PE" sz="800" b="1" i="0" dirty="0">
                <a:solidFill>
                  <a:srgbClr val="13807B"/>
                </a:solidFill>
                <a:latin typeface="Calibri"/>
                <a:cs typeface="Calibri"/>
              </a:rPr>
              <a:t>LA PRUEBA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900" b="0" i="0" dirty="0">
                <a:solidFill>
                  <a:srgbClr val="2F3B3A"/>
                </a:solidFill>
                <a:latin typeface="Calibri"/>
                <a:cs typeface="Calibri"/>
              </a:rPr>
              <a:t>Estimamos con </a:t>
            </a:r>
            <a:r>
              <a:rPr lang="es-PE" sz="900" dirty="0">
                <a:solidFill>
                  <a:srgbClr val="2F3B3A"/>
                </a:solidFill>
                <a:latin typeface="Calibri"/>
                <a:cs typeface="Calibri"/>
              </a:rPr>
              <a:t>el </a:t>
            </a:r>
            <a:r>
              <a:rPr lang="es-PE" sz="900" b="0" i="0" dirty="0">
                <a:solidFill>
                  <a:srgbClr val="2F3B3A"/>
                </a:solidFill>
                <a:latin typeface="Calibri"/>
                <a:cs typeface="Calibri"/>
              </a:rPr>
              <a:t>modelo de inferencia de tasas la tasa que cobró la competencia (</a:t>
            </a:r>
            <a:r>
              <a:rPr lang="es-PE" sz="900" b="1" i="0" dirty="0">
                <a:solidFill>
                  <a:srgbClr val="2F3B3A"/>
                </a:solidFill>
                <a:latin typeface="Calibri"/>
                <a:cs typeface="Calibri"/>
              </a:rPr>
              <a:t>TEA inferida</a:t>
            </a:r>
            <a:r>
              <a:rPr lang="es-PE" sz="900" b="0" i="0" dirty="0">
                <a:solidFill>
                  <a:srgbClr val="2F3B3A"/>
                </a:solidFill>
                <a:latin typeface="Calibri"/>
                <a:cs typeface="Calibri"/>
              </a:rPr>
              <a:t>) y la comparamos con nuestra oferta.</a:t>
            </a:r>
          </a:p>
        </p:txBody>
      </p:sp>
      <p:sp>
        <p:nvSpPr>
          <p:cNvPr id="505" name="Forma 505"/>
          <p:cNvSpPr/>
          <p:nvPr/>
        </p:nvSpPr>
        <p:spPr>
          <a:xfrm>
            <a:off x="493776" y="1950000"/>
            <a:ext cx="2726224" cy="320000"/>
          </a:xfrm>
          <a:prstGeom prst="rect">
            <a:avLst/>
          </a:prstGeom>
          <a:solidFill>
            <a:srgbClr val="6E7E7D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000" b="1" i="0" dirty="0">
                <a:solidFill>
                  <a:srgbClr val="FFFFFF"/>
                </a:solidFill>
                <a:latin typeface="Calibri"/>
                <a:cs typeface="Calibri"/>
              </a:rPr>
              <a:t>¿Sobre qué base comparamos?</a:t>
            </a:r>
          </a:p>
        </p:txBody>
      </p:sp>
      <p:sp>
        <p:nvSpPr>
          <p:cNvPr id="506" name="Forma 506"/>
          <p:cNvSpPr/>
          <p:nvPr/>
        </p:nvSpPr>
        <p:spPr>
          <a:xfrm>
            <a:off x="493776" y="2420000"/>
            <a:ext cx="2726224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Base &lt;70%  ·  n = 5,648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800" b="0" i="0" dirty="0">
                <a:solidFill>
                  <a:srgbClr val="6E7E7D"/>
                </a:solidFill>
                <a:latin typeface="Calibri"/>
                <a:cs typeface="Calibri"/>
              </a:rPr>
              <a:t>En la competencia, por menos del 70% de lo ofertado</a:t>
            </a:r>
          </a:p>
        </p:txBody>
      </p:sp>
      <p:sp>
        <p:nvSpPr>
          <p:cNvPr id="507" name="Forma 507"/>
          <p:cNvSpPr/>
          <p:nvPr/>
        </p:nvSpPr>
        <p:spPr>
          <a:xfrm>
            <a:off x="493776" y="2910000"/>
            <a:ext cx="2246224" cy="120000"/>
          </a:xfrm>
          <a:prstGeom prst="rect">
            <a:avLst/>
          </a:prstGeom>
          <a:solidFill>
            <a:srgbClr val="E3EAE9"/>
          </a:solidFill>
          <a:ln>
            <a:noFill/>
          </a:ln>
        </p:spPr>
        <p:txBody>
          <a:bodyPr wrap="square" lIns="72000" tIns="45720" rIns="72000" bIns="45720" anchor="t">
            <a:normAutofit fontScale="40000" lnSpcReduction="20000"/>
          </a:bodyPr>
          <a:lstStyle/>
          <a:p>
            <a:endParaRPr lang="es-PE" sz="600"/>
          </a:p>
        </p:txBody>
      </p:sp>
      <p:sp>
        <p:nvSpPr>
          <p:cNvPr id="508" name="Forma 508"/>
          <p:cNvSpPr/>
          <p:nvPr/>
        </p:nvSpPr>
        <p:spPr>
          <a:xfrm>
            <a:off x="493776" y="2910000"/>
            <a:ext cx="2246224" cy="120000"/>
          </a:xfrm>
          <a:prstGeom prst="rect">
            <a:avLst/>
          </a:prstGeom>
          <a:solidFill>
            <a:srgbClr val="6E7E7D"/>
          </a:solidFill>
          <a:ln>
            <a:noFill/>
          </a:ln>
        </p:spPr>
        <p:txBody>
          <a:bodyPr wrap="square" lIns="72000" tIns="45720" rIns="72000" bIns="45720" anchor="t">
            <a:normAutofit fontScale="40000" lnSpcReduction="20000"/>
          </a:bodyPr>
          <a:lstStyle/>
          <a:p>
            <a:endParaRPr lang="es-PE" sz="600"/>
          </a:p>
        </p:txBody>
      </p:sp>
      <p:sp>
        <p:nvSpPr>
          <p:cNvPr id="509" name="Forma 509"/>
          <p:cNvSpPr/>
          <p:nvPr/>
        </p:nvSpPr>
        <p:spPr>
          <a:xfrm>
            <a:off x="2790000" y="2860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000" b="1" i="0" dirty="0">
                <a:solidFill>
                  <a:srgbClr val="6E7E7D"/>
                </a:solidFill>
                <a:latin typeface="Calibri"/>
                <a:cs typeface="Calibri"/>
              </a:rPr>
              <a:t>100%</a:t>
            </a:r>
          </a:p>
        </p:txBody>
      </p:sp>
      <p:sp>
        <p:nvSpPr>
          <p:cNvPr id="510" name="Forma 510"/>
          <p:cNvSpPr/>
          <p:nvPr/>
        </p:nvSpPr>
        <p:spPr>
          <a:xfrm>
            <a:off x="493776" y="3220000"/>
            <a:ext cx="2726224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① Con tasa inferida  ·  n = 3,115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800" b="0" i="0" dirty="0">
                <a:solidFill>
                  <a:srgbClr val="6E7E7D"/>
                </a:solidFill>
                <a:latin typeface="Calibri"/>
                <a:cs typeface="Calibri"/>
              </a:rPr>
              <a:t>El modelo logró estimarle una tasa</a:t>
            </a:r>
          </a:p>
        </p:txBody>
      </p:sp>
      <p:sp>
        <p:nvSpPr>
          <p:cNvPr id="511" name="Forma 511"/>
          <p:cNvSpPr/>
          <p:nvPr/>
        </p:nvSpPr>
        <p:spPr>
          <a:xfrm>
            <a:off x="493776" y="3710000"/>
            <a:ext cx="2246224" cy="120000"/>
          </a:xfrm>
          <a:prstGeom prst="rect">
            <a:avLst/>
          </a:prstGeom>
          <a:solidFill>
            <a:srgbClr val="E3EAE9"/>
          </a:solidFill>
          <a:ln>
            <a:noFill/>
          </a:ln>
        </p:spPr>
        <p:txBody>
          <a:bodyPr wrap="square" lIns="72000" tIns="45720" rIns="72000" bIns="45720" anchor="t">
            <a:normAutofit fontScale="40000" lnSpcReduction="20000"/>
          </a:bodyPr>
          <a:lstStyle/>
          <a:p>
            <a:endParaRPr lang="es-PE" sz="600"/>
          </a:p>
        </p:txBody>
      </p:sp>
      <p:sp>
        <p:nvSpPr>
          <p:cNvPr id="512" name="Forma 512"/>
          <p:cNvSpPr/>
          <p:nvPr/>
        </p:nvSpPr>
        <p:spPr>
          <a:xfrm>
            <a:off x="493776" y="3710000"/>
            <a:ext cx="1235423" cy="12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72000" tIns="45720" rIns="72000" bIns="45720" anchor="t">
            <a:normAutofit fontScale="40000" lnSpcReduction="20000"/>
          </a:bodyPr>
          <a:lstStyle/>
          <a:p>
            <a:endParaRPr lang="es-PE" sz="600"/>
          </a:p>
        </p:txBody>
      </p:sp>
      <p:sp>
        <p:nvSpPr>
          <p:cNvPr id="513" name="Forma 513"/>
          <p:cNvSpPr/>
          <p:nvPr/>
        </p:nvSpPr>
        <p:spPr>
          <a:xfrm>
            <a:off x="2790000" y="3660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000" b="1" i="0" dirty="0">
                <a:solidFill>
                  <a:srgbClr val="13807B"/>
                </a:solidFill>
                <a:latin typeface="Calibri"/>
                <a:cs typeface="Calibri"/>
              </a:rPr>
              <a:t>55%</a:t>
            </a:r>
          </a:p>
        </p:txBody>
      </p:sp>
      <p:sp>
        <p:nvSpPr>
          <p:cNvPr id="514" name="Forma 514"/>
          <p:cNvSpPr/>
          <p:nvPr/>
        </p:nvSpPr>
        <p:spPr>
          <a:xfrm>
            <a:off x="643776" y="4020000"/>
            <a:ext cx="2576224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② …y gestionados  ·  n = 1,616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800" b="0" i="0" dirty="0">
                <a:solidFill>
                  <a:srgbClr val="6E7E7D"/>
                </a:solidFill>
                <a:latin typeface="Calibri"/>
                <a:cs typeface="Calibri"/>
              </a:rPr>
              <a:t>De ①, los que sí se gestionó</a:t>
            </a:r>
          </a:p>
        </p:txBody>
      </p:sp>
      <p:sp>
        <p:nvSpPr>
          <p:cNvPr id="515" name="Forma 515"/>
          <p:cNvSpPr/>
          <p:nvPr/>
        </p:nvSpPr>
        <p:spPr>
          <a:xfrm>
            <a:off x="643776" y="4510000"/>
            <a:ext cx="2096224" cy="120000"/>
          </a:xfrm>
          <a:prstGeom prst="rect">
            <a:avLst/>
          </a:prstGeom>
          <a:solidFill>
            <a:srgbClr val="E3EAE9"/>
          </a:solidFill>
          <a:ln>
            <a:noFill/>
          </a:ln>
        </p:spPr>
        <p:txBody>
          <a:bodyPr wrap="square" lIns="72000" tIns="45720" rIns="72000" bIns="45720" anchor="t">
            <a:normAutofit fontScale="40000" lnSpcReduction="20000"/>
          </a:bodyPr>
          <a:lstStyle/>
          <a:p>
            <a:endParaRPr lang="es-PE" sz="600"/>
          </a:p>
        </p:txBody>
      </p:sp>
      <p:sp>
        <p:nvSpPr>
          <p:cNvPr id="516" name="Forma 516"/>
          <p:cNvSpPr/>
          <p:nvPr/>
        </p:nvSpPr>
        <p:spPr>
          <a:xfrm>
            <a:off x="643776" y="4510000"/>
            <a:ext cx="607904" cy="120000"/>
          </a:xfrm>
          <a:prstGeom prst="rect">
            <a:avLst/>
          </a:prstGeom>
          <a:solidFill>
            <a:srgbClr val="7FBFBB"/>
          </a:solidFill>
          <a:ln>
            <a:noFill/>
          </a:ln>
        </p:spPr>
        <p:txBody>
          <a:bodyPr wrap="square" lIns="72000" tIns="45720" rIns="72000" bIns="45720" anchor="t">
            <a:normAutofit fontScale="40000" lnSpcReduction="20000"/>
          </a:bodyPr>
          <a:lstStyle/>
          <a:p>
            <a:endParaRPr lang="es-PE" sz="600"/>
          </a:p>
        </p:txBody>
      </p:sp>
      <p:sp>
        <p:nvSpPr>
          <p:cNvPr id="517" name="Forma 517"/>
          <p:cNvSpPr/>
          <p:nvPr/>
        </p:nvSpPr>
        <p:spPr>
          <a:xfrm>
            <a:off x="2790000" y="4460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000" b="1" i="0" dirty="0">
                <a:solidFill>
                  <a:srgbClr val="13807B"/>
                </a:solidFill>
                <a:latin typeface="Calibri"/>
                <a:cs typeface="Calibri"/>
              </a:rPr>
              <a:t>29%</a:t>
            </a:r>
          </a:p>
        </p:txBody>
      </p:sp>
      <p:sp>
        <p:nvSpPr>
          <p:cNvPr id="518" name="Forma 518"/>
          <p:cNvSpPr/>
          <p:nvPr/>
        </p:nvSpPr>
        <p:spPr>
          <a:xfrm>
            <a:off x="493776" y="4820000"/>
            <a:ext cx="2726224" cy="303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800" b="0" i="1" dirty="0">
                <a:solidFill>
                  <a:srgbClr val="6E7E7D"/>
                </a:solidFill>
                <a:latin typeface="Calibri"/>
                <a:cs typeface="Calibri"/>
              </a:rPr>
              <a:t>La tasa inferida cubre más de la mitad de la base &lt;70%.</a:t>
            </a:r>
          </a:p>
        </p:txBody>
      </p:sp>
      <p:sp>
        <p:nvSpPr>
          <p:cNvPr id="519" name="Forma 519"/>
          <p:cNvSpPr/>
          <p:nvPr/>
        </p:nvSpPr>
        <p:spPr>
          <a:xfrm>
            <a:off x="3400000" y="1950000"/>
            <a:ext cx="4070000" cy="32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100" b="1" i="0" dirty="0">
                <a:solidFill>
                  <a:srgbClr val="FFFFFF"/>
                </a:solidFill>
                <a:latin typeface="Calibri"/>
                <a:cs typeface="Calibri"/>
              </a:rPr>
              <a:t>① Con tasa inferida</a:t>
            </a:r>
          </a:p>
        </p:txBody>
      </p:sp>
      <p:sp>
        <p:nvSpPr>
          <p:cNvPr id="520" name="Forma 520"/>
          <p:cNvSpPr/>
          <p:nvPr/>
        </p:nvSpPr>
        <p:spPr>
          <a:xfrm>
            <a:off x="3400000" y="4403868"/>
            <a:ext cx="4070000" cy="72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521" name="Forma 521"/>
          <p:cNvSpPr/>
          <p:nvPr/>
        </p:nvSpPr>
        <p:spPr>
          <a:xfrm>
            <a:off x="3400000" y="4403868"/>
            <a:ext cx="1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750" b="1" i="0" dirty="0">
                <a:solidFill>
                  <a:srgbClr val="6E7E7D"/>
                </a:solidFill>
                <a:latin typeface="Calibri"/>
                <a:cs typeface="Calibri"/>
              </a:rPr>
              <a:t>TEA competencia vs. oferta IBK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800" b="1" i="0" dirty="0">
                <a:solidFill>
                  <a:srgbClr val="4A6572"/>
                </a:solidFill>
                <a:latin typeface="Calibri"/>
                <a:cs typeface="Calibri"/>
              </a:rPr>
              <a:t>−18 pbs</a:t>
            </a:r>
            <a:r>
              <a:rPr lang="es-PE" sz="900" b="1" i="0" dirty="0">
                <a:solidFill>
                  <a:srgbClr val="4A6572"/>
                </a:solidFill>
                <a:latin typeface="Calibri"/>
                <a:cs typeface="Calibri"/>
              </a:rPr>
              <a:t>  prácticamente igual</a:t>
            </a:r>
          </a:p>
        </p:txBody>
      </p:sp>
      <p:sp>
        <p:nvSpPr>
          <p:cNvPr id="522" name="Forma 522"/>
          <p:cNvSpPr/>
          <p:nvPr/>
        </p:nvSpPr>
        <p:spPr>
          <a:xfrm>
            <a:off x="5300000" y="4403868"/>
            <a:ext cx="217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09728" bIns="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PE" sz="900" b="0" i="0" dirty="0">
                <a:solidFill>
                  <a:srgbClr val="6E7E7D"/>
                </a:solidFill>
                <a:latin typeface="Calibri"/>
                <a:cs typeface="Calibri"/>
              </a:rPr>
              <a:t>Oferta IBK  </a:t>
            </a:r>
            <a:r>
              <a:rPr lang="es-PE" sz="1000" b="1" i="0" dirty="0">
                <a:solidFill>
                  <a:srgbClr val="6B9E3A"/>
                </a:solidFill>
                <a:latin typeface="Calibri"/>
                <a:cs typeface="Calibri"/>
              </a:rPr>
              <a:t>20.52%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PE" sz="900" b="0" i="0" dirty="0">
                <a:solidFill>
                  <a:srgbClr val="6E7E7D"/>
                </a:solidFill>
                <a:latin typeface="Calibri"/>
                <a:cs typeface="Calibri"/>
              </a:rPr>
              <a:t>Inferida  </a:t>
            </a:r>
            <a:r>
              <a:rPr lang="es-PE" sz="1000" b="1" i="0" dirty="0">
                <a:solidFill>
                  <a:srgbClr val="2E86AB"/>
                </a:solidFill>
                <a:latin typeface="Calibri"/>
                <a:cs typeface="Calibri"/>
              </a:rPr>
              <a:t>20.34%</a:t>
            </a:r>
          </a:p>
        </p:txBody>
      </p:sp>
      <p:sp>
        <p:nvSpPr>
          <p:cNvPr id="523" name="Forma 523"/>
          <p:cNvSpPr/>
          <p:nvPr/>
        </p:nvSpPr>
        <p:spPr>
          <a:xfrm>
            <a:off x="7628239" y="1950000"/>
            <a:ext cx="4070000" cy="32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100" b="1" i="0" dirty="0">
                <a:solidFill>
                  <a:srgbClr val="FFFFFF"/>
                </a:solidFill>
                <a:latin typeface="Calibri"/>
                <a:cs typeface="Calibri"/>
              </a:rPr>
              <a:t>② Con tasa inferida y gestionados</a:t>
            </a:r>
          </a:p>
        </p:txBody>
      </p:sp>
      <p:sp>
        <p:nvSpPr>
          <p:cNvPr id="524" name="Forma 524"/>
          <p:cNvSpPr/>
          <p:nvPr/>
        </p:nvSpPr>
        <p:spPr>
          <a:xfrm>
            <a:off x="7628239" y="4403868"/>
            <a:ext cx="4070000" cy="72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525" name="Forma 525"/>
          <p:cNvSpPr/>
          <p:nvPr/>
        </p:nvSpPr>
        <p:spPr>
          <a:xfrm>
            <a:off x="7628239" y="4403868"/>
            <a:ext cx="19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750" b="1" i="0" dirty="0">
                <a:solidFill>
                  <a:srgbClr val="6E7E7D"/>
                </a:solidFill>
                <a:latin typeface="Calibri"/>
                <a:cs typeface="Calibri"/>
              </a:rPr>
              <a:t>TEA competencia vs. oferta IBK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1800" b="1" i="0" dirty="0">
                <a:solidFill>
                  <a:srgbClr val="4A6572"/>
                </a:solidFill>
                <a:latin typeface="Calibri"/>
                <a:cs typeface="Calibri"/>
              </a:rPr>
              <a:t>−6 pbs</a:t>
            </a:r>
            <a:r>
              <a:rPr lang="es-PE" sz="900" b="1" i="0" dirty="0">
                <a:solidFill>
                  <a:srgbClr val="4A6572"/>
                </a:solidFill>
                <a:latin typeface="Calibri"/>
                <a:cs typeface="Calibri"/>
              </a:rPr>
              <a:t>  prácticamente igual</a:t>
            </a:r>
          </a:p>
        </p:txBody>
      </p:sp>
      <p:sp>
        <p:nvSpPr>
          <p:cNvPr id="526" name="Forma 526"/>
          <p:cNvSpPr/>
          <p:nvPr/>
        </p:nvSpPr>
        <p:spPr>
          <a:xfrm>
            <a:off x="9528239" y="4403868"/>
            <a:ext cx="217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09728" bIns="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PE" sz="900" b="0" i="0" dirty="0">
                <a:solidFill>
                  <a:srgbClr val="6E7E7D"/>
                </a:solidFill>
                <a:latin typeface="Calibri"/>
                <a:cs typeface="Calibri"/>
              </a:rPr>
              <a:t>Oferta IBK  </a:t>
            </a:r>
            <a:r>
              <a:rPr lang="es-PE" sz="1000" b="1" i="0" dirty="0">
                <a:solidFill>
                  <a:srgbClr val="6B9E3A"/>
                </a:solidFill>
                <a:latin typeface="Calibri"/>
                <a:cs typeface="Calibri"/>
              </a:rPr>
              <a:t>20.46%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PE" sz="900" b="0" i="0" dirty="0">
                <a:solidFill>
                  <a:srgbClr val="6E7E7D"/>
                </a:solidFill>
                <a:latin typeface="Calibri"/>
                <a:cs typeface="Calibri"/>
              </a:rPr>
              <a:t>Inferida  </a:t>
            </a:r>
            <a:r>
              <a:rPr lang="es-PE" sz="1000" b="1" i="0" dirty="0">
                <a:solidFill>
                  <a:srgbClr val="2E86AB"/>
                </a:solidFill>
                <a:latin typeface="Calibri"/>
                <a:cs typeface="Calibri"/>
              </a:rPr>
              <a:t>20.41%</a:t>
            </a:r>
          </a:p>
        </p:txBody>
      </p:sp>
      <p:sp>
        <p:nvSpPr>
          <p:cNvPr id="527" name="Forma 527"/>
          <p:cNvSpPr/>
          <p:nvPr/>
        </p:nvSpPr>
        <p:spPr>
          <a:xfrm>
            <a:off x="493776" y="5303868"/>
            <a:ext cx="6850000" cy="52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72000" tIns="45720" rIns="72000" bIns="4572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800" b="1" i="0" dirty="0">
                <a:solidFill>
                  <a:srgbClr val="13807B"/>
                </a:solidFill>
                <a:latin typeface="Calibri"/>
                <a:cs typeface="Calibri"/>
              </a:rPr>
              <a:t>RESULTADO  </a:t>
            </a:r>
            <a:r>
              <a:rPr lang="es-PE" sz="900" b="0" i="0" dirty="0">
                <a:solidFill>
                  <a:srgbClr val="2F3B3A"/>
                </a:solidFill>
                <a:latin typeface="Calibri"/>
                <a:cs typeface="Calibri"/>
              </a:rPr>
              <a:t>En ambas bases la competencia cobró prácticamente lo mismo que nuestra oferta: −18 y −6 pbs (menos de 0.2 pp). El grueso de la tasa inferida está en ~17%, por debajo del pico de nuestra oferta (~19%).</a:t>
            </a:r>
          </a:p>
        </p:txBody>
      </p:sp>
      <p:sp>
        <p:nvSpPr>
          <p:cNvPr id="528" name="Forma 528"/>
          <p:cNvSpPr/>
          <p:nvPr/>
        </p:nvSpPr>
        <p:spPr>
          <a:xfrm>
            <a:off x="7403776" y="5453868"/>
            <a:ext cx="250000" cy="220000"/>
          </a:xfrm>
          <a:prstGeom prst="rightArrow">
            <a:avLst/>
          </a:prstGeom>
          <a:solidFill>
            <a:srgbClr val="C9D3D2"/>
          </a:solidFill>
          <a:ln>
            <a:noFill/>
          </a:ln>
        </p:spPr>
        <p:txBody>
          <a:bodyPr wrap="square" lIns="72000" tIns="45720" rIns="72000" bIns="45720" anchor="t">
            <a:normAutofit fontScale="25000" lnSpcReduction="20000"/>
          </a:bodyPr>
          <a:lstStyle/>
          <a:p>
            <a:endParaRPr lang="es-PE" sz="600"/>
          </a:p>
        </p:txBody>
      </p:sp>
      <p:sp>
        <p:nvSpPr>
          <p:cNvPr id="529" name="Forma 529"/>
          <p:cNvSpPr/>
          <p:nvPr/>
        </p:nvSpPr>
        <p:spPr>
          <a:xfrm>
            <a:off x="7713776" y="5303868"/>
            <a:ext cx="3984463" cy="52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72000" tIns="45720" rIns="72000" bIns="4572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800" b="1" i="0" dirty="0">
                <a:solidFill>
                  <a:srgbClr val="FFFFFF"/>
                </a:solidFill>
                <a:latin typeface="Calibri"/>
                <a:cs typeface="Calibri"/>
              </a:rPr>
              <a:t>IMPLICANCIA  </a:t>
            </a:r>
            <a:r>
              <a:rPr lang="es-PE" sz="900" b="1" i="0" dirty="0">
                <a:solidFill>
                  <a:srgbClr val="FFFFFF"/>
                </a:solidFill>
                <a:latin typeface="Calibri"/>
                <a:cs typeface="Calibri"/>
              </a:rPr>
              <a:t>El &lt;70% también es pérdida por precio: lo reincorporamos al share relevante (siguiente lámina).</a:t>
            </a:r>
          </a:p>
        </p:txBody>
      </p:sp>
      <p:sp>
        <p:nvSpPr>
          <p:cNvPr id="530" name="Forma 530"/>
          <p:cNvSpPr/>
          <p:nvPr/>
        </p:nvSpPr>
        <p:spPr>
          <a:xfrm>
            <a:off x="493776" y="5903868"/>
            <a:ext cx="11204463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PE" sz="700" b="0" i="0" dirty="0">
                <a:solidFill>
                  <a:srgbClr val="6E7E7D"/>
                </a:solidFill>
                <a:latin typeface="Calibri"/>
                <a:cs typeface="Calibri"/>
              </a:rPr>
              <a:t>Brecha = TEA inferida media − TEA ofertada IBK media. En los gráficos: verde = TEA ofertada IBK · azul = TEA inferida de la competencia · líneas punteadas = media. Cobertura sobre la base &lt;70%.</a:t>
            </a:r>
          </a:p>
        </p:txBody>
      </p:sp>
    </p:spTree>
    <p:extLst>
      <p:ext uri="{BB962C8B-B14F-4D97-AF65-F5344CB8AC3E}">
        <p14:creationId xmlns:p14="http://schemas.microsoft.com/office/powerpoint/2010/main" val="309191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1693-FB5B-4F10-70B4-08988FA2A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hink-cell data - do not delete" hidden="1">
            <a:extLst>
              <a:ext uri="{FF2B5EF4-FFF2-40B4-BE49-F238E27FC236}">
                <a16:creationId xmlns:a16="http://schemas.microsoft.com/office/drawing/2014/main" id="{CD460EAD-A7FB-AC32-42D8-326772A2E69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6262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25" imgW="7772400" imgH="10058400" progId="TCLayout.ActiveDocument.1">
                  <p:embed/>
                </p:oleObj>
              </mc:Choice>
              <mc:Fallback>
                <p:oleObj name="Diapositiva de thinkcell" r:id="rId25" imgW="7772400" imgH="10058400" progId="TCLayout.ActiveDocument.1">
                  <p:embed/>
                  <p:pic>
                    <p:nvPicPr>
                      <p:cNvPr id="7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460EAD-A7FB-AC32-42D8-326772A2E6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34">
            <a:extLst>
              <a:ext uri="{FF2B5EF4-FFF2-40B4-BE49-F238E27FC236}">
                <a16:creationId xmlns:a16="http://schemas.microsoft.com/office/drawing/2014/main" id="{57505193-1F8F-2DA3-2EF8-45BB270500BF}"/>
              </a:ext>
            </a:extLst>
          </p:cNvPr>
          <p:cNvSpPr txBox="1"/>
          <p:nvPr/>
        </p:nvSpPr>
        <p:spPr>
          <a:xfrm>
            <a:off x="5722813" y="5290723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 de mejora ↑</a:t>
            </a:r>
            <a:endParaRPr lang="en-US" sz="90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1568071-318A-71F4-7809-F165DE5B59BB}"/>
              </a:ext>
            </a:extLst>
          </p:cNvPr>
          <p:cNvGrpSpPr/>
          <p:nvPr/>
        </p:nvGrpSpPr>
        <p:grpSpPr>
          <a:xfrm>
            <a:off x="440856" y="5561855"/>
            <a:ext cx="1512000" cy="519032"/>
            <a:chOff x="2057400" y="5257800"/>
            <a:chExt cx="2148840" cy="777240"/>
          </a:xfrm>
        </p:grpSpPr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734791C2-AB60-210D-C0AF-1EC66DE02604}"/>
                </a:ext>
              </a:extLst>
            </p:cNvPr>
            <p:cNvSpPr/>
            <p:nvPr/>
          </p:nvSpPr>
          <p:spPr>
            <a:xfrm>
              <a:off x="2057400" y="5257800"/>
              <a:ext cx="2148840" cy="777240"/>
            </a:xfrm>
            <a:prstGeom prst="ellipse">
              <a:avLst/>
            </a:prstGeom>
            <a:solidFill>
              <a:srgbClr val="FCF3E3"/>
            </a:solidFill>
            <a:ln w="15875">
              <a:solidFill>
                <a:srgbClr val="3E5553"/>
              </a:solidFill>
              <a:prstDash val="solid"/>
            </a:ln>
          </p:spPr>
          <p:txBody>
            <a:bodyPr/>
            <a:lstStyle/>
            <a:p>
              <a:endParaRPr lang="en-PE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2ACAAB2A-FEFA-4FBD-FC4A-AC950E15B61A}"/>
                </a:ext>
              </a:extLst>
            </p:cNvPr>
            <p:cNvSpPr txBox="1"/>
            <p:nvPr/>
          </p:nvSpPr>
          <p:spPr>
            <a:xfrm>
              <a:off x="2057400" y="5349240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26%</a:t>
              </a:r>
              <a:endParaRPr lang="en-US" sz="180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0E70D556-8A66-BD4A-9533-55DF4CD1BAA9}"/>
                </a:ext>
              </a:extLst>
            </p:cNvPr>
            <p:cNvSpPr txBox="1"/>
            <p:nvPr/>
          </p:nvSpPr>
          <p:spPr>
            <a:xfrm>
              <a:off x="2194560" y="566928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 PDM total  (73 / 279)</a:t>
              </a:r>
              <a:endParaRPr lang="en-US" sz="60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3A045CA-968F-1853-2010-11E0CC97934C}"/>
              </a:ext>
            </a:extLst>
          </p:cNvPr>
          <p:cNvGrpSpPr/>
          <p:nvPr/>
        </p:nvGrpSpPr>
        <p:grpSpPr>
          <a:xfrm>
            <a:off x="9439178" y="5555984"/>
            <a:ext cx="1512000" cy="522000"/>
            <a:chOff x="9258300" y="5257800"/>
            <a:chExt cx="2148840" cy="777240"/>
          </a:xfrm>
        </p:grpSpPr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8C9EDB8B-69DE-9543-5791-76F369078971}"/>
                </a:ext>
              </a:extLst>
            </p:cNvPr>
            <p:cNvSpPr/>
            <p:nvPr/>
          </p:nvSpPr>
          <p:spPr>
            <a:xfrm>
              <a:off x="9258300" y="5257800"/>
              <a:ext cx="2148840" cy="777240"/>
            </a:xfrm>
            <a:prstGeom prst="ellipse">
              <a:avLst/>
            </a:prstGeom>
            <a:solidFill>
              <a:srgbClr val="ECF6F5"/>
            </a:solidFill>
            <a:ln w="15875">
              <a:solidFill>
                <a:srgbClr val="0B2E2C"/>
              </a:solidFill>
              <a:prstDash val="solid"/>
            </a:ln>
          </p:spPr>
          <p:txBody>
            <a:bodyPr/>
            <a:lstStyle/>
            <a:p>
              <a:endParaRPr lang="en-PE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E8273AAB-FB35-4CAF-7C85-E1128A3BAE37}"/>
                </a:ext>
              </a:extLst>
            </p:cNvPr>
            <p:cNvSpPr txBox="1"/>
            <p:nvPr/>
          </p:nvSpPr>
          <p:spPr>
            <a:xfrm>
              <a:off x="9258300" y="5349240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54%</a:t>
              </a:r>
              <a:endParaRPr lang="en-US" sz="1800" dirty="0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CCAD626B-0570-B5EE-0FF0-0DCB6A64E18B}"/>
                </a:ext>
              </a:extLst>
            </p:cNvPr>
            <p:cNvSpPr txBox="1"/>
            <p:nvPr/>
          </p:nvSpPr>
          <p:spPr>
            <a:xfrm>
              <a:off x="9395460" y="566928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 </a:t>
              </a:r>
              <a:r>
                <a:rPr lang="en-US" sz="600" b="1" dirty="0" err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Relevante</a:t>
              </a:r>
              <a:r>
                <a:rPr lang="en-US" sz="600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600" dirty="0" err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tras</a:t>
              </a:r>
              <a:r>
                <a:rPr lang="en-US" sz="600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600" dirty="0" err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gestión</a:t>
              </a:r>
              <a:r>
                <a:rPr lang="en-US" sz="600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600" dirty="0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(73 / 135)</a:t>
              </a:r>
              <a:endParaRPr lang="en-US" sz="600" dirty="0"/>
            </a:p>
          </p:txBody>
        </p:sp>
      </p:grpSp>
      <p:sp>
        <p:nvSpPr>
          <p:cNvPr id="46" name="Text 44">
            <a:extLst>
              <a:ext uri="{FF2B5EF4-FFF2-40B4-BE49-F238E27FC236}">
                <a16:creationId xmlns:a16="http://schemas.microsoft.com/office/drawing/2014/main" id="{372ECE09-BF74-1D83-4C6E-A9EBEC95176E}"/>
              </a:ext>
            </a:extLst>
          </p:cNvPr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=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estructuralmente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comparable (no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IBK). 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= no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gestionado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de 38% a 54% se explica en parte por retirar el ~30% no gestionado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es,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ts val="1400"/>
              </a:lnSpc>
            </a:pP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&gt;120% = mayor al 120% del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ofertado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i="1" dirty="0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Interbank.</a:t>
            </a:r>
            <a:endParaRPr lang="en-US" sz="10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4E2A3EB-DF50-8108-CD73-6784D6E6B93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3562350" y="2617788"/>
            <a:ext cx="8763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C89A2A1-6D5D-976E-ED7F-151D8C586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5316538" y="3089275"/>
            <a:ext cx="8763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A2015F2-6704-F215-FEDD-6CCA2E2D74EB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7070725" y="3089275"/>
            <a:ext cx="8763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3A7EEE6-2AA5-5346-CB8B-05FDAAE8D365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823325" y="3627438"/>
            <a:ext cx="8763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Chart 3">
            <a:extLst>
              <a:ext uri="{FF2B5EF4-FFF2-40B4-BE49-F238E27FC236}">
                <a16:creationId xmlns:a16="http://schemas.microsoft.com/office/drawing/2014/main" id="{9D23BF46-6CFB-3461-236C-3148FE6B210B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10293529"/>
              </p:ext>
            </p:extLst>
          </p:nvPr>
        </p:nvGraphicFramePr>
        <p:xfrm>
          <a:off x="411163" y="1579563"/>
          <a:ext cx="10687050" cy="336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55C1CA0-9D05-AAA2-69C9-7AD1C9656D1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742950" y="4918075"/>
            <a:ext cx="12541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D5EB34F-3B9F-42A7-B7E4-14FE079059C4}" type="datetime'D''esem''bols''os R''''CC ''''''con'''' ''''L''''e''ad IB''K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140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E81E9612-49D1-3E9F-5181-0A8B772730CA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497138" y="4918075"/>
            <a:ext cx="125571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C733C42-0F9C-44BF-894F-ABF0DE751BC5}" type="datetime'D''e''''sembolso''s R''CC'' ''si''n Ot''r''''os ''''''IBK''''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901D962-191D-F30C-3ED7-584ACD25C0C6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4629150" y="2770188"/>
            <a:ext cx="495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09131D7-3EC8-404C-832E-D12ABDACEC67}" type="datetime'''''''''''52'''''' ''''''''M''M''''''''''''''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52 MM</a:t>
            </a:fld>
            <a:endParaRPr lang="en-GB" sz="120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BDD87233-DC92-81E7-B27E-09161BDD2AD9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4227513" y="4918075"/>
            <a:ext cx="12985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9E21D5A-13FE-4DD4-85BB-422C4A68A426}" type="datetime'''Des''em''''''b''olsos'''' RC''''C ''Oferta'''''' &gt;''120''%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r>
              <a:rPr lang="en-GB" altLang="en-US" sz="1400"/>
              <a:t>*</a:t>
            </a:r>
            <a:endParaRPr lang="en-GB" sz="140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857456E-7B0C-AAA3-CB5C-E48846F65AD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6383338" y="3257550"/>
            <a:ext cx="4953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0B4AD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84CD378-17BF-4419-AA2B-F4B313D8215B}" type="datetime'7''''3'''''''''' ''''''''''''M''''''''''''''M''''''''''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73 MM</a:t>
            </a:fld>
            <a:br>
              <a:rPr lang="en-GB" altLang="en-US" sz="1200">
                <a:solidFill>
                  <a:schemeClr val="bg1"/>
                </a:solidFill>
              </a:rPr>
            </a:br>
            <a:r>
              <a:rPr lang="en-GB" altLang="en-US" sz="1200">
                <a:solidFill>
                  <a:schemeClr val="bg1"/>
                </a:solidFill>
              </a:rPr>
              <a:t>(</a:t>
            </a:r>
            <a:fld id="{76ADA589-7BB2-49B1-9012-0B5E3496BD8A}" type="datetime'''''''''''''''''''''''''''''''''''''''38''''''%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38%</a:t>
            </a:fld>
            <a:r>
              <a:rPr lang="en-GB" altLang="en-US" sz="1200">
                <a:solidFill>
                  <a:schemeClr val="bg1"/>
                </a:solidFill>
              </a:rPr>
              <a:t>)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B4D4CAB-3D02-ECB6-FA0D-6940E8F099C0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6345238" y="4225925"/>
            <a:ext cx="573088" cy="165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793CE55-EE27-4D88-A255-DE9D493BFF2C}" type="datetime'''''''''1''''''''''''''2''''''''''''''''''1'''''' ''MM'''''">
              <a:rPr lang="en-GB" altLang="en-US" sz="12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121 MM</a:t>
            </a:fld>
            <a:endParaRPr lang="en-GB" sz="12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E9A495A-BA6F-7A33-19CE-F1988A859B58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5937250" y="4918075"/>
            <a:ext cx="138906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2EF2023-4CF9-4F1F-8EE4-357A5862CBB4}" type="datetime'Sha''re Ajust''''''ado p''or Tic''ke''''''t'' y produc''t''o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140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F00C72-B6F1-5273-FE93-E3B9BC44D3F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8137525" y="3275013"/>
            <a:ext cx="495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3847B05-E26D-4966-89B9-C7AF93398677}" type="datetime'''''5''''''9'''''' ''''''''''''MM''''''''''''''''''''''''''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59 MM</a:t>
            </a:fld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CB49D73-34F8-E828-E447-938CCF53411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7735888" y="4918075"/>
            <a:ext cx="12985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661F13E-867B-4ECE-BB31-29633846AD7A}" type="datetime'De''s''embolso''''s ''R''''CC ''No'' Gest''''i''o''''''nados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140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08808B6-92F7-6730-72AC-48A2FB62CAA4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9890125" y="3795713"/>
            <a:ext cx="4953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3807B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5397793-4A10-4834-80DC-BA1EEDFB6258}" type="datetime'''7''''''''''''''''''''''''3'''''''''''''''' ''''M''M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73 MM</a:t>
            </a:fld>
            <a:br>
              <a:rPr lang="en-GB" altLang="en-US" sz="1200">
                <a:solidFill>
                  <a:schemeClr val="bg1"/>
                </a:solidFill>
              </a:rPr>
            </a:br>
            <a:r>
              <a:rPr lang="en-GB" altLang="en-US" sz="1200">
                <a:solidFill>
                  <a:schemeClr val="bg1"/>
                </a:solidFill>
              </a:rPr>
              <a:t>(</a:t>
            </a:r>
            <a:fld id="{1B4680BB-C0C7-4B46-9DBC-FB24D1A639FD}" type="datetime'''''''''''''''''''''''54''''''''''''''''%'''''''">
              <a:rPr lang="en-GB" altLang="en-US" sz="12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54%</a:t>
            </a:fld>
            <a:r>
              <a:rPr lang="en-GB" altLang="en-US" sz="1200">
                <a:solidFill>
                  <a:schemeClr val="bg1"/>
                </a:solidFill>
              </a:rPr>
              <a:t>)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12FCF659-4427-84CB-A55A-7213B4C3B0F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9890125" y="4494213"/>
            <a:ext cx="495300" cy="165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D75DDB9-1082-4FBF-A5AD-B006BD22904D}" type="datetime'''''''''6''''''2'''''''''''' ''''''''M''''''''''''''''M'''">
              <a:rPr lang="en-GB" altLang="en-US" sz="12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62 MM</a:t>
            </a:fld>
            <a:endParaRPr lang="en-GB" sz="1200" dirty="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C7E4DF50-345E-002B-3431-EF920FC8A1D4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9548813" y="4918075"/>
            <a:ext cx="11779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EA4E183-DF74-4F7E-9771-0F1ED8FDF5EA}" type="datetime'S''h''''''a''r''''''''''e ''''''Re''''le''va''n''t''''e'">
              <a:rPr lang="en-GB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140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28FB8922-BEAE-715D-FF75-160B955A875D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1084263" y="2116138"/>
            <a:ext cx="5730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A2E0912-17C7-4C6A-864E-9051BDA9F5A9}" type="datetime'2''''''''7''''9 ''''''''''M''''''''M''''''''''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279 MM</a:t>
            </a:fld>
            <a:endParaRPr lang="en-US" sz="1200" dirty="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138AC6E7-2E75-BCA2-7D65-F0DE437CD88A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2838450" y="2427288"/>
            <a:ext cx="5730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2F77327-93B1-418D-A463-ED9637F9D260}" type="datetime'2''''4''5 ''''''''''''''''M''''M''''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245 MM</a:t>
            </a:fld>
            <a:endParaRPr lang="en-GB" sz="120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ECA9F53-BCA8-5D42-FE2F-148977E61339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6345238" y="2898775"/>
            <a:ext cx="5730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36300C5-9062-4E43-BB2B-9E4501C68F8A}" type="datetime'''''''''''''''''''1''''''''''''''''''''9''''''''4'' M''M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194 MM</a:t>
            </a:fld>
            <a:endParaRPr lang="en-GB" sz="120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BA3D35ED-4BE3-E5D9-1FC7-3EDFD041DBAC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9852025" y="3436938"/>
            <a:ext cx="5730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2C2051B-A787-4228-BE28-64B3D02D027D}" type="datetime'''''''13''''''''''5'' M''''''M'''''''''''''''''''''''''''''''">
              <a:rPr lang="en-GB" altLang="en-US" sz="1200" smtClean="0"/>
              <a:pPr>
                <a:spcBef>
                  <a:spcPct val="0"/>
                </a:spcBef>
                <a:spcAft>
                  <a:spcPct val="0"/>
                </a:spcAft>
              </a:pPr>
              <a:t>135 MM</a:t>
            </a:fld>
            <a:endParaRPr lang="en-GB" sz="120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3B204BC-A150-5859-AFC4-529D0624FFF5}"/>
              </a:ext>
            </a:extLst>
          </p:cNvPr>
          <p:cNvGrpSpPr/>
          <p:nvPr/>
        </p:nvGrpSpPr>
        <p:grpSpPr>
          <a:xfrm>
            <a:off x="5865809" y="5562637"/>
            <a:ext cx="1512000" cy="522000"/>
            <a:chOff x="5006340" y="5257800"/>
            <a:chExt cx="2148840" cy="777240"/>
          </a:xfrm>
        </p:grpSpPr>
        <p:sp>
          <p:nvSpPr>
            <p:cNvPr id="95" name="Shape 43">
              <a:extLst>
                <a:ext uri="{FF2B5EF4-FFF2-40B4-BE49-F238E27FC236}">
                  <a16:creationId xmlns:a16="http://schemas.microsoft.com/office/drawing/2014/main" id="{07961DA1-636C-C693-FD53-7D37432A1441}"/>
                </a:ext>
              </a:extLst>
            </p:cNvPr>
            <p:cNvSpPr/>
            <p:nvPr/>
          </p:nvSpPr>
          <p:spPr>
            <a:xfrm>
              <a:off x="5006340" y="5257800"/>
              <a:ext cx="2148840" cy="777240"/>
            </a:xfrm>
            <a:prstGeom prst="ellipse">
              <a:avLst/>
            </a:prstGeom>
            <a:solidFill>
              <a:srgbClr val="FCF3E3"/>
            </a:solidFill>
            <a:ln w="15875">
              <a:solidFill>
                <a:srgbClr val="3E5553"/>
              </a:solidFill>
              <a:prstDash val="solid"/>
            </a:ln>
          </p:spPr>
          <p:txBody>
            <a:bodyPr/>
            <a:lstStyle/>
            <a:p>
              <a:endParaRPr lang="en-PE"/>
            </a:p>
          </p:txBody>
        </p:sp>
        <p:sp>
          <p:nvSpPr>
            <p:cNvPr id="96" name="Text 44">
              <a:extLst>
                <a:ext uri="{FF2B5EF4-FFF2-40B4-BE49-F238E27FC236}">
                  <a16:creationId xmlns:a16="http://schemas.microsoft.com/office/drawing/2014/main" id="{E3EBBD39-8673-5AE1-62C9-D39D8ED92A59}"/>
                </a:ext>
              </a:extLst>
            </p:cNvPr>
            <p:cNvSpPr txBox="1"/>
            <p:nvPr/>
          </p:nvSpPr>
          <p:spPr>
            <a:xfrm>
              <a:off x="5006340" y="5349240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38</a:t>
              </a:r>
              <a:r>
                <a:rPr lang="en-US" sz="18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</a:t>
              </a:r>
              <a:endParaRPr lang="en-US" sz="1800" dirty="0"/>
            </a:p>
          </p:txBody>
        </p:sp>
        <p:sp>
          <p:nvSpPr>
            <p:cNvPr id="97" name="Text 45">
              <a:extLst>
                <a:ext uri="{FF2B5EF4-FFF2-40B4-BE49-F238E27FC236}">
                  <a16:creationId xmlns:a16="http://schemas.microsoft.com/office/drawing/2014/main" id="{B278C6C9-05B7-2E55-6AEA-6A01E80A3B3F}"/>
                </a:ext>
              </a:extLst>
            </p:cNvPr>
            <p:cNvSpPr txBox="1"/>
            <p:nvPr/>
          </p:nvSpPr>
          <p:spPr>
            <a:xfrm>
              <a:off x="5143500" y="566928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 </a:t>
              </a:r>
              <a:r>
                <a:rPr lang="en-US" sz="600" b="1" dirty="0" err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ajustado</a:t>
              </a:r>
              <a:r>
                <a:rPr lang="en-US" sz="6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600" b="1" dirty="0" err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</a:t>
              </a:r>
              <a:r>
                <a:rPr lang="en-US" sz="6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600" b="1" dirty="0" err="1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producto</a:t>
              </a:r>
              <a:r>
                <a:rPr lang="en-US" sz="600" b="1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y ticket </a:t>
              </a:r>
            </a:p>
            <a:p>
              <a:pPr marL="0" indent="0" algn="ctr">
                <a:buNone/>
              </a:pPr>
              <a:r>
                <a:rPr lang="en-US" sz="600" dirty="0">
                  <a:solidFill>
                    <a:srgbClr val="3E555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(73 / 194)</a:t>
              </a:r>
              <a:endParaRPr lang="en-US" sz="600" dirty="0"/>
            </a:p>
          </p:txBody>
        </p:sp>
      </p:grpSp>
      <p:sp>
        <p:nvSpPr>
          <p:cNvPr id="104" name="5-Point Star 103">
            <a:extLst>
              <a:ext uri="{FF2B5EF4-FFF2-40B4-BE49-F238E27FC236}">
                <a16:creationId xmlns:a16="http://schemas.microsoft.com/office/drawing/2014/main" id="{C1F7FD58-1506-8035-DA33-873CA2EF4C3B}"/>
              </a:ext>
            </a:extLst>
          </p:cNvPr>
          <p:cNvSpPr/>
          <p:nvPr/>
        </p:nvSpPr>
        <p:spPr>
          <a:xfrm>
            <a:off x="10578571" y="5342300"/>
            <a:ext cx="360000" cy="360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01B8985-13C8-B4D4-4E74-066E6618B645}"/>
              </a:ext>
            </a:extLst>
          </p:cNvPr>
          <p:cNvSpPr/>
          <p:nvPr/>
        </p:nvSpPr>
        <p:spPr>
          <a:xfrm>
            <a:off x="11170645" y="4023737"/>
            <a:ext cx="800553" cy="309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err="1">
                <a:solidFill>
                  <a:schemeClr val="tx1"/>
                </a:solidFill>
              </a:rPr>
              <a:t>Desembolsos</a:t>
            </a:r>
            <a:r>
              <a:rPr lang="en-GB" sz="800">
                <a:solidFill>
                  <a:schemeClr val="tx1"/>
                </a:solidFill>
              </a:rPr>
              <a:t> IBK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0706543-5C9D-DB31-5E7D-DCED5C165441}"/>
              </a:ext>
            </a:extLst>
          </p:cNvPr>
          <p:cNvSpPr/>
          <p:nvPr/>
        </p:nvSpPr>
        <p:spPr>
          <a:xfrm>
            <a:off x="11170645" y="4540488"/>
            <a:ext cx="800553" cy="309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err="1">
                <a:solidFill>
                  <a:schemeClr val="tx1"/>
                </a:solidFill>
              </a:rPr>
              <a:t>Desembolsos</a:t>
            </a:r>
            <a:r>
              <a:rPr lang="en-GB" sz="8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GB" sz="800" err="1">
                <a:solidFill>
                  <a:schemeClr val="tx1"/>
                </a:solidFill>
              </a:rPr>
              <a:t>Competencia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13" name="Right Arrow 112">
            <a:extLst>
              <a:ext uri="{FF2B5EF4-FFF2-40B4-BE49-F238E27FC236}">
                <a16:creationId xmlns:a16="http://schemas.microsoft.com/office/drawing/2014/main" id="{3FA49277-0F6F-17D8-9B21-31247EFBB5A5}"/>
              </a:ext>
            </a:extLst>
          </p:cNvPr>
          <p:cNvSpPr/>
          <p:nvPr/>
        </p:nvSpPr>
        <p:spPr>
          <a:xfrm>
            <a:off x="10730977" y="4160838"/>
            <a:ext cx="332879" cy="8255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Right Arrow 113">
            <a:extLst>
              <a:ext uri="{FF2B5EF4-FFF2-40B4-BE49-F238E27FC236}">
                <a16:creationId xmlns:a16="http://schemas.microsoft.com/office/drawing/2014/main" id="{AF743003-0705-B837-440A-1D653A2F516D}"/>
              </a:ext>
            </a:extLst>
          </p:cNvPr>
          <p:cNvSpPr/>
          <p:nvPr/>
        </p:nvSpPr>
        <p:spPr>
          <a:xfrm>
            <a:off x="10744537" y="4703134"/>
            <a:ext cx="332879" cy="8255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86">
            <a:extLst>
              <a:ext uri="{FF2B5EF4-FFF2-40B4-BE49-F238E27FC236}">
                <a16:creationId xmlns:a16="http://schemas.microsoft.com/office/drawing/2014/main" id="{4FC24D9D-FD09-ED13-BCF3-0D885F00D98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32000A35-DEB1-9211-4C20-2013C7EA4541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 dirty="0">
                <a:solidFill>
                  <a:srgbClr val="6E7E7D"/>
                </a:solidFill>
                <a:ea typeface="Calibri"/>
                <a:cs typeface="Calibri"/>
              </a:rPr>
              <a:t>OFERTA RELEVANTE</a:t>
            </a:r>
            <a:r>
              <a:rPr lang="es-ES" sz="800" b="1" dirty="0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 · SHARE OF SALES · LECTURA DEL EMBUDO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9C4FFBB-005E-C41B-8A40-D9696656A152}"/>
              </a:ext>
            </a:extLst>
          </p:cNvPr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E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Al reincorporarlos, el share relevante baja de 78% a 54%: perdemos por precio más de lo que medíamos</a:t>
            </a:r>
          </a:p>
        </p:txBody>
      </p:sp>
      <p:cxnSp>
        <p:nvCxnSpPr>
          <p:cNvPr id="6" name="Connector 3">
            <a:extLst>
              <a:ext uri="{FF2B5EF4-FFF2-40B4-BE49-F238E27FC236}">
                <a16:creationId xmlns:a16="http://schemas.microsoft.com/office/drawing/2014/main" id="{DD028BFC-7075-0029-37FB-A62636F7FAC3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" name="Forma 901"/>
          <p:cNvSpPr/>
          <p:nvPr/>
        </p:nvSpPr>
        <p:spPr>
          <a:xfrm>
            <a:off x="493776" y="1130000"/>
            <a:ext cx="2050000" cy="30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109728" tIns="0" rIns="109728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 b="1" i="0" dirty="0">
                <a:solidFill>
                  <a:srgbClr val="13807B"/>
                </a:solidFill>
                <a:latin typeface="Calibri"/>
                <a:cs typeface="Calibri"/>
              </a:rPr>
              <a:t>VISTA  </a:t>
            </a:r>
            <a:r>
              <a:rPr lang="es-PE" sz="900" b="1" i="0" dirty="0">
                <a:solidFill>
                  <a:srgbClr val="2F3B3A"/>
                </a:solidFill>
                <a:latin typeface="Calibri"/>
                <a:cs typeface="Calibri"/>
              </a:rPr>
              <a:t>Mayo 2026 (202605)</a:t>
            </a:r>
          </a:p>
        </p:txBody>
      </p:sp>
      <p:sp>
        <p:nvSpPr>
          <p:cNvPr id="902" name="Forma 902"/>
          <p:cNvSpPr/>
          <p:nvPr/>
        </p:nvSpPr>
        <p:spPr>
          <a:xfrm>
            <a:off x="2700000" y="1110000"/>
            <a:ext cx="95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13807B"/>
                </a:solidFill>
                <a:latin typeface="Calibri"/>
                <a:cs typeface="Calibri"/>
              </a:rPr>
              <a:t>TENER 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13807B"/>
                </a:solidFill>
                <a:latin typeface="Calibri"/>
                <a:cs typeface="Calibri"/>
              </a:rPr>
              <a:t>CUENTA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00" b="0" i="0" dirty="0">
                <a:solidFill>
                  <a:srgbClr val="6E7E7D"/>
                </a:solidFill>
                <a:latin typeface="Calibri"/>
                <a:cs typeface="Calibri"/>
              </a:rPr>
              <a:t>para las siguientes láminas</a:t>
            </a:r>
          </a:p>
        </p:txBody>
      </p:sp>
      <p:sp>
        <p:nvSpPr>
          <p:cNvPr id="903" name="Forma 903"/>
          <p:cNvSpPr/>
          <p:nvPr/>
        </p:nvSpPr>
        <p:spPr>
          <a:xfrm>
            <a:off x="3650000" y="1110000"/>
            <a:ext cx="3150000" cy="54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04" name="Forma 904"/>
          <p:cNvSpPr/>
          <p:nvPr/>
        </p:nvSpPr>
        <p:spPr>
          <a:xfrm>
            <a:off x="3650000" y="1110000"/>
            <a:ext cx="70000" cy="540000"/>
          </a:xfrm>
          <a:prstGeom prst="rect">
            <a:avLst/>
          </a:prstGeom>
          <a:solidFill>
            <a:srgbClr val="1AB5AD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05" name="Forma 905"/>
          <p:cNvSpPr/>
          <p:nvPr/>
        </p:nvSpPr>
        <p:spPr>
          <a:xfrm>
            <a:off x="3800000" y="1110000"/>
            <a:ext cx="10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13807B"/>
                </a:solidFill>
                <a:latin typeface="Calibri"/>
                <a:cs typeface="Calibri"/>
              </a:rPr>
              <a:t>SHARE AJUSTADO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 i="0" dirty="0">
                <a:solidFill>
                  <a:srgbClr val="2F3B3A"/>
                </a:solidFill>
                <a:latin typeface="Calibri"/>
                <a:cs typeface="Calibri"/>
              </a:rPr>
              <a:t>38%</a:t>
            </a:r>
          </a:p>
        </p:txBody>
      </p:sp>
      <p:sp>
        <p:nvSpPr>
          <p:cNvPr id="906" name="Forma 906"/>
          <p:cNvSpPr/>
          <p:nvPr/>
        </p:nvSpPr>
        <p:spPr>
          <a:xfrm>
            <a:off x="4830000" y="1110000"/>
            <a:ext cx="19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73 / 194 MM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0" i="0" dirty="0">
                <a:solidFill>
                  <a:srgbClr val="6E7E7D"/>
                </a:solidFill>
                <a:latin typeface="Calibri"/>
                <a:cs typeface="Calibri"/>
              </a:rPr>
              <a:t>IBK sobre todo lo disputable, con no gestionados</a:t>
            </a:r>
          </a:p>
        </p:txBody>
      </p:sp>
      <p:sp>
        <p:nvSpPr>
          <p:cNvPr id="907" name="Forma 907"/>
          <p:cNvSpPr/>
          <p:nvPr/>
        </p:nvSpPr>
        <p:spPr>
          <a:xfrm>
            <a:off x="6860000" y="1200000"/>
            <a:ext cx="1350000" cy="360000"/>
          </a:xfrm>
          <a:prstGeom prst="rightArrow">
            <a:avLst/>
          </a:prstGeom>
          <a:solidFill>
            <a:srgbClr val="F3D5DA"/>
          </a:solidFill>
          <a:ln>
            <a:noFill/>
          </a:ln>
        </p:spPr>
        <p:txBody>
          <a:bodyPr wrap="square" lIns="36000" tIns="0" rIns="110000" bIns="0" anchor="ctr">
            <a:normAutofit fontScale="925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E5173F"/>
                </a:solidFill>
                <a:latin typeface="Calibri"/>
                <a:cs typeface="Calibri"/>
              </a:rPr>
              <a:t>sin los 59 MM no gestionados</a:t>
            </a:r>
          </a:p>
        </p:txBody>
      </p:sp>
      <p:sp>
        <p:nvSpPr>
          <p:cNvPr id="908" name="Forma 908"/>
          <p:cNvSpPr/>
          <p:nvPr/>
        </p:nvSpPr>
        <p:spPr>
          <a:xfrm>
            <a:off x="8270000" y="1110000"/>
            <a:ext cx="3428239" cy="54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09" name="Forma 909"/>
          <p:cNvSpPr/>
          <p:nvPr/>
        </p:nvSpPr>
        <p:spPr>
          <a:xfrm>
            <a:off x="8270000" y="1110000"/>
            <a:ext cx="70000" cy="54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10" name="Forma 910"/>
          <p:cNvSpPr/>
          <p:nvPr/>
        </p:nvSpPr>
        <p:spPr>
          <a:xfrm>
            <a:off x="8420000" y="1110000"/>
            <a:ext cx="10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13807B"/>
                </a:solidFill>
                <a:latin typeface="Calibri"/>
                <a:cs typeface="Calibri"/>
              </a:rPr>
              <a:t>SHARE RELEVANTE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 i="0" dirty="0">
                <a:solidFill>
                  <a:srgbClr val="2F3B3A"/>
                </a:solidFill>
                <a:latin typeface="Calibri"/>
                <a:cs typeface="Calibri"/>
              </a:rPr>
              <a:t>54%</a:t>
            </a:r>
          </a:p>
        </p:txBody>
      </p:sp>
      <p:sp>
        <p:nvSpPr>
          <p:cNvPr id="911" name="Forma 911"/>
          <p:cNvSpPr/>
          <p:nvPr/>
        </p:nvSpPr>
        <p:spPr>
          <a:xfrm>
            <a:off x="9450000" y="1110000"/>
            <a:ext cx="2178239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73 / 135 MM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0" i="0" dirty="0">
                <a:solidFill>
                  <a:srgbClr val="6E7E7D"/>
                </a:solidFill>
                <a:latin typeface="Calibri"/>
                <a:cs typeface="Calibri"/>
              </a:rPr>
              <a:t>IBK sobre lo que sí gestionamos</a:t>
            </a:r>
          </a:p>
        </p:txBody>
      </p:sp>
    </p:spTree>
    <p:extLst>
      <p:ext uri="{BB962C8B-B14F-4D97-AF65-F5344CB8AC3E}">
        <p14:creationId xmlns:p14="http://schemas.microsoft.com/office/powerpoint/2010/main" val="275350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581D-377F-7E2B-B319-5600E6F5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6">
            <a:extLst>
              <a:ext uri="{FF2B5EF4-FFF2-40B4-BE49-F238E27FC236}">
                <a16:creationId xmlns:a16="http://schemas.microsoft.com/office/drawing/2014/main" id="{F0143BA4-96AB-21CF-D708-1BDAFB95D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787445A7-D8CB-2E6F-8F80-E9401B1300ED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 i="0">
                <a:solidFill>
                  <a:srgbClr val="6E7E7D"/>
                </a:solidFill>
                <a:latin typeface="Calibri"/>
                <a:cs typeface="Calibri"/>
              </a:rPr>
              <a:t>OFERTA RELEVANTE · SHARE OF SALES · FOTO DEL ÚLTIMO PERIODO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4A1AE28-C98B-525D-F941-94FAE65F3613}"/>
              </a:ext>
            </a:extLst>
          </p:cNvPr>
          <p:cNvSpPr txBox="1"/>
          <p:nvPr/>
        </p:nvSpPr>
        <p:spPr>
          <a:xfrm>
            <a:off x="493776" y="425196"/>
            <a:ext cx="10312923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PE" sz="1600" b="1" i="0">
                <a:solidFill>
                  <a:srgbClr val="13807B"/>
                </a:solidFill>
                <a:latin typeface="Poppins"/>
                <a:cs typeface="Poppins"/>
              </a:rPr>
              <a:t>Hoy ese monto perdido se concentra en cuatro segmentos con deuda y se reparte casi por igual entre precio y gestión</a:t>
            </a:r>
          </a:p>
        </p:txBody>
      </p:sp>
      <p:cxnSp>
        <p:nvCxnSpPr>
          <p:cNvPr id="7" name="Connector 3">
            <a:extLst>
              <a:ext uri="{FF2B5EF4-FFF2-40B4-BE49-F238E27FC236}">
                <a16:creationId xmlns:a16="http://schemas.microsoft.com/office/drawing/2014/main" id="{B5EAB924-1CC7-D21E-82A1-11EC272205E3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9" name="Forma 929"/>
          <p:cNvSpPr/>
          <p:nvPr/>
        </p:nvSpPr>
        <p:spPr>
          <a:xfrm>
            <a:off x="493776" y="1130000"/>
            <a:ext cx="11204463" cy="47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30" name="Forma 930"/>
          <p:cNvSpPr/>
          <p:nvPr/>
        </p:nvSpPr>
        <p:spPr>
          <a:xfrm>
            <a:off x="613776" y="1130000"/>
            <a:ext cx="23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13807B"/>
                </a:solidFill>
                <a:latin typeface="Calibri"/>
                <a:cs typeface="Calibri"/>
              </a:rPr>
              <a:t>¿Qué es la oportunidad?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 b="0" i="0" dirty="0">
                <a:solidFill>
                  <a:srgbClr val="2F3B3A"/>
                </a:solidFill>
                <a:latin typeface="Calibri"/>
                <a:cs typeface="Calibri"/>
              </a:rPr>
              <a:t>Todo lo que se fue a la competencia</a:t>
            </a:r>
          </a:p>
        </p:txBody>
      </p:sp>
      <p:sp>
        <p:nvSpPr>
          <p:cNvPr id="931" name="Forma 931"/>
          <p:cNvSpPr/>
          <p:nvPr/>
        </p:nvSpPr>
        <p:spPr>
          <a:xfrm>
            <a:off x="2943776" y="1130000"/>
            <a:ext cx="25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i="0" dirty="0">
                <a:solidFill>
                  <a:srgbClr val="2F3B3A"/>
                </a:solidFill>
                <a:latin typeface="Calibri"/>
                <a:cs typeface="Calibri"/>
              </a:rPr>
              <a:t>=</a:t>
            </a:r>
          </a:p>
        </p:txBody>
      </p:sp>
      <p:sp>
        <p:nvSpPr>
          <p:cNvPr id="932" name="Forma 932"/>
          <p:cNvSpPr/>
          <p:nvPr/>
        </p:nvSpPr>
        <p:spPr>
          <a:xfrm>
            <a:off x="3243776" y="1280000"/>
            <a:ext cx="170000" cy="170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72000" tIns="45720" rIns="72000" bIns="45720" anchor="t">
            <a:normAutofit fontScale="92500" lnSpcReduction="20000"/>
          </a:bodyPr>
          <a:lstStyle/>
          <a:p>
            <a:endParaRPr lang="es-PE" sz="600"/>
          </a:p>
        </p:txBody>
      </p:sp>
      <p:sp>
        <p:nvSpPr>
          <p:cNvPr id="933" name="Forma 933"/>
          <p:cNvSpPr/>
          <p:nvPr/>
        </p:nvSpPr>
        <p:spPr>
          <a:xfrm>
            <a:off x="3473776" y="1130000"/>
            <a:ext cx="255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Lo gestionamos y lo perdimos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6E7E7D"/>
                </a:solidFill>
                <a:latin typeface="Calibri"/>
                <a:cs typeface="Calibri"/>
              </a:rPr>
              <a:t>Share Relevante</a:t>
            </a:r>
          </a:p>
        </p:txBody>
      </p:sp>
      <p:sp>
        <p:nvSpPr>
          <p:cNvPr id="934" name="Forma 934"/>
          <p:cNvSpPr/>
          <p:nvPr/>
        </p:nvSpPr>
        <p:spPr>
          <a:xfrm>
            <a:off x="6043776" y="1130000"/>
            <a:ext cx="25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i="0" dirty="0">
                <a:solidFill>
                  <a:srgbClr val="2F3B3A"/>
                </a:solidFill>
                <a:latin typeface="Calibri"/>
                <a:cs typeface="Calibri"/>
              </a:rPr>
              <a:t>+</a:t>
            </a:r>
          </a:p>
        </p:txBody>
      </p:sp>
      <p:sp>
        <p:nvSpPr>
          <p:cNvPr id="935" name="Forma 935"/>
          <p:cNvSpPr/>
          <p:nvPr/>
        </p:nvSpPr>
        <p:spPr>
          <a:xfrm>
            <a:off x="6343776" y="1280000"/>
            <a:ext cx="170000" cy="170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72000" tIns="45720" rIns="72000" bIns="45720" anchor="t">
            <a:normAutofit fontScale="92500" lnSpcReduction="20000"/>
          </a:bodyPr>
          <a:lstStyle/>
          <a:p>
            <a:endParaRPr lang="es-PE" sz="600"/>
          </a:p>
        </p:txBody>
      </p:sp>
      <p:sp>
        <p:nvSpPr>
          <p:cNvPr id="936" name="Forma 936"/>
          <p:cNvSpPr/>
          <p:nvPr/>
        </p:nvSpPr>
        <p:spPr>
          <a:xfrm>
            <a:off x="6573776" y="1130000"/>
            <a:ext cx="23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No llegamos a gestionarlo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6E7E7D"/>
                </a:solidFill>
                <a:latin typeface="Calibri"/>
                <a:cs typeface="Calibri"/>
              </a:rPr>
              <a:t>Share Ajustado</a:t>
            </a:r>
          </a:p>
        </p:txBody>
      </p:sp>
      <p:sp>
        <p:nvSpPr>
          <p:cNvPr id="938" name="Forma 938"/>
          <p:cNvSpPr/>
          <p:nvPr/>
        </p:nvSpPr>
        <p:spPr>
          <a:xfrm>
            <a:off x="493776" y="1630000"/>
            <a:ext cx="11204463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0" i="1">
                <a:solidFill>
                  <a:srgbClr val="6E7E7D"/>
                </a:solidFill>
                <a:latin typeface="Calibri"/>
                <a:cs typeface="Calibri"/>
              </a:rPr>
              <a:t>S/ MM · incluye desembolsos &lt;70% · la oportunidad es igual a la barra de competencia del share ajustado en cada waterfall.</a:t>
            </a:r>
          </a:p>
        </p:txBody>
      </p:sp>
      <p:sp>
        <p:nvSpPr>
          <p:cNvPr id="939" name="Forma 939"/>
          <p:cNvSpPr/>
          <p:nvPr/>
        </p:nvSpPr>
        <p:spPr>
          <a:xfrm>
            <a:off x="493776" y="1880000"/>
            <a:ext cx="2200000" cy="30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64008" tIns="0" rIns="64008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 b="1" i="0" dirty="0">
                <a:solidFill>
                  <a:srgbClr val="FFFFFF"/>
                </a:solidFill>
                <a:latin typeface="Calibri"/>
                <a:cs typeface="Calibri"/>
              </a:rPr>
              <a:t>Segmento</a:t>
            </a:r>
          </a:p>
        </p:txBody>
      </p:sp>
      <p:sp>
        <p:nvSpPr>
          <p:cNvPr id="940" name="Forma 940"/>
          <p:cNvSpPr/>
          <p:nvPr/>
        </p:nvSpPr>
        <p:spPr>
          <a:xfrm>
            <a:off x="2750000" y="1880000"/>
            <a:ext cx="5330000" cy="30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64008" tIns="0" rIns="64008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 b="1" i="0" dirty="0">
                <a:solidFill>
                  <a:srgbClr val="FFFFFF"/>
                </a:solidFill>
                <a:latin typeface="Calibri"/>
                <a:cs typeface="Calibri"/>
              </a:rPr>
              <a:t>Monto que perdimos entre Gestionado y No gestionado (S/ MM y % del total)</a:t>
            </a:r>
          </a:p>
        </p:txBody>
      </p:sp>
      <p:sp>
        <p:nvSpPr>
          <p:cNvPr id="941" name="Forma 941"/>
          <p:cNvSpPr/>
          <p:nvPr/>
        </p:nvSpPr>
        <p:spPr>
          <a:xfrm>
            <a:off x="8200000" y="1880000"/>
            <a:ext cx="1080000" cy="30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64008" tIns="0" rIns="64008" bIns="0" anchor="ctr">
            <a:normAutofit lnSpcReduction="1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00" b="1" i="0" dirty="0">
                <a:solidFill>
                  <a:srgbClr val="FFFFFF"/>
                </a:solidFill>
                <a:latin typeface="Calibri"/>
                <a:cs typeface="Calibri"/>
              </a:rPr>
              <a:t>Share relevante (Sobre lo que gestionamos y perdimos)</a:t>
            </a:r>
          </a:p>
        </p:txBody>
      </p:sp>
      <p:sp>
        <p:nvSpPr>
          <p:cNvPr id="942" name="Forma 942"/>
          <p:cNvSpPr/>
          <p:nvPr/>
        </p:nvSpPr>
        <p:spPr>
          <a:xfrm>
            <a:off x="9330000" y="1880000"/>
            <a:ext cx="1080000" cy="30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64008" tIns="0" rIns="64008" bIns="0" anchor="ctr">
            <a:normAutofit lnSpcReduction="1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00" b="1" i="0" dirty="0">
                <a:solidFill>
                  <a:srgbClr val="FFFFFF"/>
                </a:solidFill>
                <a:latin typeface="Calibri"/>
                <a:cs typeface="Calibri"/>
              </a:rPr>
              <a:t>Share ajustado (Sobre perdimos / Gestionado y no gestionado)</a:t>
            </a:r>
          </a:p>
        </p:txBody>
      </p:sp>
      <p:sp>
        <p:nvSpPr>
          <p:cNvPr id="943" name="Forma 943"/>
          <p:cNvSpPr/>
          <p:nvPr/>
        </p:nvSpPr>
        <p:spPr>
          <a:xfrm>
            <a:off x="10460000" y="1880000"/>
            <a:ext cx="1238239" cy="30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64008" tIns="0" rIns="64008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 b="1" i="0" dirty="0">
                <a:solidFill>
                  <a:srgbClr val="FFFFFF"/>
                </a:solidFill>
                <a:latin typeface="Calibri"/>
                <a:cs typeface="Calibri"/>
              </a:rPr>
              <a:t>¿Qué pesa más?</a:t>
            </a:r>
          </a:p>
        </p:txBody>
      </p:sp>
      <p:sp>
        <p:nvSpPr>
          <p:cNvPr id="944" name="Forma 944"/>
          <p:cNvSpPr/>
          <p:nvPr/>
        </p:nvSpPr>
        <p:spPr>
          <a:xfrm>
            <a:off x="493776" y="2210000"/>
            <a:ext cx="11204463" cy="355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45" name="Forma 945"/>
          <p:cNvSpPr/>
          <p:nvPr/>
        </p:nvSpPr>
        <p:spPr>
          <a:xfrm>
            <a:off x="913776" y="2210000"/>
            <a:ext cx="190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Maduro Multibanco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0" i="0" dirty="0">
                <a:solidFill>
                  <a:srgbClr val="6E7E7D"/>
                </a:solidFill>
                <a:latin typeface="Calibri"/>
                <a:cs typeface="Calibri"/>
              </a:rPr>
              <a:t>Con deuda</a:t>
            </a:r>
          </a:p>
        </p:txBody>
      </p:sp>
      <p:sp>
        <p:nvSpPr>
          <p:cNvPr id="946" name="Forma 946"/>
          <p:cNvSpPr/>
          <p:nvPr/>
        </p:nvSpPr>
        <p:spPr>
          <a:xfrm>
            <a:off x="2750000" y="2260000"/>
            <a:ext cx="2016678" cy="255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24,5 · 45%</a:t>
            </a:r>
          </a:p>
        </p:txBody>
      </p:sp>
      <p:sp>
        <p:nvSpPr>
          <p:cNvPr id="947" name="Forma 947"/>
          <p:cNvSpPr/>
          <p:nvPr/>
        </p:nvSpPr>
        <p:spPr>
          <a:xfrm>
            <a:off x="4766678" y="2260000"/>
            <a:ext cx="2483321" cy="255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30,1 · 55%</a:t>
            </a:r>
          </a:p>
        </p:txBody>
      </p:sp>
      <p:sp>
        <p:nvSpPr>
          <p:cNvPr id="948" name="Forma 948"/>
          <p:cNvSpPr/>
          <p:nvPr/>
        </p:nvSpPr>
        <p:spPr>
          <a:xfrm>
            <a:off x="7310000" y="2210000"/>
            <a:ext cx="89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54,6</a:t>
            </a:r>
          </a:p>
        </p:txBody>
      </p:sp>
      <p:sp>
        <p:nvSpPr>
          <p:cNvPr id="949" name="Forma 949"/>
          <p:cNvSpPr/>
          <p:nvPr/>
        </p:nvSpPr>
        <p:spPr>
          <a:xfrm>
            <a:off x="8200000" y="221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36%</a:t>
            </a:r>
          </a:p>
        </p:txBody>
      </p:sp>
      <p:sp>
        <p:nvSpPr>
          <p:cNvPr id="950" name="Forma 950"/>
          <p:cNvSpPr/>
          <p:nvPr/>
        </p:nvSpPr>
        <p:spPr>
          <a:xfrm>
            <a:off x="9330000" y="221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20%</a:t>
            </a:r>
          </a:p>
        </p:txBody>
      </p:sp>
      <p:sp>
        <p:nvSpPr>
          <p:cNvPr id="951" name="Forma 951"/>
          <p:cNvSpPr/>
          <p:nvPr/>
        </p:nvSpPr>
        <p:spPr>
          <a:xfrm>
            <a:off x="10460000" y="2210000"/>
            <a:ext cx="1238239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E5173F"/>
                </a:solidFill>
                <a:latin typeface="Calibri"/>
                <a:cs typeface="Calibri"/>
              </a:rPr>
              <a:t>Gestión</a:t>
            </a:r>
          </a:p>
        </p:txBody>
      </p:sp>
      <p:sp>
        <p:nvSpPr>
          <p:cNvPr id="952" name="Forma 952"/>
          <p:cNvSpPr/>
          <p:nvPr/>
        </p:nvSpPr>
        <p:spPr>
          <a:xfrm>
            <a:off x="913776" y="2565000"/>
            <a:ext cx="190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Gran Cuenta por Conquistar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0" i="0" dirty="0">
                <a:solidFill>
                  <a:srgbClr val="6E7E7D"/>
                </a:solidFill>
                <a:latin typeface="Calibri"/>
                <a:cs typeface="Calibri"/>
              </a:rPr>
              <a:t>Con deuda</a:t>
            </a:r>
          </a:p>
        </p:txBody>
      </p:sp>
      <p:sp>
        <p:nvSpPr>
          <p:cNvPr id="953" name="Forma 953"/>
          <p:cNvSpPr/>
          <p:nvPr/>
        </p:nvSpPr>
        <p:spPr>
          <a:xfrm>
            <a:off x="2750000" y="2615000"/>
            <a:ext cx="2411646" cy="255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29,2 · 57%</a:t>
            </a:r>
          </a:p>
        </p:txBody>
      </p:sp>
      <p:sp>
        <p:nvSpPr>
          <p:cNvPr id="954" name="Forma 954"/>
          <p:cNvSpPr/>
          <p:nvPr/>
        </p:nvSpPr>
        <p:spPr>
          <a:xfrm>
            <a:off x="5161646" y="2615000"/>
            <a:ext cx="1808747" cy="255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21,9 · 43%</a:t>
            </a:r>
          </a:p>
        </p:txBody>
      </p:sp>
      <p:sp>
        <p:nvSpPr>
          <p:cNvPr id="955" name="Forma 955"/>
          <p:cNvSpPr/>
          <p:nvPr/>
        </p:nvSpPr>
        <p:spPr>
          <a:xfrm>
            <a:off x="7030393" y="2565000"/>
            <a:ext cx="1169606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51,2</a:t>
            </a:r>
          </a:p>
        </p:txBody>
      </p:sp>
      <p:sp>
        <p:nvSpPr>
          <p:cNvPr id="956" name="Forma 956"/>
          <p:cNvSpPr/>
          <p:nvPr/>
        </p:nvSpPr>
        <p:spPr>
          <a:xfrm>
            <a:off x="8200000" y="2565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40%</a:t>
            </a:r>
          </a:p>
        </p:txBody>
      </p:sp>
      <p:sp>
        <p:nvSpPr>
          <p:cNvPr id="957" name="Forma 957"/>
          <p:cNvSpPr/>
          <p:nvPr/>
        </p:nvSpPr>
        <p:spPr>
          <a:xfrm>
            <a:off x="9330000" y="2565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28%</a:t>
            </a:r>
          </a:p>
        </p:txBody>
      </p:sp>
      <p:sp>
        <p:nvSpPr>
          <p:cNvPr id="958" name="Forma 958"/>
          <p:cNvSpPr/>
          <p:nvPr/>
        </p:nvSpPr>
        <p:spPr>
          <a:xfrm>
            <a:off x="10460000" y="2565000"/>
            <a:ext cx="1238239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4A6572"/>
                </a:solidFill>
                <a:latin typeface="Calibri"/>
                <a:cs typeface="Calibri"/>
              </a:rPr>
              <a:t>Precio</a:t>
            </a:r>
          </a:p>
        </p:txBody>
      </p:sp>
      <p:sp>
        <p:nvSpPr>
          <p:cNvPr id="959" name="Forma 959"/>
          <p:cNvSpPr/>
          <p:nvPr/>
        </p:nvSpPr>
        <p:spPr>
          <a:xfrm>
            <a:off x="493776" y="2920000"/>
            <a:ext cx="11204463" cy="355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60" name="Forma 960"/>
          <p:cNvSpPr/>
          <p:nvPr/>
        </p:nvSpPr>
        <p:spPr>
          <a:xfrm>
            <a:off x="913776" y="2920000"/>
            <a:ext cx="190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Cuenta Estratégica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0" i="0" dirty="0">
                <a:solidFill>
                  <a:srgbClr val="6E7E7D"/>
                </a:solidFill>
                <a:latin typeface="Calibri"/>
                <a:cs typeface="Calibri"/>
              </a:rPr>
              <a:t>Con deuda</a:t>
            </a:r>
          </a:p>
        </p:txBody>
      </p:sp>
      <p:sp>
        <p:nvSpPr>
          <p:cNvPr id="961" name="Forma 961"/>
          <p:cNvSpPr/>
          <p:nvPr/>
        </p:nvSpPr>
        <p:spPr>
          <a:xfrm>
            <a:off x="2750000" y="2970000"/>
            <a:ext cx="1964057" cy="255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23,8 · 58%</a:t>
            </a:r>
          </a:p>
        </p:txBody>
      </p:sp>
      <p:sp>
        <p:nvSpPr>
          <p:cNvPr id="962" name="Forma 962"/>
          <p:cNvSpPr/>
          <p:nvPr/>
        </p:nvSpPr>
        <p:spPr>
          <a:xfrm>
            <a:off x="4714057" y="2970000"/>
            <a:ext cx="1413500" cy="255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17,1 · 42%</a:t>
            </a:r>
          </a:p>
        </p:txBody>
      </p:sp>
      <p:sp>
        <p:nvSpPr>
          <p:cNvPr id="963" name="Forma 963"/>
          <p:cNvSpPr/>
          <p:nvPr/>
        </p:nvSpPr>
        <p:spPr>
          <a:xfrm>
            <a:off x="6187558" y="2920000"/>
            <a:ext cx="2012441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41,0</a:t>
            </a:r>
          </a:p>
        </p:txBody>
      </p:sp>
      <p:sp>
        <p:nvSpPr>
          <p:cNvPr id="964" name="Forma 964"/>
          <p:cNvSpPr/>
          <p:nvPr/>
        </p:nvSpPr>
        <p:spPr>
          <a:xfrm>
            <a:off x="8200000" y="292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51%</a:t>
            </a:r>
          </a:p>
        </p:txBody>
      </p:sp>
      <p:sp>
        <p:nvSpPr>
          <p:cNvPr id="965" name="Forma 965"/>
          <p:cNvSpPr/>
          <p:nvPr/>
        </p:nvSpPr>
        <p:spPr>
          <a:xfrm>
            <a:off x="9330000" y="292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38%</a:t>
            </a:r>
          </a:p>
        </p:txBody>
      </p:sp>
      <p:sp>
        <p:nvSpPr>
          <p:cNvPr id="966" name="Forma 966"/>
          <p:cNvSpPr/>
          <p:nvPr/>
        </p:nvSpPr>
        <p:spPr>
          <a:xfrm>
            <a:off x="10460000" y="2920000"/>
            <a:ext cx="1238239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4A6572"/>
                </a:solidFill>
                <a:latin typeface="Calibri"/>
                <a:cs typeface="Calibri"/>
              </a:rPr>
              <a:t>Precio</a:t>
            </a:r>
          </a:p>
        </p:txBody>
      </p:sp>
      <p:sp>
        <p:nvSpPr>
          <p:cNvPr id="967" name="Forma 967"/>
          <p:cNvSpPr/>
          <p:nvPr/>
        </p:nvSpPr>
        <p:spPr>
          <a:xfrm>
            <a:off x="913776" y="3275000"/>
            <a:ext cx="190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Socio en Crecimiento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0" i="0" dirty="0">
                <a:solidFill>
                  <a:srgbClr val="6E7E7D"/>
                </a:solidFill>
                <a:latin typeface="Calibri"/>
                <a:cs typeface="Calibri"/>
              </a:rPr>
              <a:t>Con deuda</a:t>
            </a:r>
          </a:p>
        </p:txBody>
      </p:sp>
      <p:sp>
        <p:nvSpPr>
          <p:cNvPr id="968" name="Forma 968"/>
          <p:cNvSpPr/>
          <p:nvPr/>
        </p:nvSpPr>
        <p:spPr>
          <a:xfrm>
            <a:off x="2750000" y="3325000"/>
            <a:ext cx="1494293" cy="255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18,1 · 46%</a:t>
            </a:r>
          </a:p>
        </p:txBody>
      </p:sp>
      <p:sp>
        <p:nvSpPr>
          <p:cNvPr id="969" name="Forma 969"/>
          <p:cNvSpPr/>
          <p:nvPr/>
        </p:nvSpPr>
        <p:spPr>
          <a:xfrm>
            <a:off x="4244293" y="3325000"/>
            <a:ext cx="1726463" cy="255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20,9 · 54%</a:t>
            </a:r>
          </a:p>
        </p:txBody>
      </p:sp>
      <p:sp>
        <p:nvSpPr>
          <p:cNvPr id="970" name="Forma 970"/>
          <p:cNvSpPr/>
          <p:nvPr/>
        </p:nvSpPr>
        <p:spPr>
          <a:xfrm>
            <a:off x="6030756" y="3275000"/>
            <a:ext cx="2169243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39,1</a:t>
            </a:r>
          </a:p>
        </p:txBody>
      </p:sp>
      <p:sp>
        <p:nvSpPr>
          <p:cNvPr id="971" name="Forma 971"/>
          <p:cNvSpPr/>
          <p:nvPr/>
        </p:nvSpPr>
        <p:spPr>
          <a:xfrm>
            <a:off x="8200000" y="3275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28%</a:t>
            </a:r>
          </a:p>
        </p:txBody>
      </p:sp>
      <p:sp>
        <p:nvSpPr>
          <p:cNvPr id="972" name="Forma 972"/>
          <p:cNvSpPr/>
          <p:nvPr/>
        </p:nvSpPr>
        <p:spPr>
          <a:xfrm>
            <a:off x="9330000" y="3275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16%</a:t>
            </a:r>
          </a:p>
        </p:txBody>
      </p:sp>
      <p:sp>
        <p:nvSpPr>
          <p:cNvPr id="973" name="Forma 973"/>
          <p:cNvSpPr/>
          <p:nvPr/>
        </p:nvSpPr>
        <p:spPr>
          <a:xfrm>
            <a:off x="10460000" y="3275000"/>
            <a:ext cx="1238239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E5173F"/>
                </a:solidFill>
                <a:latin typeface="Calibri"/>
                <a:cs typeface="Calibri"/>
              </a:rPr>
              <a:t>Gestión</a:t>
            </a:r>
          </a:p>
        </p:txBody>
      </p:sp>
      <p:sp>
        <p:nvSpPr>
          <p:cNvPr id="974" name="Forma 974"/>
          <p:cNvSpPr/>
          <p:nvPr/>
        </p:nvSpPr>
        <p:spPr>
          <a:xfrm>
            <a:off x="493776" y="3630000"/>
            <a:ext cx="11204463" cy="355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75" name="Forma 975"/>
          <p:cNvSpPr/>
          <p:nvPr/>
        </p:nvSpPr>
        <p:spPr>
          <a:xfrm>
            <a:off x="913776" y="3630000"/>
            <a:ext cx="190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Cliente Ancla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0" i="0" dirty="0">
                <a:solidFill>
                  <a:srgbClr val="6E7E7D"/>
                </a:solidFill>
                <a:latin typeface="Calibri"/>
                <a:cs typeface="Calibri"/>
              </a:rPr>
              <a:t>Con deuda</a:t>
            </a:r>
          </a:p>
        </p:txBody>
      </p:sp>
      <p:sp>
        <p:nvSpPr>
          <p:cNvPr id="976" name="Forma 976"/>
          <p:cNvSpPr/>
          <p:nvPr/>
        </p:nvSpPr>
        <p:spPr>
          <a:xfrm>
            <a:off x="2750000" y="3680000"/>
            <a:ext cx="1203699" cy="255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14,6 · 47%</a:t>
            </a:r>
          </a:p>
        </p:txBody>
      </p:sp>
      <p:sp>
        <p:nvSpPr>
          <p:cNvPr id="977" name="Forma 977"/>
          <p:cNvSpPr/>
          <p:nvPr/>
        </p:nvSpPr>
        <p:spPr>
          <a:xfrm>
            <a:off x="3953699" y="3680000"/>
            <a:ext cx="1380979" cy="255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50" b="1" i="0" dirty="0">
                <a:solidFill>
                  <a:srgbClr val="FFFFFF"/>
                </a:solidFill>
                <a:latin typeface="Calibri"/>
                <a:cs typeface="Calibri"/>
              </a:rPr>
              <a:t>16,7 · 53%</a:t>
            </a:r>
          </a:p>
        </p:txBody>
      </p:sp>
      <p:sp>
        <p:nvSpPr>
          <p:cNvPr id="978" name="Forma 978"/>
          <p:cNvSpPr/>
          <p:nvPr/>
        </p:nvSpPr>
        <p:spPr>
          <a:xfrm>
            <a:off x="5394678" y="3630000"/>
            <a:ext cx="2805321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31,3</a:t>
            </a:r>
          </a:p>
        </p:txBody>
      </p:sp>
      <p:sp>
        <p:nvSpPr>
          <p:cNvPr id="979" name="Forma 979"/>
          <p:cNvSpPr/>
          <p:nvPr/>
        </p:nvSpPr>
        <p:spPr>
          <a:xfrm>
            <a:off x="8200000" y="363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54%</a:t>
            </a:r>
          </a:p>
        </p:txBody>
      </p:sp>
      <p:sp>
        <p:nvSpPr>
          <p:cNvPr id="980" name="Forma 980"/>
          <p:cNvSpPr/>
          <p:nvPr/>
        </p:nvSpPr>
        <p:spPr>
          <a:xfrm>
            <a:off x="9330000" y="363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36%</a:t>
            </a:r>
          </a:p>
        </p:txBody>
      </p:sp>
      <p:sp>
        <p:nvSpPr>
          <p:cNvPr id="981" name="Forma 981"/>
          <p:cNvSpPr/>
          <p:nvPr/>
        </p:nvSpPr>
        <p:spPr>
          <a:xfrm>
            <a:off x="10460000" y="3630000"/>
            <a:ext cx="1238239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E5173F"/>
                </a:solidFill>
                <a:latin typeface="Calibri"/>
                <a:cs typeface="Calibri"/>
              </a:rPr>
              <a:t>Gestión</a:t>
            </a:r>
          </a:p>
        </p:txBody>
      </p:sp>
      <p:sp>
        <p:nvSpPr>
          <p:cNvPr id="982" name="Forma 982"/>
          <p:cNvSpPr/>
          <p:nvPr/>
        </p:nvSpPr>
        <p:spPr>
          <a:xfrm>
            <a:off x="913776" y="3985000"/>
            <a:ext cx="190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Cliente por Reactivar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0" i="0" dirty="0">
                <a:solidFill>
                  <a:srgbClr val="6E7E7D"/>
                </a:solidFill>
                <a:latin typeface="Calibri"/>
                <a:cs typeface="Calibri"/>
              </a:rPr>
              <a:t>Con deuda</a:t>
            </a:r>
          </a:p>
        </p:txBody>
      </p:sp>
      <p:sp>
        <p:nvSpPr>
          <p:cNvPr id="983" name="Forma 983"/>
          <p:cNvSpPr/>
          <p:nvPr/>
        </p:nvSpPr>
        <p:spPr>
          <a:xfrm>
            <a:off x="2750000" y="4035000"/>
            <a:ext cx="276348" cy="255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s-PE" sz="600"/>
          </a:p>
        </p:txBody>
      </p:sp>
      <p:sp>
        <p:nvSpPr>
          <p:cNvPr id="984" name="Forma 984"/>
          <p:cNvSpPr/>
          <p:nvPr/>
        </p:nvSpPr>
        <p:spPr>
          <a:xfrm>
            <a:off x="3026348" y="4035000"/>
            <a:ext cx="523075" cy="255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s-PE" sz="600"/>
          </a:p>
        </p:txBody>
      </p:sp>
      <p:sp>
        <p:nvSpPr>
          <p:cNvPr id="985" name="Forma 985"/>
          <p:cNvSpPr/>
          <p:nvPr/>
        </p:nvSpPr>
        <p:spPr>
          <a:xfrm>
            <a:off x="3609424" y="3985000"/>
            <a:ext cx="4590575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9,7</a:t>
            </a:r>
            <a:r>
              <a:rPr lang="es-PE" sz="800" b="0" i="0" dirty="0">
                <a:solidFill>
                  <a:srgbClr val="4A6572"/>
                </a:solidFill>
                <a:latin typeface="Calibri"/>
                <a:cs typeface="Calibri"/>
              </a:rPr>
              <a:t>   precio 3,4 · 35%</a:t>
            </a:r>
            <a:r>
              <a:rPr lang="es-PE" sz="800" b="0" i="0" dirty="0">
                <a:solidFill>
                  <a:srgbClr val="E5173F"/>
                </a:solidFill>
                <a:latin typeface="Calibri"/>
                <a:cs typeface="Calibri"/>
              </a:rPr>
              <a:t>  |  gestión 6,3 · 65%</a:t>
            </a:r>
          </a:p>
        </p:txBody>
      </p:sp>
      <p:sp>
        <p:nvSpPr>
          <p:cNvPr id="986" name="Forma 986"/>
          <p:cNvSpPr/>
          <p:nvPr/>
        </p:nvSpPr>
        <p:spPr>
          <a:xfrm>
            <a:off x="8200000" y="3985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63%</a:t>
            </a:r>
          </a:p>
        </p:txBody>
      </p:sp>
      <p:sp>
        <p:nvSpPr>
          <p:cNvPr id="987" name="Forma 987"/>
          <p:cNvSpPr/>
          <p:nvPr/>
        </p:nvSpPr>
        <p:spPr>
          <a:xfrm>
            <a:off x="9330000" y="3985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37%</a:t>
            </a:r>
          </a:p>
        </p:txBody>
      </p:sp>
      <p:sp>
        <p:nvSpPr>
          <p:cNvPr id="988" name="Forma 988"/>
          <p:cNvSpPr/>
          <p:nvPr/>
        </p:nvSpPr>
        <p:spPr>
          <a:xfrm>
            <a:off x="10460000" y="3985000"/>
            <a:ext cx="1238239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E5173F"/>
                </a:solidFill>
                <a:latin typeface="Calibri"/>
                <a:cs typeface="Calibri"/>
              </a:rPr>
              <a:t>Gestión</a:t>
            </a:r>
          </a:p>
        </p:txBody>
      </p:sp>
      <p:sp>
        <p:nvSpPr>
          <p:cNvPr id="989" name="Forma 989"/>
          <p:cNvSpPr/>
          <p:nvPr/>
        </p:nvSpPr>
        <p:spPr>
          <a:xfrm>
            <a:off x="493776" y="4340000"/>
            <a:ext cx="11204463" cy="355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90" name="Forma 990"/>
          <p:cNvSpPr/>
          <p:nvPr/>
        </p:nvSpPr>
        <p:spPr>
          <a:xfrm>
            <a:off x="913776" y="4340000"/>
            <a:ext cx="190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Nuevo en Expansión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0" i="0" dirty="0">
                <a:solidFill>
                  <a:srgbClr val="6E7E7D"/>
                </a:solidFill>
                <a:latin typeface="Calibri"/>
                <a:cs typeface="Calibri"/>
              </a:rPr>
              <a:t>Sin deuda</a:t>
            </a:r>
          </a:p>
        </p:txBody>
      </p:sp>
      <p:sp>
        <p:nvSpPr>
          <p:cNvPr id="991" name="Forma 991"/>
          <p:cNvSpPr/>
          <p:nvPr/>
        </p:nvSpPr>
        <p:spPr>
          <a:xfrm>
            <a:off x="2750000" y="4390000"/>
            <a:ext cx="465686" cy="255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s-PE" sz="600"/>
          </a:p>
        </p:txBody>
      </p:sp>
      <p:sp>
        <p:nvSpPr>
          <p:cNvPr id="992" name="Forma 992"/>
          <p:cNvSpPr/>
          <p:nvPr/>
        </p:nvSpPr>
        <p:spPr>
          <a:xfrm>
            <a:off x="3215686" y="4390000"/>
            <a:ext cx="201112" cy="255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s-PE" sz="600"/>
          </a:p>
        </p:txBody>
      </p:sp>
      <p:sp>
        <p:nvSpPr>
          <p:cNvPr id="993" name="Forma 993"/>
          <p:cNvSpPr/>
          <p:nvPr/>
        </p:nvSpPr>
        <p:spPr>
          <a:xfrm>
            <a:off x="3476798" y="4340000"/>
            <a:ext cx="4723201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8,1</a:t>
            </a:r>
            <a:r>
              <a:rPr lang="es-PE" sz="800" b="0" i="0" dirty="0">
                <a:solidFill>
                  <a:srgbClr val="4A6572"/>
                </a:solidFill>
                <a:latin typeface="Calibri"/>
                <a:cs typeface="Calibri"/>
              </a:rPr>
              <a:t>   precio 5,6 · 70%</a:t>
            </a:r>
            <a:r>
              <a:rPr lang="es-PE" sz="800" b="0" i="0" dirty="0">
                <a:solidFill>
                  <a:srgbClr val="E5173F"/>
                </a:solidFill>
                <a:latin typeface="Calibri"/>
                <a:cs typeface="Calibri"/>
              </a:rPr>
              <a:t>  |  gestión 2,4 · 30%</a:t>
            </a:r>
          </a:p>
        </p:txBody>
      </p:sp>
      <p:sp>
        <p:nvSpPr>
          <p:cNvPr id="994" name="Forma 994"/>
          <p:cNvSpPr/>
          <p:nvPr/>
        </p:nvSpPr>
        <p:spPr>
          <a:xfrm>
            <a:off x="8200000" y="434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60%</a:t>
            </a:r>
          </a:p>
        </p:txBody>
      </p:sp>
      <p:sp>
        <p:nvSpPr>
          <p:cNvPr id="995" name="Forma 995"/>
          <p:cNvSpPr/>
          <p:nvPr/>
        </p:nvSpPr>
        <p:spPr>
          <a:xfrm>
            <a:off x="9330000" y="434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51%</a:t>
            </a:r>
          </a:p>
        </p:txBody>
      </p:sp>
      <p:sp>
        <p:nvSpPr>
          <p:cNvPr id="996" name="Forma 996"/>
          <p:cNvSpPr/>
          <p:nvPr/>
        </p:nvSpPr>
        <p:spPr>
          <a:xfrm>
            <a:off x="10460000" y="4340000"/>
            <a:ext cx="1238239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4A6572"/>
                </a:solidFill>
                <a:latin typeface="Calibri"/>
                <a:cs typeface="Calibri"/>
              </a:rPr>
              <a:t>Precio</a:t>
            </a:r>
          </a:p>
        </p:txBody>
      </p:sp>
      <p:sp>
        <p:nvSpPr>
          <p:cNvPr id="997" name="Forma 997"/>
          <p:cNvSpPr/>
          <p:nvPr/>
        </p:nvSpPr>
        <p:spPr>
          <a:xfrm>
            <a:off x="913776" y="4695000"/>
            <a:ext cx="190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Próximo Recurrente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0" i="0" dirty="0">
                <a:solidFill>
                  <a:srgbClr val="6E7E7D"/>
                </a:solidFill>
                <a:latin typeface="Calibri"/>
                <a:cs typeface="Calibri"/>
              </a:rPr>
              <a:t>Sin deuda</a:t>
            </a:r>
          </a:p>
        </p:txBody>
      </p:sp>
      <p:sp>
        <p:nvSpPr>
          <p:cNvPr id="998" name="Forma 998"/>
          <p:cNvSpPr/>
          <p:nvPr/>
        </p:nvSpPr>
        <p:spPr>
          <a:xfrm>
            <a:off x="2750000" y="4745000"/>
            <a:ext cx="214978" cy="255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s-PE" sz="600"/>
          </a:p>
        </p:txBody>
      </p:sp>
      <p:sp>
        <p:nvSpPr>
          <p:cNvPr id="999" name="Forma 999"/>
          <p:cNvSpPr/>
          <p:nvPr/>
        </p:nvSpPr>
        <p:spPr>
          <a:xfrm>
            <a:off x="2964978" y="4745000"/>
            <a:ext cx="164045" cy="255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s-PE" sz="600"/>
          </a:p>
        </p:txBody>
      </p:sp>
      <p:sp>
        <p:nvSpPr>
          <p:cNvPr id="1000" name="Forma 1000"/>
          <p:cNvSpPr/>
          <p:nvPr/>
        </p:nvSpPr>
        <p:spPr>
          <a:xfrm>
            <a:off x="3189023" y="4695000"/>
            <a:ext cx="5010976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4,6</a:t>
            </a:r>
            <a:r>
              <a:rPr lang="es-PE" sz="800" b="0" i="0" dirty="0">
                <a:solidFill>
                  <a:srgbClr val="4A6572"/>
                </a:solidFill>
                <a:latin typeface="Calibri"/>
                <a:cs typeface="Calibri"/>
              </a:rPr>
              <a:t>   precio 2,6 · 57%</a:t>
            </a:r>
            <a:r>
              <a:rPr lang="es-PE" sz="800" b="0" i="0" dirty="0">
                <a:solidFill>
                  <a:srgbClr val="E5173F"/>
                </a:solidFill>
                <a:latin typeface="Calibri"/>
                <a:cs typeface="Calibri"/>
              </a:rPr>
              <a:t>  |  gestión 2,0 · 43%</a:t>
            </a:r>
          </a:p>
        </p:txBody>
      </p:sp>
      <p:sp>
        <p:nvSpPr>
          <p:cNvPr id="1001" name="Forma 1001"/>
          <p:cNvSpPr/>
          <p:nvPr/>
        </p:nvSpPr>
        <p:spPr>
          <a:xfrm>
            <a:off x="8200000" y="4695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88%</a:t>
            </a:r>
          </a:p>
        </p:txBody>
      </p:sp>
      <p:sp>
        <p:nvSpPr>
          <p:cNvPr id="1002" name="Forma 1002"/>
          <p:cNvSpPr/>
          <p:nvPr/>
        </p:nvSpPr>
        <p:spPr>
          <a:xfrm>
            <a:off x="9330000" y="4695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80%</a:t>
            </a:r>
          </a:p>
        </p:txBody>
      </p:sp>
      <p:sp>
        <p:nvSpPr>
          <p:cNvPr id="1003" name="Forma 1003"/>
          <p:cNvSpPr/>
          <p:nvPr/>
        </p:nvSpPr>
        <p:spPr>
          <a:xfrm>
            <a:off x="10460000" y="4695000"/>
            <a:ext cx="1238239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4A6572"/>
                </a:solidFill>
                <a:latin typeface="Calibri"/>
                <a:cs typeface="Calibri"/>
              </a:rPr>
              <a:t>Precio</a:t>
            </a:r>
          </a:p>
        </p:txBody>
      </p:sp>
      <p:sp>
        <p:nvSpPr>
          <p:cNvPr id="1004" name="Forma 1004"/>
          <p:cNvSpPr/>
          <p:nvPr/>
        </p:nvSpPr>
        <p:spPr>
          <a:xfrm>
            <a:off x="493776" y="5050000"/>
            <a:ext cx="11204463" cy="355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1005" name="Forma 1005"/>
          <p:cNvSpPr/>
          <p:nvPr/>
        </p:nvSpPr>
        <p:spPr>
          <a:xfrm>
            <a:off x="913776" y="5050000"/>
            <a:ext cx="190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Emprendedor Izipay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0" i="0" dirty="0">
                <a:solidFill>
                  <a:srgbClr val="6E7E7D"/>
                </a:solidFill>
                <a:latin typeface="Calibri"/>
                <a:cs typeface="Calibri"/>
              </a:rPr>
              <a:t>Sin deuda</a:t>
            </a:r>
          </a:p>
        </p:txBody>
      </p:sp>
      <p:sp>
        <p:nvSpPr>
          <p:cNvPr id="1006" name="Forma 1006"/>
          <p:cNvSpPr/>
          <p:nvPr/>
        </p:nvSpPr>
        <p:spPr>
          <a:xfrm>
            <a:off x="2750000" y="5100000"/>
            <a:ext cx="133378" cy="255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s-PE" sz="600"/>
          </a:p>
        </p:txBody>
      </p:sp>
      <p:sp>
        <p:nvSpPr>
          <p:cNvPr id="1007" name="Forma 1007"/>
          <p:cNvSpPr/>
          <p:nvPr/>
        </p:nvSpPr>
        <p:spPr>
          <a:xfrm>
            <a:off x="2883378" y="5100000"/>
            <a:ext cx="59134" cy="255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 lang="es-PE" sz="600"/>
          </a:p>
        </p:txBody>
      </p:sp>
      <p:sp>
        <p:nvSpPr>
          <p:cNvPr id="1008" name="Forma 1008"/>
          <p:cNvSpPr/>
          <p:nvPr/>
        </p:nvSpPr>
        <p:spPr>
          <a:xfrm>
            <a:off x="3002512" y="5050000"/>
            <a:ext cx="5197487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2F3B3A"/>
                </a:solidFill>
                <a:latin typeface="Calibri"/>
                <a:cs typeface="Calibri"/>
              </a:rPr>
              <a:t>2,3</a:t>
            </a:r>
            <a:r>
              <a:rPr lang="es-PE" sz="800" b="0" i="0" dirty="0">
                <a:solidFill>
                  <a:srgbClr val="4A6572"/>
                </a:solidFill>
                <a:latin typeface="Calibri"/>
                <a:cs typeface="Calibri"/>
              </a:rPr>
              <a:t>   precio 1,6 · 69%</a:t>
            </a:r>
            <a:r>
              <a:rPr lang="es-PE" sz="800" b="0" i="0" dirty="0">
                <a:solidFill>
                  <a:srgbClr val="E5173F"/>
                </a:solidFill>
                <a:latin typeface="Calibri"/>
                <a:cs typeface="Calibri"/>
              </a:rPr>
              <a:t>  |  gestión 0,7 · 31%</a:t>
            </a:r>
          </a:p>
        </p:txBody>
      </p:sp>
      <p:sp>
        <p:nvSpPr>
          <p:cNvPr id="1009" name="Forma 1009"/>
          <p:cNvSpPr/>
          <p:nvPr/>
        </p:nvSpPr>
        <p:spPr>
          <a:xfrm>
            <a:off x="8200000" y="505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2F3B3A"/>
                </a:solidFill>
                <a:latin typeface="Calibri"/>
                <a:cs typeface="Calibri"/>
              </a:rPr>
              <a:t>81%</a:t>
            </a:r>
          </a:p>
        </p:txBody>
      </p:sp>
      <p:sp>
        <p:nvSpPr>
          <p:cNvPr id="1010" name="Forma 1010"/>
          <p:cNvSpPr/>
          <p:nvPr/>
        </p:nvSpPr>
        <p:spPr>
          <a:xfrm>
            <a:off x="9330000" y="5050000"/>
            <a:ext cx="1080000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74%</a:t>
            </a:r>
          </a:p>
        </p:txBody>
      </p:sp>
      <p:sp>
        <p:nvSpPr>
          <p:cNvPr id="1011" name="Forma 1011"/>
          <p:cNvSpPr/>
          <p:nvPr/>
        </p:nvSpPr>
        <p:spPr>
          <a:xfrm>
            <a:off x="10460000" y="5050000"/>
            <a:ext cx="1238239" cy="35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i="0" dirty="0">
                <a:solidFill>
                  <a:srgbClr val="4A6572"/>
                </a:solidFill>
                <a:latin typeface="Calibri"/>
                <a:cs typeface="Calibri"/>
              </a:rPr>
              <a:t>Precio</a:t>
            </a:r>
          </a:p>
        </p:txBody>
      </p:sp>
      <p:sp>
        <p:nvSpPr>
          <p:cNvPr id="1012" name="Forma 1012"/>
          <p:cNvSpPr/>
          <p:nvPr/>
        </p:nvSpPr>
        <p:spPr>
          <a:xfrm>
            <a:off x="2750000" y="5455000"/>
            <a:ext cx="180000" cy="140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72000" tIns="45720" rIns="72000" bIns="45720" anchor="t">
            <a:normAutofit fontScale="55000" lnSpcReduction="20000"/>
          </a:bodyPr>
          <a:lstStyle/>
          <a:p>
            <a:endParaRPr lang="es-PE" sz="600"/>
          </a:p>
        </p:txBody>
      </p:sp>
      <p:sp>
        <p:nvSpPr>
          <p:cNvPr id="1013" name="Forma 1013"/>
          <p:cNvSpPr/>
          <p:nvPr/>
        </p:nvSpPr>
        <p:spPr>
          <a:xfrm>
            <a:off x="2980000" y="5415000"/>
            <a:ext cx="2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0" i="0" dirty="0">
                <a:solidFill>
                  <a:srgbClr val="6E7E7D"/>
                </a:solidFill>
                <a:latin typeface="Calibri"/>
                <a:cs typeface="Calibri"/>
              </a:rPr>
              <a:t>Lo gestionamos y lo perdimos (precio)</a:t>
            </a:r>
          </a:p>
        </p:txBody>
      </p:sp>
      <p:sp>
        <p:nvSpPr>
          <p:cNvPr id="1014" name="Forma 1014"/>
          <p:cNvSpPr/>
          <p:nvPr/>
        </p:nvSpPr>
        <p:spPr>
          <a:xfrm>
            <a:off x="5450000" y="5455000"/>
            <a:ext cx="180000" cy="140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txBody>
          <a:bodyPr wrap="square" lIns="72000" tIns="45720" rIns="72000" bIns="45720" anchor="t">
            <a:normAutofit fontScale="55000" lnSpcReduction="20000"/>
          </a:bodyPr>
          <a:lstStyle/>
          <a:p>
            <a:endParaRPr lang="es-PE" sz="600"/>
          </a:p>
        </p:txBody>
      </p:sp>
      <p:sp>
        <p:nvSpPr>
          <p:cNvPr id="1015" name="Forma 1015"/>
          <p:cNvSpPr/>
          <p:nvPr/>
        </p:nvSpPr>
        <p:spPr>
          <a:xfrm>
            <a:off x="5680000" y="5415000"/>
            <a:ext cx="2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 b="0" i="0" dirty="0">
                <a:solidFill>
                  <a:srgbClr val="6E7E7D"/>
                </a:solidFill>
                <a:latin typeface="Calibri"/>
                <a:cs typeface="Calibri"/>
              </a:rPr>
              <a:t>No llegamos a gestionarlo (gestión)</a:t>
            </a:r>
          </a:p>
        </p:txBody>
      </p:sp>
      <p:sp>
        <p:nvSpPr>
          <p:cNvPr id="1016" name="Forma 1016"/>
          <p:cNvSpPr/>
          <p:nvPr/>
        </p:nvSpPr>
        <p:spPr>
          <a:xfrm>
            <a:off x="493776" y="5695000"/>
            <a:ext cx="11204463" cy="955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s-PE" sz="900" b="1" i="0" dirty="0">
                <a:solidFill>
                  <a:srgbClr val="13807B"/>
                </a:solidFill>
                <a:latin typeface="Calibri"/>
                <a:cs typeface="Calibri"/>
              </a:rPr>
              <a:t>INSIGHTS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Cuatro segmentos con deuda —Maduro, Gran Cuenta, Cuenta Estratégica y Socio— concentran el 77% de la oportunidad</a:t>
            </a:r>
            <a:r>
              <a:rPr lang="es-PE" sz="1050" dirty="0">
                <a:solidFill>
                  <a:srgbClr val="2F3B3A"/>
                </a:solidFill>
                <a:latin typeface="Calibri"/>
                <a:cs typeface="Calibri"/>
              </a:rPr>
              <a:t>,</a:t>
            </a: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 los tres sin deuda suman apenas el 6%.</a:t>
            </a:r>
          </a:p>
          <a:p>
            <a:pPr marL="228600" indent="-228600"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s-PE" sz="1050" b="0" i="0" dirty="0">
                <a:solidFill>
                  <a:srgbClr val="2F3B3A"/>
                </a:solidFill>
                <a:latin typeface="Calibri"/>
                <a:cs typeface="Calibri"/>
              </a:rPr>
              <a:t>En Maduro, Socio, Ancla y Reactivar, más de la mitad de lo que se escapa hoy es monto no gestionado; en Gran Cuenta y Cuenta Estratégica pesa más lo perdido por precio.</a:t>
            </a:r>
          </a:p>
        </p:txBody>
      </p:sp>
      <p:pic>
        <p:nvPicPr>
          <p:cNvPr id="1017" name="Icono Maduro Multibanc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76" y="2257500"/>
            <a:ext cx="260000" cy="260000"/>
          </a:xfrm>
          <a:prstGeom prst="rect">
            <a:avLst/>
          </a:prstGeom>
        </p:spPr>
      </p:pic>
      <p:pic>
        <p:nvPicPr>
          <p:cNvPr id="1018" name="Icono Gran Cuenta por Conquist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76" y="2612500"/>
            <a:ext cx="260000" cy="260000"/>
          </a:xfrm>
          <a:prstGeom prst="rect">
            <a:avLst/>
          </a:prstGeom>
        </p:spPr>
      </p:pic>
      <p:pic>
        <p:nvPicPr>
          <p:cNvPr id="1019" name="Icono Cuenta Estratégic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76" y="2967500"/>
            <a:ext cx="260000" cy="260000"/>
          </a:xfrm>
          <a:prstGeom prst="rect">
            <a:avLst/>
          </a:prstGeom>
        </p:spPr>
      </p:pic>
      <p:pic>
        <p:nvPicPr>
          <p:cNvPr id="1020" name="Icono Socio en Crecimien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776" y="3322500"/>
            <a:ext cx="260000" cy="260000"/>
          </a:xfrm>
          <a:prstGeom prst="rect">
            <a:avLst/>
          </a:prstGeom>
        </p:spPr>
      </p:pic>
      <p:pic>
        <p:nvPicPr>
          <p:cNvPr id="1021" name="Icono Cliente Ancl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776" y="3677500"/>
            <a:ext cx="260000" cy="260000"/>
          </a:xfrm>
          <a:prstGeom prst="rect">
            <a:avLst/>
          </a:prstGeom>
        </p:spPr>
      </p:pic>
      <p:pic>
        <p:nvPicPr>
          <p:cNvPr id="1022" name="Icono Cliente por Reactiva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776" y="4032500"/>
            <a:ext cx="260000" cy="260000"/>
          </a:xfrm>
          <a:prstGeom prst="rect">
            <a:avLst/>
          </a:prstGeom>
        </p:spPr>
      </p:pic>
      <p:pic>
        <p:nvPicPr>
          <p:cNvPr id="1023" name="Icono Nuevo en Expansió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776" y="4387500"/>
            <a:ext cx="260000" cy="260000"/>
          </a:xfrm>
          <a:prstGeom prst="rect">
            <a:avLst/>
          </a:prstGeom>
        </p:spPr>
      </p:pic>
      <p:pic>
        <p:nvPicPr>
          <p:cNvPr id="1024" name="Icono Próximo Recurrent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76" y="4742500"/>
            <a:ext cx="260000" cy="260000"/>
          </a:xfrm>
          <a:prstGeom prst="rect">
            <a:avLst/>
          </a:prstGeom>
        </p:spPr>
      </p:pic>
      <p:pic>
        <p:nvPicPr>
          <p:cNvPr id="1025" name="Icono Emprendedor Izipa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776" y="5097500"/>
            <a:ext cx="260000" cy="260000"/>
          </a:xfrm>
          <a:prstGeom prst="rect">
            <a:avLst/>
          </a:prstGeom>
        </p:spPr>
      </p:pic>
      <p:sp>
        <p:nvSpPr>
          <p:cNvPr id="901" name="Forma 901"/>
          <p:cNvSpPr/>
          <p:nvPr/>
        </p:nvSpPr>
        <p:spPr>
          <a:xfrm>
            <a:off x="8933776" y="1190000"/>
            <a:ext cx="2704463" cy="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3807B"/>
            </a:solidFill>
          </a:ln>
        </p:spPr>
        <p:txBody>
          <a:bodyPr wrap="square" lIns="91440" tIns="0" rIns="9144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i="0" dirty="0">
                <a:solidFill>
                  <a:srgbClr val="13807B"/>
                </a:solidFill>
                <a:latin typeface="Calibri"/>
                <a:cs typeface="Calibri"/>
              </a:rPr>
              <a:t>VISTA  </a:t>
            </a:r>
            <a:r>
              <a:rPr lang="es-PE" sz="1300" b="1" i="0" dirty="0">
                <a:solidFill>
                  <a:srgbClr val="2F3B3A"/>
                </a:solidFill>
                <a:latin typeface="Calibri"/>
                <a:cs typeface="Calibri"/>
              </a:rPr>
              <a:t>Abril – Mayo 2026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 b="0" i="0" dirty="0">
                <a:solidFill>
                  <a:srgbClr val="6E7E7D"/>
                </a:solidFill>
                <a:latin typeface="Calibri"/>
                <a:cs typeface="Calibri"/>
              </a:rPr>
              <a:t>(202604 – 202605)</a:t>
            </a:r>
          </a:p>
        </p:txBody>
      </p:sp>
    </p:spTree>
    <p:extLst>
      <p:ext uri="{BB962C8B-B14F-4D97-AF65-F5344CB8AC3E}">
        <p14:creationId xmlns:p14="http://schemas.microsoft.com/office/powerpoint/2010/main" val="1322858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CA87-803F-0C61-E85F-987E0708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B4D08F08-AA66-AF5A-CA9F-09AB91926496}"/>
              </a:ext>
            </a:extLst>
          </p:cNvPr>
          <p:cNvSpPr/>
          <p:nvPr/>
        </p:nvSpPr>
        <p:spPr>
          <a:xfrm>
            <a:off x="493776" y="973836"/>
            <a:ext cx="11203915" cy="0"/>
          </a:xfrm>
          <a:prstGeom prst="line">
            <a:avLst/>
          </a:prstGeom>
          <a:noFill/>
          <a:ln w="12700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BCE13B8-AF07-99AE-2273-F9EB44BD299E}"/>
              </a:ext>
            </a:extLst>
          </p:cNvPr>
          <p:cNvSpPr/>
          <p:nvPr/>
        </p:nvSpPr>
        <p:spPr>
          <a:xfrm>
            <a:off x="493776" y="1069848"/>
            <a:ext cx="3624911" cy="2468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192D7F6-CEB1-6642-C011-8B02433C4D76}"/>
              </a:ext>
            </a:extLst>
          </p:cNvPr>
          <p:cNvSpPr txBox="1"/>
          <p:nvPr/>
        </p:nvSpPr>
        <p:spPr>
          <a:xfrm>
            <a:off x="576072" y="1069848"/>
            <a:ext cx="1522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Ancla</a:t>
            </a:r>
            <a:endParaRPr lang="en-US" sz="825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63D1F4A-ACC6-56B1-ADA7-380B025FF1F9}"/>
              </a:ext>
            </a:extLst>
          </p:cNvPr>
          <p:cNvSpPr/>
          <p:nvPr/>
        </p:nvSpPr>
        <p:spPr>
          <a:xfrm>
            <a:off x="2087756" y="1104138"/>
            <a:ext cx="1051224" cy="178308"/>
          </a:xfrm>
          <a:prstGeom prst="roundRect">
            <a:avLst>
              <a:gd name="adj" fmla="val 23077"/>
            </a:avLst>
          </a:prstGeom>
          <a:solidFill>
            <a:srgbClr val="0B2E2C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ECC1B07-F8B6-E608-433A-F55EC159FEE0}"/>
              </a:ext>
            </a:extLst>
          </p:cNvPr>
          <p:cNvSpPr txBox="1"/>
          <p:nvPr/>
        </p:nvSpPr>
        <p:spPr>
          <a:xfrm>
            <a:off x="2087756" y="1104138"/>
            <a:ext cx="105122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TEA 2,4 pp</a:t>
            </a:r>
            <a:endParaRPr lang="en-US" sz="563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96C8F5A-D15F-AD16-744C-CF5FFCE0201C}"/>
              </a:ext>
            </a:extLst>
          </p:cNvPr>
          <p:cNvSpPr/>
          <p:nvPr/>
        </p:nvSpPr>
        <p:spPr>
          <a:xfrm>
            <a:off x="3193844" y="1104138"/>
            <a:ext cx="869978" cy="17830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EFE12D2-1965-E51B-D965-065C6EEEDD7A}"/>
              </a:ext>
            </a:extLst>
          </p:cNvPr>
          <p:cNvSpPr txBox="1"/>
          <p:nvPr/>
        </p:nvSpPr>
        <p:spPr>
          <a:xfrm>
            <a:off x="3193844" y="1104138"/>
            <a:ext cx="8699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-29 pp</a:t>
            </a:r>
            <a:endParaRPr lang="en-US" sz="563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8D862C9-9CEC-109C-3010-EC4579BE1FFF}"/>
              </a:ext>
            </a:extLst>
          </p:cNvPr>
          <p:cNvSpPr/>
          <p:nvPr/>
        </p:nvSpPr>
        <p:spPr>
          <a:xfrm>
            <a:off x="493776" y="1316736"/>
            <a:ext cx="3624911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6224CA3-5CC1-6633-D052-6A460DAF6578}"/>
              </a:ext>
            </a:extLst>
          </p:cNvPr>
          <p:cNvSpPr txBox="1"/>
          <p:nvPr/>
        </p:nvSpPr>
        <p:spPr>
          <a:xfrm>
            <a:off x="534924" y="1412748"/>
            <a:ext cx="274320" cy="50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525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5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EE18D3F-83C4-7902-FD3E-E1FDBABAC00C}"/>
              </a:ext>
            </a:extLst>
          </p:cNvPr>
          <p:cNvSpPr/>
          <p:nvPr/>
        </p:nvSpPr>
        <p:spPr>
          <a:xfrm>
            <a:off x="809245" y="1607932"/>
            <a:ext cx="803357" cy="14785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9B2B505-212E-DE7E-6DF8-BD8161345047}"/>
              </a:ext>
            </a:extLst>
          </p:cNvPr>
          <p:cNvSpPr/>
          <p:nvPr/>
        </p:nvSpPr>
        <p:spPr>
          <a:xfrm>
            <a:off x="1612602" y="1622717"/>
            <a:ext cx="803357" cy="73925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0BB950A-4AB4-4B23-09F7-850C70F0F3AC}"/>
              </a:ext>
            </a:extLst>
          </p:cNvPr>
          <p:cNvSpPr/>
          <p:nvPr/>
        </p:nvSpPr>
        <p:spPr>
          <a:xfrm flipV="1">
            <a:off x="2415960" y="1674465"/>
            <a:ext cx="803357" cy="22177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92435AD-A0BC-3CCE-8DF3-9881F30CCA36}"/>
              </a:ext>
            </a:extLst>
          </p:cNvPr>
          <p:cNvSpPr/>
          <p:nvPr/>
        </p:nvSpPr>
        <p:spPr>
          <a:xfrm flipV="1">
            <a:off x="3219317" y="1622717"/>
            <a:ext cx="803357" cy="51748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6260D22-553E-7D3D-AA77-55F9E0A7A816}"/>
              </a:ext>
            </a:extLst>
          </p:cNvPr>
          <p:cNvSpPr/>
          <p:nvPr/>
        </p:nvSpPr>
        <p:spPr>
          <a:xfrm flipV="1">
            <a:off x="809245" y="1812438"/>
            <a:ext cx="803357" cy="27593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67614AC-315E-A0A4-D26F-BFC47748C296}"/>
              </a:ext>
            </a:extLst>
          </p:cNvPr>
          <p:cNvSpPr/>
          <p:nvPr/>
        </p:nvSpPr>
        <p:spPr>
          <a:xfrm flipV="1">
            <a:off x="1612602" y="1797751"/>
            <a:ext cx="803357" cy="14686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8FE5D81-D5CD-9C98-1E39-0F4A8875844B}"/>
              </a:ext>
            </a:extLst>
          </p:cNvPr>
          <p:cNvSpPr/>
          <p:nvPr/>
        </p:nvSpPr>
        <p:spPr>
          <a:xfrm>
            <a:off x="2415960" y="1797751"/>
            <a:ext cx="803357" cy="40933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C596A69-9330-4B19-AFFD-3C3EFDD4258D}"/>
              </a:ext>
            </a:extLst>
          </p:cNvPr>
          <p:cNvSpPr/>
          <p:nvPr/>
        </p:nvSpPr>
        <p:spPr>
          <a:xfrm flipV="1">
            <a:off x="3219317" y="1809649"/>
            <a:ext cx="803357" cy="29035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71617C2-824E-65F4-2664-DEA8CA2C68D9}"/>
              </a:ext>
            </a:extLst>
          </p:cNvPr>
          <p:cNvSpPr txBox="1"/>
          <p:nvPr/>
        </p:nvSpPr>
        <p:spPr>
          <a:xfrm>
            <a:off x="569214" y="1457057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</a:t>
            </a:r>
            <a:endParaRPr lang="en-US" sz="525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FD27F40-AEA9-3AFE-91A6-4B2C41B289B3}"/>
              </a:ext>
            </a:extLst>
          </p:cNvPr>
          <p:cNvSpPr txBox="1"/>
          <p:nvPr/>
        </p:nvSpPr>
        <p:spPr>
          <a:xfrm>
            <a:off x="3782645" y="1471840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</a:t>
            </a:r>
            <a:endParaRPr lang="en-US" sz="525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93D45B7-A24F-FE85-5607-3A189F58A397}"/>
              </a:ext>
            </a:extLst>
          </p:cNvPr>
          <p:cNvSpPr txBox="1"/>
          <p:nvPr/>
        </p:nvSpPr>
        <p:spPr>
          <a:xfrm>
            <a:off x="569214" y="1881179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</a:t>
            </a:r>
            <a:endParaRPr lang="en-US" sz="525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BEF1AEA-5D3A-8530-6B2C-8BFE6B7EA009}"/>
              </a:ext>
            </a:extLst>
          </p:cNvPr>
          <p:cNvSpPr txBox="1"/>
          <p:nvPr/>
        </p:nvSpPr>
        <p:spPr>
          <a:xfrm>
            <a:off x="3782645" y="1850796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</a:t>
            </a:r>
            <a:endParaRPr lang="en-US" sz="525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B700253-F295-0FCE-08D3-EDD3BDC711CB}"/>
              </a:ext>
            </a:extLst>
          </p:cNvPr>
          <p:cNvSpPr txBox="1"/>
          <p:nvPr/>
        </p:nvSpPr>
        <p:spPr>
          <a:xfrm>
            <a:off x="539496" y="1975104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525" dirty="0"/>
          </a:p>
        </p:txBody>
      </p:sp>
      <p:sp>
        <p:nvSpPr>
          <p:cNvPr id="254" name="Heading2">
            <a:extLst>
              <a:ext uri="{FF2B5EF4-FFF2-40B4-BE49-F238E27FC236}">
                <a16:creationId xmlns:a16="http://schemas.microsoft.com/office/drawing/2014/main" id="{CB700253-F295-0FCE-08D3-EDD3BDC711CB}"/>
              </a:ext>
            </a:extLst>
          </p:cNvPr>
          <p:cNvSpPr txBox="1"/>
          <p:nvPr/>
        </p:nvSpPr>
        <p:spPr>
          <a:xfrm>
            <a:off x="539496" y="248716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525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6565CDD3-F27E-3A91-0E8F-8BA43B936A56}"/>
              </a:ext>
            </a:extLst>
          </p:cNvPr>
          <p:cNvSpPr/>
          <p:nvPr/>
        </p:nvSpPr>
        <p:spPr>
          <a:xfrm>
            <a:off x="857251" y="2232598"/>
            <a:ext cx="546674" cy="199705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56" name="Bar2">
            <a:extLst>
              <a:ext uri="{FF2B5EF4-FFF2-40B4-BE49-F238E27FC236}">
                <a16:creationId xmlns:a16="http://schemas.microsoft.com/office/drawing/2014/main" id="{6565CDD3-F27E-3A91-0E8F-8BA43B936A56}"/>
              </a:ext>
            </a:extLst>
          </p:cNvPr>
          <p:cNvSpPr/>
          <p:nvPr/>
        </p:nvSpPr>
        <p:spPr>
          <a:xfrm>
            <a:off x="857251" y="2839211"/>
            <a:ext cx="546674" cy="17830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93A062A-AC9C-7112-CE59-D0F779D9B9B1}"/>
              </a:ext>
            </a:extLst>
          </p:cNvPr>
          <p:cNvSpPr txBox="1"/>
          <p:nvPr/>
        </p:nvSpPr>
        <p:spPr>
          <a:xfrm>
            <a:off x="754381" y="209543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563"/>
          </a:p>
        </p:txBody>
      </p:sp>
      <p:sp>
        <p:nvSpPr>
          <p:cNvPr id="257" name="Val2">
            <a:extLst>
              <a:ext uri="{FF2B5EF4-FFF2-40B4-BE49-F238E27FC236}">
                <a16:creationId xmlns:a16="http://schemas.microsoft.com/office/drawing/2014/main" id="{A93A062A-AC9C-7112-CE59-D0F779D9B9B1}"/>
              </a:ext>
            </a:extLst>
          </p:cNvPr>
          <p:cNvSpPr txBox="1"/>
          <p:nvPr/>
        </p:nvSpPr>
        <p:spPr>
          <a:xfrm>
            <a:off x="754381" y="2702051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563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6926695-B9D5-A420-DD34-5D5777D07F0E}"/>
              </a:ext>
            </a:extLst>
          </p:cNvPr>
          <p:cNvSpPr txBox="1"/>
          <p:nvPr/>
        </p:nvSpPr>
        <p:spPr>
          <a:xfrm>
            <a:off x="720091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2025Q2</a:t>
            </a:r>
            <a:endParaRPr lang="en-US" sz="488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1A019DA5-E848-C9D1-3A11-F1619F963F28}"/>
              </a:ext>
            </a:extLst>
          </p:cNvPr>
          <p:cNvSpPr/>
          <p:nvPr/>
        </p:nvSpPr>
        <p:spPr>
          <a:xfrm>
            <a:off x="1499937" y="2253995"/>
            <a:ext cx="546674" cy="17830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58" name="Bar2">
            <a:extLst>
              <a:ext uri="{FF2B5EF4-FFF2-40B4-BE49-F238E27FC236}">
                <a16:creationId xmlns:a16="http://schemas.microsoft.com/office/drawing/2014/main" id="{1A019DA5-E848-C9D1-3A11-F1619F963F28}"/>
              </a:ext>
            </a:extLst>
          </p:cNvPr>
          <p:cNvSpPr/>
          <p:nvPr/>
        </p:nvSpPr>
        <p:spPr>
          <a:xfrm>
            <a:off x="1499937" y="2855853"/>
            <a:ext cx="546674" cy="161666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B0459780-8011-5E10-0AC0-B4BADD78E95B}"/>
              </a:ext>
            </a:extLst>
          </p:cNvPr>
          <p:cNvSpPr txBox="1"/>
          <p:nvPr/>
        </p:nvSpPr>
        <p:spPr>
          <a:xfrm>
            <a:off x="1397067" y="2116835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563"/>
          </a:p>
        </p:txBody>
      </p:sp>
      <p:sp>
        <p:nvSpPr>
          <p:cNvPr id="259" name="Val2">
            <a:extLst>
              <a:ext uri="{FF2B5EF4-FFF2-40B4-BE49-F238E27FC236}">
                <a16:creationId xmlns:a16="http://schemas.microsoft.com/office/drawing/2014/main" id="{B0459780-8011-5E10-0AC0-B4BADD78E95B}"/>
              </a:ext>
            </a:extLst>
          </p:cNvPr>
          <p:cNvSpPr txBox="1"/>
          <p:nvPr/>
        </p:nvSpPr>
        <p:spPr>
          <a:xfrm>
            <a:off x="1397067" y="2718693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563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AAE46D2-1B83-5D39-BF99-9864DB5299F7}"/>
              </a:ext>
            </a:extLst>
          </p:cNvPr>
          <p:cNvSpPr txBox="1"/>
          <p:nvPr/>
        </p:nvSpPr>
        <p:spPr>
          <a:xfrm>
            <a:off x="1362777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2025Q3</a:t>
            </a:r>
            <a:endParaRPr lang="en-US" sz="488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2904CBEB-FF53-CA58-E44A-FDEB528C925D}"/>
              </a:ext>
            </a:extLst>
          </p:cNvPr>
          <p:cNvSpPr/>
          <p:nvPr/>
        </p:nvSpPr>
        <p:spPr>
          <a:xfrm>
            <a:off x="2142622" y="2251618"/>
            <a:ext cx="546674" cy="180685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60" name="Bar2">
            <a:extLst>
              <a:ext uri="{FF2B5EF4-FFF2-40B4-BE49-F238E27FC236}">
                <a16:creationId xmlns:a16="http://schemas.microsoft.com/office/drawing/2014/main" id="{2904CBEB-FF53-CA58-E44A-FDEB528C925D}"/>
              </a:ext>
            </a:extLst>
          </p:cNvPr>
          <p:cNvSpPr/>
          <p:nvPr/>
        </p:nvSpPr>
        <p:spPr>
          <a:xfrm>
            <a:off x="2142622" y="2872496"/>
            <a:ext cx="546674" cy="145023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B05232D1-6C44-C529-E34B-FAABFF9B4F42}"/>
              </a:ext>
            </a:extLst>
          </p:cNvPr>
          <p:cNvSpPr txBox="1"/>
          <p:nvPr/>
        </p:nvSpPr>
        <p:spPr>
          <a:xfrm>
            <a:off x="2039752" y="211445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563"/>
          </a:p>
        </p:txBody>
      </p:sp>
      <p:sp>
        <p:nvSpPr>
          <p:cNvPr id="261" name="Val2">
            <a:extLst>
              <a:ext uri="{FF2B5EF4-FFF2-40B4-BE49-F238E27FC236}">
                <a16:creationId xmlns:a16="http://schemas.microsoft.com/office/drawing/2014/main" id="{B05232D1-6C44-C529-E34B-FAABFF9B4F42}"/>
              </a:ext>
            </a:extLst>
          </p:cNvPr>
          <p:cNvSpPr txBox="1"/>
          <p:nvPr/>
        </p:nvSpPr>
        <p:spPr>
          <a:xfrm>
            <a:off x="2039752" y="273533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563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A571C054-BAAE-4A27-DD64-31333330F4DB}"/>
              </a:ext>
            </a:extLst>
          </p:cNvPr>
          <p:cNvSpPr txBox="1"/>
          <p:nvPr/>
        </p:nvSpPr>
        <p:spPr>
          <a:xfrm>
            <a:off x="2005462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2025Q4</a:t>
            </a:r>
            <a:endParaRPr lang="en-US" sz="488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40C20CDC-D643-629E-1D28-A23833C5C7D7}"/>
              </a:ext>
            </a:extLst>
          </p:cNvPr>
          <p:cNvSpPr/>
          <p:nvPr/>
        </p:nvSpPr>
        <p:spPr>
          <a:xfrm>
            <a:off x="2785309" y="2275392"/>
            <a:ext cx="546674" cy="156911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62" name="Bar2">
            <a:extLst>
              <a:ext uri="{FF2B5EF4-FFF2-40B4-BE49-F238E27FC236}">
                <a16:creationId xmlns:a16="http://schemas.microsoft.com/office/drawing/2014/main" id="{40C20CDC-D643-629E-1D28-A23833C5C7D7}"/>
              </a:ext>
            </a:extLst>
          </p:cNvPr>
          <p:cNvSpPr/>
          <p:nvPr/>
        </p:nvSpPr>
        <p:spPr>
          <a:xfrm>
            <a:off x="2785309" y="2898647"/>
            <a:ext cx="546674" cy="11887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1CE01319-F537-2788-3ACE-DCE2C338B071}"/>
              </a:ext>
            </a:extLst>
          </p:cNvPr>
          <p:cNvSpPr txBox="1"/>
          <p:nvPr/>
        </p:nvSpPr>
        <p:spPr>
          <a:xfrm>
            <a:off x="2682439" y="213823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563"/>
          </a:p>
        </p:txBody>
      </p:sp>
      <p:sp>
        <p:nvSpPr>
          <p:cNvPr id="263" name="Val2">
            <a:extLst>
              <a:ext uri="{FF2B5EF4-FFF2-40B4-BE49-F238E27FC236}">
                <a16:creationId xmlns:a16="http://schemas.microsoft.com/office/drawing/2014/main" id="{1CE01319-F537-2788-3ACE-DCE2C338B071}"/>
              </a:ext>
            </a:extLst>
          </p:cNvPr>
          <p:cNvSpPr txBox="1"/>
          <p:nvPr/>
        </p:nvSpPr>
        <p:spPr>
          <a:xfrm>
            <a:off x="2682439" y="2761487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563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984B0454-4EB0-2BF9-4AF6-85EEB80933BA}"/>
              </a:ext>
            </a:extLst>
          </p:cNvPr>
          <p:cNvSpPr txBox="1"/>
          <p:nvPr/>
        </p:nvSpPr>
        <p:spPr>
          <a:xfrm>
            <a:off x="2648149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2026Q1</a:t>
            </a:r>
            <a:endParaRPr lang="en-US" sz="488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AE5A97CF-9701-1496-C6EB-D0931CF90D43}"/>
              </a:ext>
            </a:extLst>
          </p:cNvPr>
          <p:cNvSpPr/>
          <p:nvPr/>
        </p:nvSpPr>
        <p:spPr>
          <a:xfrm>
            <a:off x="3427995" y="2303922"/>
            <a:ext cx="546674" cy="12838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64" name="Bar2">
            <a:extLst>
              <a:ext uri="{FF2B5EF4-FFF2-40B4-BE49-F238E27FC236}">
                <a16:creationId xmlns:a16="http://schemas.microsoft.com/office/drawing/2014/main" id="{AE5A97CF-9701-1496-C6EB-D0931CF90D43}"/>
              </a:ext>
            </a:extLst>
          </p:cNvPr>
          <p:cNvSpPr/>
          <p:nvPr/>
        </p:nvSpPr>
        <p:spPr>
          <a:xfrm>
            <a:off x="3427995" y="2931932"/>
            <a:ext cx="546674" cy="85587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EA3322A8-0D1B-6882-1E62-FB863A140683}"/>
              </a:ext>
            </a:extLst>
          </p:cNvPr>
          <p:cNvSpPr txBox="1"/>
          <p:nvPr/>
        </p:nvSpPr>
        <p:spPr>
          <a:xfrm>
            <a:off x="3325125" y="216676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563"/>
          </a:p>
        </p:txBody>
      </p:sp>
      <p:sp>
        <p:nvSpPr>
          <p:cNvPr id="265" name="Val2">
            <a:extLst>
              <a:ext uri="{FF2B5EF4-FFF2-40B4-BE49-F238E27FC236}">
                <a16:creationId xmlns:a16="http://schemas.microsoft.com/office/drawing/2014/main" id="{EA3322A8-0D1B-6882-1E62-FB863A140683}"/>
              </a:ext>
            </a:extLst>
          </p:cNvPr>
          <p:cNvSpPr txBox="1"/>
          <p:nvPr/>
        </p:nvSpPr>
        <p:spPr>
          <a:xfrm>
            <a:off x="3325125" y="279477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563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842FC3CA-7D21-A44C-C957-18E3EB8C7FAA}"/>
              </a:ext>
            </a:extLst>
          </p:cNvPr>
          <p:cNvSpPr txBox="1"/>
          <p:nvPr/>
        </p:nvSpPr>
        <p:spPr>
          <a:xfrm>
            <a:off x="3290835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2026Q2</a:t>
            </a:r>
            <a:endParaRPr lang="en-US" sz="488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72C103E7-4646-835B-A616-1C945EF79234}"/>
              </a:ext>
            </a:extLst>
          </p:cNvPr>
          <p:cNvSpPr/>
          <p:nvPr/>
        </p:nvSpPr>
        <p:spPr>
          <a:xfrm>
            <a:off x="781812" y="2432304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55" name="Shape 39">
            <a:extLst>
              <a:ext uri="{FF2B5EF4-FFF2-40B4-BE49-F238E27FC236}">
                <a16:creationId xmlns:a16="http://schemas.microsoft.com/office/drawing/2014/main" id="{72C103E7-4646-835B-A616-1C945EF79234}"/>
              </a:ext>
            </a:extLst>
          </p:cNvPr>
          <p:cNvSpPr/>
          <p:nvPr/>
        </p:nvSpPr>
        <p:spPr>
          <a:xfrm>
            <a:off x="781812" y="3017520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D8903937-3FC2-0B1A-E39F-DAA24591384C}"/>
              </a:ext>
            </a:extLst>
          </p:cNvPr>
          <p:cNvSpPr/>
          <p:nvPr/>
        </p:nvSpPr>
        <p:spPr>
          <a:xfrm>
            <a:off x="4283278" y="1069848"/>
            <a:ext cx="3624911" cy="2468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CBE63D0E-7B8D-23AB-8E75-8EB7D1B14A90}"/>
              </a:ext>
            </a:extLst>
          </p:cNvPr>
          <p:cNvSpPr txBox="1"/>
          <p:nvPr/>
        </p:nvSpPr>
        <p:spPr>
          <a:xfrm>
            <a:off x="4365574" y="1069848"/>
            <a:ext cx="1522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en Crecimiento</a:t>
            </a:r>
            <a:endParaRPr lang="en-US" sz="825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4BA4594B-5435-E821-EB54-A49B33F3B30F}"/>
              </a:ext>
            </a:extLst>
          </p:cNvPr>
          <p:cNvSpPr/>
          <p:nvPr/>
        </p:nvSpPr>
        <p:spPr>
          <a:xfrm>
            <a:off x="5877258" y="1104138"/>
            <a:ext cx="1051224" cy="178308"/>
          </a:xfrm>
          <a:prstGeom prst="roundRect">
            <a:avLst>
              <a:gd name="adj" fmla="val 23077"/>
            </a:avLst>
          </a:prstGeom>
          <a:solidFill>
            <a:srgbClr val="0B2E2C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30FC2FEA-11B1-F54B-2FCA-2BEF4DBE38F5}"/>
              </a:ext>
            </a:extLst>
          </p:cNvPr>
          <p:cNvSpPr txBox="1"/>
          <p:nvPr/>
        </p:nvSpPr>
        <p:spPr>
          <a:xfrm>
            <a:off x="5877258" y="1104138"/>
            <a:ext cx="105122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TEA 2,4 pp</a:t>
            </a:r>
            <a:endParaRPr lang="en-US" sz="563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1F5BBD99-FE07-622B-B7BF-C8A1EE552072}"/>
              </a:ext>
            </a:extLst>
          </p:cNvPr>
          <p:cNvSpPr/>
          <p:nvPr/>
        </p:nvSpPr>
        <p:spPr>
          <a:xfrm>
            <a:off x="6983347" y="1104138"/>
            <a:ext cx="869978" cy="17830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57DED3AA-9DF0-EA15-90BF-32ED338A21A4}"/>
              </a:ext>
            </a:extLst>
          </p:cNvPr>
          <p:cNvSpPr txBox="1"/>
          <p:nvPr/>
        </p:nvSpPr>
        <p:spPr>
          <a:xfrm>
            <a:off x="6983347" y="1104138"/>
            <a:ext cx="8699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-34 pp</a:t>
            </a:r>
            <a:endParaRPr lang="en-US" sz="563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68D798AA-88A2-CBB9-F754-47C012C529C7}"/>
              </a:ext>
            </a:extLst>
          </p:cNvPr>
          <p:cNvSpPr/>
          <p:nvPr/>
        </p:nvSpPr>
        <p:spPr>
          <a:xfrm>
            <a:off x="4283278" y="1316736"/>
            <a:ext cx="3624911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DD591B86-4674-8983-57CE-8B7254EDEB55}"/>
              </a:ext>
            </a:extLst>
          </p:cNvPr>
          <p:cNvSpPr txBox="1"/>
          <p:nvPr/>
        </p:nvSpPr>
        <p:spPr>
          <a:xfrm>
            <a:off x="4324427" y="1412748"/>
            <a:ext cx="274320" cy="50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525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5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6D62D1CD-F86E-9724-CD3D-17ACFCD7AD19}"/>
              </a:ext>
            </a:extLst>
          </p:cNvPr>
          <p:cNvSpPr/>
          <p:nvPr/>
        </p:nvSpPr>
        <p:spPr>
          <a:xfrm>
            <a:off x="4598747" y="1603291"/>
            <a:ext cx="803357" cy="19343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B5976758-5396-0E31-F892-BF2B80540870}"/>
              </a:ext>
            </a:extLst>
          </p:cNvPr>
          <p:cNvSpPr/>
          <p:nvPr/>
        </p:nvSpPr>
        <p:spPr>
          <a:xfrm>
            <a:off x="5402104" y="1622634"/>
            <a:ext cx="803357" cy="45135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12396AFC-75CE-B819-43E5-3674C6A1264F}"/>
              </a:ext>
            </a:extLst>
          </p:cNvPr>
          <p:cNvSpPr/>
          <p:nvPr/>
        </p:nvSpPr>
        <p:spPr>
          <a:xfrm>
            <a:off x="6205462" y="1667770"/>
            <a:ext cx="803357" cy="0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ED1267C6-B00D-3505-E28D-6460AE2AE13F}"/>
              </a:ext>
            </a:extLst>
          </p:cNvPr>
          <p:cNvSpPr/>
          <p:nvPr/>
        </p:nvSpPr>
        <p:spPr>
          <a:xfrm flipV="1">
            <a:off x="7008820" y="1635530"/>
            <a:ext cx="803357" cy="32239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0490B8CB-51F7-9372-B80A-7E4E5F0BDE73}"/>
              </a:ext>
            </a:extLst>
          </p:cNvPr>
          <p:cNvSpPr/>
          <p:nvPr/>
        </p:nvSpPr>
        <p:spPr>
          <a:xfrm flipV="1">
            <a:off x="4598747" y="1782502"/>
            <a:ext cx="803357" cy="7797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B4B1DB72-945A-83F5-E9E8-7B34424F110E}"/>
              </a:ext>
            </a:extLst>
          </p:cNvPr>
          <p:cNvSpPr/>
          <p:nvPr/>
        </p:nvSpPr>
        <p:spPr>
          <a:xfrm>
            <a:off x="5402104" y="1782502"/>
            <a:ext cx="803357" cy="11947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96B5CC09-65F2-E7CE-6509-86E29B793516}"/>
              </a:ext>
            </a:extLst>
          </p:cNvPr>
          <p:cNvSpPr/>
          <p:nvPr/>
        </p:nvSpPr>
        <p:spPr>
          <a:xfrm>
            <a:off x="6205462" y="1794450"/>
            <a:ext cx="803357" cy="49062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D2C9F69F-0C3B-2428-F529-6602A96AE821}"/>
              </a:ext>
            </a:extLst>
          </p:cNvPr>
          <p:cNvSpPr/>
          <p:nvPr/>
        </p:nvSpPr>
        <p:spPr>
          <a:xfrm flipV="1">
            <a:off x="7008820" y="1773323"/>
            <a:ext cx="803357" cy="70189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0B4CC508-BA5F-3BD0-1FF1-667B0BB073F2}"/>
              </a:ext>
            </a:extLst>
          </p:cNvPr>
          <p:cNvSpPr txBox="1"/>
          <p:nvPr/>
        </p:nvSpPr>
        <p:spPr>
          <a:xfrm>
            <a:off x="4358717" y="1452415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</a:t>
            </a:r>
            <a:endParaRPr lang="en-US" sz="525"/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99BE23F2-2D5E-C211-7342-8279290AAE1E}"/>
              </a:ext>
            </a:extLst>
          </p:cNvPr>
          <p:cNvSpPr txBox="1"/>
          <p:nvPr/>
        </p:nvSpPr>
        <p:spPr>
          <a:xfrm>
            <a:off x="7572146" y="1484655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</a:t>
            </a:r>
            <a:endParaRPr lang="en-US" sz="525"/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6BF0E062-C798-F0F2-0B16-6CC370C84BE9}"/>
              </a:ext>
            </a:extLst>
          </p:cNvPr>
          <p:cNvSpPr txBox="1"/>
          <p:nvPr/>
        </p:nvSpPr>
        <p:spPr>
          <a:xfrm>
            <a:off x="4358717" y="1831447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18,3</a:t>
            </a:r>
            <a:endParaRPr lang="en-US" sz="525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290266CB-A45A-2F84-27AD-D8BD54EB0F1E}"/>
              </a:ext>
            </a:extLst>
          </p:cNvPr>
          <p:cNvSpPr txBox="1"/>
          <p:nvPr/>
        </p:nvSpPr>
        <p:spPr>
          <a:xfrm>
            <a:off x="7572146" y="1814471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</a:t>
            </a:r>
            <a:endParaRPr lang="en-US" sz="525"/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CFC93DC6-D3E2-3D52-CA8A-CF03B9314DD3}"/>
              </a:ext>
            </a:extLst>
          </p:cNvPr>
          <p:cNvSpPr txBox="1"/>
          <p:nvPr/>
        </p:nvSpPr>
        <p:spPr>
          <a:xfrm>
            <a:off x="4328998" y="1975104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525" dirty="0"/>
          </a:p>
        </p:txBody>
      </p:sp>
      <p:sp>
        <p:nvSpPr>
          <p:cNvPr id="266" name="Heading2">
            <a:extLst>
              <a:ext uri="{FF2B5EF4-FFF2-40B4-BE49-F238E27FC236}">
                <a16:creationId xmlns:a16="http://schemas.microsoft.com/office/drawing/2014/main" id="{CFC93DC6-D3E2-3D52-CA8A-CF03B9314DD3}"/>
              </a:ext>
            </a:extLst>
          </p:cNvPr>
          <p:cNvSpPr txBox="1"/>
          <p:nvPr/>
        </p:nvSpPr>
        <p:spPr>
          <a:xfrm>
            <a:off x="4328998" y="248716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525" dirty="0"/>
          </a:p>
        </p:txBody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54600C47-7FC7-8A97-32EF-49BFF2243EF4}"/>
              </a:ext>
            </a:extLst>
          </p:cNvPr>
          <p:cNvSpPr/>
          <p:nvPr/>
        </p:nvSpPr>
        <p:spPr>
          <a:xfrm>
            <a:off x="4646753" y="2284902"/>
            <a:ext cx="546674" cy="147401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68" name="Bar2">
            <a:extLst>
              <a:ext uri="{FF2B5EF4-FFF2-40B4-BE49-F238E27FC236}">
                <a16:creationId xmlns:a16="http://schemas.microsoft.com/office/drawing/2014/main" id="{54600C47-7FC7-8A97-32EF-49BFF2243EF4}"/>
              </a:ext>
            </a:extLst>
          </p:cNvPr>
          <p:cNvSpPr/>
          <p:nvPr/>
        </p:nvSpPr>
        <p:spPr>
          <a:xfrm>
            <a:off x="4646753" y="2924799"/>
            <a:ext cx="546674" cy="92720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BEB668FA-976D-1F67-5A7C-8BB0F44738CA}"/>
              </a:ext>
            </a:extLst>
          </p:cNvPr>
          <p:cNvSpPr txBox="1"/>
          <p:nvPr/>
        </p:nvSpPr>
        <p:spPr>
          <a:xfrm>
            <a:off x="4543883" y="214774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563"/>
          </a:p>
        </p:txBody>
      </p:sp>
      <p:sp>
        <p:nvSpPr>
          <p:cNvPr id="269" name="Val2">
            <a:extLst>
              <a:ext uri="{FF2B5EF4-FFF2-40B4-BE49-F238E27FC236}">
                <a16:creationId xmlns:a16="http://schemas.microsoft.com/office/drawing/2014/main" id="{BEB668FA-976D-1F67-5A7C-8BB0F44738CA}"/>
              </a:ext>
            </a:extLst>
          </p:cNvPr>
          <p:cNvSpPr txBox="1"/>
          <p:nvPr/>
        </p:nvSpPr>
        <p:spPr>
          <a:xfrm>
            <a:off x="4543883" y="2787639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563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682275B2-1E59-7B96-6617-D2E4681F4E14}"/>
              </a:ext>
            </a:extLst>
          </p:cNvPr>
          <p:cNvSpPr txBox="1"/>
          <p:nvPr/>
        </p:nvSpPr>
        <p:spPr>
          <a:xfrm>
            <a:off x="4509593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2025Q2</a:t>
            </a:r>
            <a:endParaRPr lang="en-US" sz="488"/>
          </a:p>
        </p:txBody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C4CFD913-9EEC-3B26-2C76-E2FB15DA845D}"/>
              </a:ext>
            </a:extLst>
          </p:cNvPr>
          <p:cNvSpPr/>
          <p:nvPr/>
        </p:nvSpPr>
        <p:spPr>
          <a:xfrm>
            <a:off x="5289439" y="2334828"/>
            <a:ext cx="546674" cy="97475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70" name="Bar2">
            <a:extLst>
              <a:ext uri="{FF2B5EF4-FFF2-40B4-BE49-F238E27FC236}">
                <a16:creationId xmlns:a16="http://schemas.microsoft.com/office/drawing/2014/main" id="{C4CFD913-9EEC-3B26-2C76-E2FB15DA845D}"/>
              </a:ext>
            </a:extLst>
          </p:cNvPr>
          <p:cNvSpPr/>
          <p:nvPr/>
        </p:nvSpPr>
        <p:spPr>
          <a:xfrm>
            <a:off x="5289439" y="2950951"/>
            <a:ext cx="546674" cy="6656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074867C5-7D1A-0F04-ACD4-2160794E78DB}"/>
              </a:ext>
            </a:extLst>
          </p:cNvPr>
          <p:cNvSpPr txBox="1"/>
          <p:nvPr/>
        </p:nvSpPr>
        <p:spPr>
          <a:xfrm>
            <a:off x="5186569" y="219766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563"/>
          </a:p>
        </p:txBody>
      </p:sp>
      <p:sp>
        <p:nvSpPr>
          <p:cNvPr id="271" name="Val2">
            <a:extLst>
              <a:ext uri="{FF2B5EF4-FFF2-40B4-BE49-F238E27FC236}">
                <a16:creationId xmlns:a16="http://schemas.microsoft.com/office/drawing/2014/main" id="{074867C5-7D1A-0F04-ACD4-2160794E78DB}"/>
              </a:ext>
            </a:extLst>
          </p:cNvPr>
          <p:cNvSpPr txBox="1"/>
          <p:nvPr/>
        </p:nvSpPr>
        <p:spPr>
          <a:xfrm>
            <a:off x="5186569" y="2813791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563"/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625B17E8-8B59-18F4-484B-6483920BFE05}"/>
              </a:ext>
            </a:extLst>
          </p:cNvPr>
          <p:cNvSpPr txBox="1"/>
          <p:nvPr/>
        </p:nvSpPr>
        <p:spPr>
          <a:xfrm>
            <a:off x="5152279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2025Q3</a:t>
            </a:r>
            <a:endParaRPr lang="en-US" sz="488"/>
          </a:p>
        </p:txBody>
      </p:sp>
      <p:sp>
        <p:nvSpPr>
          <p:cNvPr id="70" name="Shape 67">
            <a:extLst>
              <a:ext uri="{FF2B5EF4-FFF2-40B4-BE49-F238E27FC236}">
                <a16:creationId xmlns:a16="http://schemas.microsoft.com/office/drawing/2014/main" id="{05642B47-5B49-A506-5887-60AA258E916F}"/>
              </a:ext>
            </a:extLst>
          </p:cNvPr>
          <p:cNvSpPr/>
          <p:nvPr/>
        </p:nvSpPr>
        <p:spPr>
          <a:xfrm>
            <a:off x="5932125" y="2341961"/>
            <a:ext cx="546674" cy="9034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72" name="Bar2">
            <a:extLst>
              <a:ext uri="{FF2B5EF4-FFF2-40B4-BE49-F238E27FC236}">
                <a16:creationId xmlns:a16="http://schemas.microsoft.com/office/drawing/2014/main" id="{05642B47-5B49-A506-5887-60AA258E916F}"/>
              </a:ext>
            </a:extLst>
          </p:cNvPr>
          <p:cNvSpPr/>
          <p:nvPr/>
        </p:nvSpPr>
        <p:spPr>
          <a:xfrm>
            <a:off x="5932125" y="2960461"/>
            <a:ext cx="546674" cy="5705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A9B729D7-DCCB-D987-8E32-0286430488A4}"/>
              </a:ext>
            </a:extLst>
          </p:cNvPr>
          <p:cNvSpPr txBox="1"/>
          <p:nvPr/>
        </p:nvSpPr>
        <p:spPr>
          <a:xfrm>
            <a:off x="5829255" y="2204801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563"/>
          </a:p>
        </p:txBody>
      </p:sp>
      <p:sp>
        <p:nvSpPr>
          <p:cNvPr id="273" name="Val2">
            <a:extLst>
              <a:ext uri="{FF2B5EF4-FFF2-40B4-BE49-F238E27FC236}">
                <a16:creationId xmlns:a16="http://schemas.microsoft.com/office/drawing/2014/main" id="{A9B729D7-DCCB-D987-8E32-0286430488A4}"/>
              </a:ext>
            </a:extLst>
          </p:cNvPr>
          <p:cNvSpPr txBox="1"/>
          <p:nvPr/>
        </p:nvSpPr>
        <p:spPr>
          <a:xfrm>
            <a:off x="5829255" y="2823301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563"/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E136BA01-3322-6FC6-E217-0F451F8AF3B0}"/>
              </a:ext>
            </a:extLst>
          </p:cNvPr>
          <p:cNvSpPr txBox="1"/>
          <p:nvPr/>
        </p:nvSpPr>
        <p:spPr>
          <a:xfrm>
            <a:off x="5794965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2025Q4</a:t>
            </a:r>
            <a:endParaRPr lang="en-US" sz="488"/>
          </a:p>
        </p:txBody>
      </p:sp>
      <p:sp>
        <p:nvSpPr>
          <p:cNvPr id="73" name="Shape 70">
            <a:extLst>
              <a:ext uri="{FF2B5EF4-FFF2-40B4-BE49-F238E27FC236}">
                <a16:creationId xmlns:a16="http://schemas.microsoft.com/office/drawing/2014/main" id="{0894FD19-7A68-CD7B-2664-2E3B323DBCAF}"/>
              </a:ext>
            </a:extLst>
          </p:cNvPr>
          <p:cNvSpPr/>
          <p:nvPr/>
        </p:nvSpPr>
        <p:spPr>
          <a:xfrm>
            <a:off x="6574811" y="2365735"/>
            <a:ext cx="546674" cy="6656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74" name="Bar2">
            <a:extLst>
              <a:ext uri="{FF2B5EF4-FFF2-40B4-BE49-F238E27FC236}">
                <a16:creationId xmlns:a16="http://schemas.microsoft.com/office/drawing/2014/main" id="{0894FD19-7A68-CD7B-2664-2E3B323DBCAF}"/>
              </a:ext>
            </a:extLst>
          </p:cNvPr>
          <p:cNvSpPr/>
          <p:nvPr/>
        </p:nvSpPr>
        <p:spPr>
          <a:xfrm>
            <a:off x="6574811" y="2972348"/>
            <a:ext cx="546674" cy="45171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85EDC386-0687-DD51-6CAE-672BCE9CB512}"/>
              </a:ext>
            </a:extLst>
          </p:cNvPr>
          <p:cNvSpPr txBox="1"/>
          <p:nvPr/>
        </p:nvSpPr>
        <p:spPr>
          <a:xfrm>
            <a:off x="6471941" y="2228575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563"/>
          </a:p>
        </p:txBody>
      </p:sp>
      <p:sp>
        <p:nvSpPr>
          <p:cNvPr id="275" name="Val2">
            <a:extLst>
              <a:ext uri="{FF2B5EF4-FFF2-40B4-BE49-F238E27FC236}">
                <a16:creationId xmlns:a16="http://schemas.microsoft.com/office/drawing/2014/main" id="{85EDC386-0687-DD51-6CAE-672BCE9CB512}"/>
              </a:ext>
            </a:extLst>
          </p:cNvPr>
          <p:cNvSpPr txBox="1"/>
          <p:nvPr/>
        </p:nvSpPr>
        <p:spPr>
          <a:xfrm>
            <a:off x="6471941" y="283518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563"/>
          </a:p>
        </p:txBody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9CE1444B-1451-84D1-6C04-D287E07E14E4}"/>
              </a:ext>
            </a:extLst>
          </p:cNvPr>
          <p:cNvSpPr txBox="1"/>
          <p:nvPr/>
        </p:nvSpPr>
        <p:spPr>
          <a:xfrm>
            <a:off x="6437651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2026Q1</a:t>
            </a:r>
            <a:endParaRPr lang="en-US" sz="488"/>
          </a:p>
        </p:txBody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D3B60505-9657-4201-3080-8D3C51B41BE1}"/>
              </a:ext>
            </a:extLst>
          </p:cNvPr>
          <p:cNvSpPr/>
          <p:nvPr/>
        </p:nvSpPr>
        <p:spPr>
          <a:xfrm>
            <a:off x="7217497" y="2363358"/>
            <a:ext cx="546674" cy="68945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76" name="Bar2">
            <a:extLst>
              <a:ext uri="{FF2B5EF4-FFF2-40B4-BE49-F238E27FC236}">
                <a16:creationId xmlns:a16="http://schemas.microsoft.com/office/drawing/2014/main" id="{D3B60505-9657-4201-3080-8D3C51B41BE1}"/>
              </a:ext>
            </a:extLst>
          </p:cNvPr>
          <p:cNvSpPr/>
          <p:nvPr/>
        </p:nvSpPr>
        <p:spPr>
          <a:xfrm>
            <a:off x="7217497" y="2979480"/>
            <a:ext cx="546674" cy="38039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B344399B-C1FA-278D-FDB5-A1DB01525610}"/>
              </a:ext>
            </a:extLst>
          </p:cNvPr>
          <p:cNvSpPr txBox="1"/>
          <p:nvPr/>
        </p:nvSpPr>
        <p:spPr>
          <a:xfrm>
            <a:off x="7114627" y="222619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563"/>
          </a:p>
        </p:txBody>
      </p:sp>
      <p:sp>
        <p:nvSpPr>
          <p:cNvPr id="277" name="Val2">
            <a:extLst>
              <a:ext uri="{FF2B5EF4-FFF2-40B4-BE49-F238E27FC236}">
                <a16:creationId xmlns:a16="http://schemas.microsoft.com/office/drawing/2014/main" id="{B344399B-C1FA-278D-FDB5-A1DB01525610}"/>
              </a:ext>
            </a:extLst>
          </p:cNvPr>
          <p:cNvSpPr txBox="1"/>
          <p:nvPr/>
        </p:nvSpPr>
        <p:spPr>
          <a:xfrm>
            <a:off x="7114627" y="284232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563"/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C6D7598A-32F4-6809-E36F-48E54764BC19}"/>
              </a:ext>
            </a:extLst>
          </p:cNvPr>
          <p:cNvSpPr txBox="1"/>
          <p:nvPr/>
        </p:nvSpPr>
        <p:spPr>
          <a:xfrm>
            <a:off x="7080337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2026Q2</a:t>
            </a:r>
            <a:endParaRPr lang="en-US" sz="488"/>
          </a:p>
        </p:txBody>
      </p:sp>
      <p:sp>
        <p:nvSpPr>
          <p:cNvPr id="79" name="Shape 76">
            <a:extLst>
              <a:ext uri="{FF2B5EF4-FFF2-40B4-BE49-F238E27FC236}">
                <a16:creationId xmlns:a16="http://schemas.microsoft.com/office/drawing/2014/main" id="{95D34375-F179-2E90-1046-E10BE0A5185B}"/>
              </a:ext>
            </a:extLst>
          </p:cNvPr>
          <p:cNvSpPr/>
          <p:nvPr/>
        </p:nvSpPr>
        <p:spPr>
          <a:xfrm>
            <a:off x="4571314" y="2432304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67" name="Shape 76">
            <a:extLst>
              <a:ext uri="{FF2B5EF4-FFF2-40B4-BE49-F238E27FC236}">
                <a16:creationId xmlns:a16="http://schemas.microsoft.com/office/drawing/2014/main" id="{95D34375-F179-2E90-1046-E10BE0A5185B}"/>
              </a:ext>
            </a:extLst>
          </p:cNvPr>
          <p:cNvSpPr/>
          <p:nvPr/>
        </p:nvSpPr>
        <p:spPr>
          <a:xfrm>
            <a:off x="4571314" y="3017520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0" name="Shape 77">
            <a:extLst>
              <a:ext uri="{FF2B5EF4-FFF2-40B4-BE49-F238E27FC236}">
                <a16:creationId xmlns:a16="http://schemas.microsoft.com/office/drawing/2014/main" id="{1363CC84-D421-CE71-EB59-45C2D9FD31C8}"/>
              </a:ext>
            </a:extLst>
          </p:cNvPr>
          <p:cNvSpPr/>
          <p:nvPr/>
        </p:nvSpPr>
        <p:spPr>
          <a:xfrm>
            <a:off x="8072780" y="1069848"/>
            <a:ext cx="3624911" cy="2468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1" name="Text 78">
            <a:extLst>
              <a:ext uri="{FF2B5EF4-FFF2-40B4-BE49-F238E27FC236}">
                <a16:creationId xmlns:a16="http://schemas.microsoft.com/office/drawing/2014/main" id="{267FCCE4-6244-DFA9-01A6-21FF66441D00}"/>
              </a:ext>
            </a:extLst>
          </p:cNvPr>
          <p:cNvSpPr txBox="1"/>
          <p:nvPr/>
        </p:nvSpPr>
        <p:spPr>
          <a:xfrm>
            <a:off x="8155076" y="1069848"/>
            <a:ext cx="1522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Estratégica</a:t>
            </a:r>
            <a:endParaRPr lang="en-US" sz="825"/>
          </a:p>
        </p:txBody>
      </p:sp>
      <p:sp>
        <p:nvSpPr>
          <p:cNvPr id="82" name="Shape 79">
            <a:extLst>
              <a:ext uri="{FF2B5EF4-FFF2-40B4-BE49-F238E27FC236}">
                <a16:creationId xmlns:a16="http://schemas.microsoft.com/office/drawing/2014/main" id="{487FBC4C-0577-088F-80DA-8650B117DC2C}"/>
              </a:ext>
            </a:extLst>
          </p:cNvPr>
          <p:cNvSpPr/>
          <p:nvPr/>
        </p:nvSpPr>
        <p:spPr>
          <a:xfrm>
            <a:off x="9666761" y="1104138"/>
            <a:ext cx="1051224" cy="178308"/>
          </a:xfrm>
          <a:prstGeom prst="roundRect">
            <a:avLst>
              <a:gd name="adj" fmla="val 23077"/>
            </a:avLst>
          </a:prstGeom>
          <a:solidFill>
            <a:srgbClr val="0B2E2C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56BBCBF8-FA92-8956-2043-978D2EC9BD86}"/>
              </a:ext>
            </a:extLst>
          </p:cNvPr>
          <p:cNvSpPr txBox="1"/>
          <p:nvPr/>
        </p:nvSpPr>
        <p:spPr>
          <a:xfrm>
            <a:off x="9666761" y="1104138"/>
            <a:ext cx="105122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TEA 2,8 pp</a:t>
            </a:r>
            <a:endParaRPr lang="en-US" sz="563"/>
          </a:p>
        </p:txBody>
      </p:sp>
      <p:sp>
        <p:nvSpPr>
          <p:cNvPr id="84" name="Shape 81">
            <a:extLst>
              <a:ext uri="{FF2B5EF4-FFF2-40B4-BE49-F238E27FC236}">
                <a16:creationId xmlns:a16="http://schemas.microsoft.com/office/drawing/2014/main" id="{323B2044-C159-7C64-F8C2-DEEFCF9C74A6}"/>
              </a:ext>
            </a:extLst>
          </p:cNvPr>
          <p:cNvSpPr/>
          <p:nvPr/>
        </p:nvSpPr>
        <p:spPr>
          <a:xfrm>
            <a:off x="10772849" y="1104138"/>
            <a:ext cx="869978" cy="17830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5" name="Text 82">
            <a:extLst>
              <a:ext uri="{FF2B5EF4-FFF2-40B4-BE49-F238E27FC236}">
                <a16:creationId xmlns:a16="http://schemas.microsoft.com/office/drawing/2014/main" id="{32B3398D-6EC2-587F-C431-D07B4B91307B}"/>
              </a:ext>
            </a:extLst>
          </p:cNvPr>
          <p:cNvSpPr txBox="1"/>
          <p:nvPr/>
        </p:nvSpPr>
        <p:spPr>
          <a:xfrm>
            <a:off x="10772849" y="1104138"/>
            <a:ext cx="8699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-30 pp</a:t>
            </a:r>
            <a:endParaRPr lang="en-US" sz="563"/>
          </a:p>
        </p:txBody>
      </p:sp>
      <p:sp>
        <p:nvSpPr>
          <p:cNvPr id="86" name="Shape 83">
            <a:extLst>
              <a:ext uri="{FF2B5EF4-FFF2-40B4-BE49-F238E27FC236}">
                <a16:creationId xmlns:a16="http://schemas.microsoft.com/office/drawing/2014/main" id="{5346B664-24B2-0DCB-B91F-380B74E9143E}"/>
              </a:ext>
            </a:extLst>
          </p:cNvPr>
          <p:cNvSpPr/>
          <p:nvPr/>
        </p:nvSpPr>
        <p:spPr>
          <a:xfrm>
            <a:off x="8072780" y="1316736"/>
            <a:ext cx="3624911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7" name="Text 84">
            <a:extLst>
              <a:ext uri="{FF2B5EF4-FFF2-40B4-BE49-F238E27FC236}">
                <a16:creationId xmlns:a16="http://schemas.microsoft.com/office/drawing/2014/main" id="{729B008E-8887-D111-A557-268307048C1F}"/>
              </a:ext>
            </a:extLst>
          </p:cNvPr>
          <p:cNvSpPr txBox="1"/>
          <p:nvPr/>
        </p:nvSpPr>
        <p:spPr>
          <a:xfrm>
            <a:off x="8113928" y="1412748"/>
            <a:ext cx="274320" cy="50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525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5"/>
          </a:p>
        </p:txBody>
      </p:sp>
      <p:sp>
        <p:nvSpPr>
          <p:cNvPr id="88" name="Shape 85">
            <a:extLst>
              <a:ext uri="{FF2B5EF4-FFF2-40B4-BE49-F238E27FC236}">
                <a16:creationId xmlns:a16="http://schemas.microsoft.com/office/drawing/2014/main" id="{BD78993A-A519-396F-5E0C-A75B78E49CC2}"/>
              </a:ext>
            </a:extLst>
          </p:cNvPr>
          <p:cNvSpPr/>
          <p:nvPr/>
        </p:nvSpPr>
        <p:spPr>
          <a:xfrm>
            <a:off x="8388249" y="1600269"/>
            <a:ext cx="803357" cy="31346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9" name="Shape 86">
            <a:extLst>
              <a:ext uri="{FF2B5EF4-FFF2-40B4-BE49-F238E27FC236}">
                <a16:creationId xmlns:a16="http://schemas.microsoft.com/office/drawing/2014/main" id="{CFEB4291-0CA0-DB5F-FBCE-B046604C0464}"/>
              </a:ext>
            </a:extLst>
          </p:cNvPr>
          <p:cNvSpPr/>
          <p:nvPr/>
        </p:nvSpPr>
        <p:spPr>
          <a:xfrm>
            <a:off x="9191607" y="1631615"/>
            <a:ext cx="803357" cy="50153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0" name="Shape 87">
            <a:extLst>
              <a:ext uri="{FF2B5EF4-FFF2-40B4-BE49-F238E27FC236}">
                <a16:creationId xmlns:a16="http://schemas.microsoft.com/office/drawing/2014/main" id="{C44A8C9D-B695-75B1-54F6-7278866AFDD7}"/>
              </a:ext>
            </a:extLst>
          </p:cNvPr>
          <p:cNvSpPr/>
          <p:nvPr/>
        </p:nvSpPr>
        <p:spPr>
          <a:xfrm flipV="1">
            <a:off x="9994964" y="1669230"/>
            <a:ext cx="803357" cy="12538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1" name="Shape 88">
            <a:extLst>
              <a:ext uri="{FF2B5EF4-FFF2-40B4-BE49-F238E27FC236}">
                <a16:creationId xmlns:a16="http://schemas.microsoft.com/office/drawing/2014/main" id="{3F312179-DDE4-E7D0-031E-AF3EB70EF2B5}"/>
              </a:ext>
            </a:extLst>
          </p:cNvPr>
          <p:cNvSpPr/>
          <p:nvPr/>
        </p:nvSpPr>
        <p:spPr>
          <a:xfrm flipV="1">
            <a:off x="10798321" y="1650422"/>
            <a:ext cx="803357" cy="18807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2" name="Shape 89">
            <a:extLst>
              <a:ext uri="{FF2B5EF4-FFF2-40B4-BE49-F238E27FC236}">
                <a16:creationId xmlns:a16="http://schemas.microsoft.com/office/drawing/2014/main" id="{F3076351-A102-81AE-B68A-ADDFC1BC40D1}"/>
              </a:ext>
            </a:extLst>
          </p:cNvPr>
          <p:cNvSpPr/>
          <p:nvPr/>
        </p:nvSpPr>
        <p:spPr>
          <a:xfrm flipV="1">
            <a:off x="8388249" y="1818323"/>
            <a:ext cx="803357" cy="6848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3" name="Shape 90">
            <a:extLst>
              <a:ext uri="{FF2B5EF4-FFF2-40B4-BE49-F238E27FC236}">
                <a16:creationId xmlns:a16="http://schemas.microsoft.com/office/drawing/2014/main" id="{29B32B37-FE05-5B2F-64D7-2FFB4F4450E5}"/>
              </a:ext>
            </a:extLst>
          </p:cNvPr>
          <p:cNvSpPr/>
          <p:nvPr/>
        </p:nvSpPr>
        <p:spPr>
          <a:xfrm>
            <a:off x="9191607" y="1818323"/>
            <a:ext cx="803357" cy="2626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4" name="Shape 91">
            <a:extLst>
              <a:ext uri="{FF2B5EF4-FFF2-40B4-BE49-F238E27FC236}">
                <a16:creationId xmlns:a16="http://schemas.microsoft.com/office/drawing/2014/main" id="{6E5F51D3-3F3F-C0B8-5A16-4069A071DFF5}"/>
              </a:ext>
            </a:extLst>
          </p:cNvPr>
          <p:cNvSpPr/>
          <p:nvPr/>
        </p:nvSpPr>
        <p:spPr>
          <a:xfrm>
            <a:off x="9994964" y="1820949"/>
            <a:ext cx="803357" cy="24830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5" name="Shape 92">
            <a:extLst>
              <a:ext uri="{FF2B5EF4-FFF2-40B4-BE49-F238E27FC236}">
                <a16:creationId xmlns:a16="http://schemas.microsoft.com/office/drawing/2014/main" id="{B9703024-8A59-47D4-5B77-C91338ED8303}"/>
              </a:ext>
            </a:extLst>
          </p:cNvPr>
          <p:cNvSpPr/>
          <p:nvPr/>
        </p:nvSpPr>
        <p:spPr>
          <a:xfrm flipV="1">
            <a:off x="10798321" y="1801150"/>
            <a:ext cx="803357" cy="44629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6" name="Text 93">
            <a:extLst>
              <a:ext uri="{FF2B5EF4-FFF2-40B4-BE49-F238E27FC236}">
                <a16:creationId xmlns:a16="http://schemas.microsoft.com/office/drawing/2014/main" id="{818997C8-37F9-B664-DFDA-A7A369DA8EF2}"/>
              </a:ext>
            </a:extLst>
          </p:cNvPr>
          <p:cNvSpPr txBox="1"/>
          <p:nvPr/>
        </p:nvSpPr>
        <p:spPr>
          <a:xfrm>
            <a:off x="8148218" y="1449393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</a:t>
            </a:r>
            <a:endParaRPr lang="en-US" sz="525"/>
          </a:p>
        </p:txBody>
      </p:sp>
      <p:sp>
        <p:nvSpPr>
          <p:cNvPr id="97" name="Text 94">
            <a:extLst>
              <a:ext uri="{FF2B5EF4-FFF2-40B4-BE49-F238E27FC236}">
                <a16:creationId xmlns:a16="http://schemas.microsoft.com/office/drawing/2014/main" id="{8CF33322-BE77-C623-42B4-66FAE30972C2}"/>
              </a:ext>
            </a:extLst>
          </p:cNvPr>
          <p:cNvSpPr txBox="1"/>
          <p:nvPr/>
        </p:nvSpPr>
        <p:spPr>
          <a:xfrm>
            <a:off x="11361649" y="1499546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</a:t>
            </a:r>
            <a:endParaRPr lang="en-US" sz="525"/>
          </a:p>
        </p:txBody>
      </p:sp>
      <p:sp>
        <p:nvSpPr>
          <p:cNvPr id="98" name="Text 95">
            <a:extLst>
              <a:ext uri="{FF2B5EF4-FFF2-40B4-BE49-F238E27FC236}">
                <a16:creationId xmlns:a16="http://schemas.microsoft.com/office/drawing/2014/main" id="{68C6534C-F0CE-4E6E-001D-2BD5CA7A0AFC}"/>
              </a:ext>
            </a:extLst>
          </p:cNvPr>
          <p:cNvSpPr txBox="1"/>
          <p:nvPr/>
        </p:nvSpPr>
        <p:spPr>
          <a:xfrm>
            <a:off x="8148218" y="1866319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</a:t>
            </a:r>
            <a:endParaRPr lang="en-US" sz="525"/>
          </a:p>
        </p:txBody>
      </p:sp>
      <p:sp>
        <p:nvSpPr>
          <p:cNvPr id="99" name="Text 96">
            <a:extLst>
              <a:ext uri="{FF2B5EF4-FFF2-40B4-BE49-F238E27FC236}">
                <a16:creationId xmlns:a16="http://schemas.microsoft.com/office/drawing/2014/main" id="{54BA77DB-5E56-4518-03BC-11222D572AE2}"/>
              </a:ext>
            </a:extLst>
          </p:cNvPr>
          <p:cNvSpPr txBox="1"/>
          <p:nvPr/>
        </p:nvSpPr>
        <p:spPr>
          <a:xfrm>
            <a:off x="11361649" y="1842298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</a:t>
            </a:r>
            <a:endParaRPr lang="en-US" sz="525"/>
          </a:p>
        </p:txBody>
      </p:sp>
      <p:sp>
        <p:nvSpPr>
          <p:cNvPr id="100" name="Text 97">
            <a:extLst>
              <a:ext uri="{FF2B5EF4-FFF2-40B4-BE49-F238E27FC236}">
                <a16:creationId xmlns:a16="http://schemas.microsoft.com/office/drawing/2014/main" id="{6BC64537-6EFC-21D5-264C-DE957DE41A27}"/>
              </a:ext>
            </a:extLst>
          </p:cNvPr>
          <p:cNvSpPr txBox="1"/>
          <p:nvPr/>
        </p:nvSpPr>
        <p:spPr>
          <a:xfrm>
            <a:off x="8118500" y="1975104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525" dirty="0"/>
          </a:p>
        </p:txBody>
      </p:sp>
      <p:sp>
        <p:nvSpPr>
          <p:cNvPr id="278" name="Heading2">
            <a:extLst>
              <a:ext uri="{FF2B5EF4-FFF2-40B4-BE49-F238E27FC236}">
                <a16:creationId xmlns:a16="http://schemas.microsoft.com/office/drawing/2014/main" id="{6BC64537-6EFC-21D5-264C-DE957DE41A27}"/>
              </a:ext>
            </a:extLst>
          </p:cNvPr>
          <p:cNvSpPr txBox="1"/>
          <p:nvPr/>
        </p:nvSpPr>
        <p:spPr>
          <a:xfrm>
            <a:off x="8118500" y="248716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525" dirty="0"/>
          </a:p>
        </p:txBody>
      </p:sp>
      <p:sp>
        <p:nvSpPr>
          <p:cNvPr id="101" name="Shape 98">
            <a:extLst>
              <a:ext uri="{FF2B5EF4-FFF2-40B4-BE49-F238E27FC236}">
                <a16:creationId xmlns:a16="http://schemas.microsoft.com/office/drawing/2014/main" id="{5DC64635-4CF1-8099-1AC5-E617C435F584}"/>
              </a:ext>
            </a:extLst>
          </p:cNvPr>
          <p:cNvSpPr/>
          <p:nvPr/>
        </p:nvSpPr>
        <p:spPr>
          <a:xfrm>
            <a:off x="8436255" y="2239730"/>
            <a:ext cx="546674" cy="192573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80" name="Bar2">
            <a:extLst>
              <a:ext uri="{FF2B5EF4-FFF2-40B4-BE49-F238E27FC236}">
                <a16:creationId xmlns:a16="http://schemas.microsoft.com/office/drawing/2014/main" id="{5DC64635-4CF1-8099-1AC5-E617C435F584}"/>
              </a:ext>
            </a:extLst>
          </p:cNvPr>
          <p:cNvSpPr/>
          <p:nvPr/>
        </p:nvSpPr>
        <p:spPr>
          <a:xfrm>
            <a:off x="8436255" y="2851098"/>
            <a:ext cx="546674" cy="166421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02" name="Text 99">
            <a:extLst>
              <a:ext uri="{FF2B5EF4-FFF2-40B4-BE49-F238E27FC236}">
                <a16:creationId xmlns:a16="http://schemas.microsoft.com/office/drawing/2014/main" id="{A139C2E7-ED6B-9DFD-A00E-86380CBF369F}"/>
              </a:ext>
            </a:extLst>
          </p:cNvPr>
          <p:cNvSpPr txBox="1"/>
          <p:nvPr/>
        </p:nvSpPr>
        <p:spPr>
          <a:xfrm>
            <a:off x="8333385" y="210257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563"/>
          </a:p>
        </p:txBody>
      </p:sp>
      <p:sp>
        <p:nvSpPr>
          <p:cNvPr id="281" name="Val2">
            <a:extLst>
              <a:ext uri="{FF2B5EF4-FFF2-40B4-BE49-F238E27FC236}">
                <a16:creationId xmlns:a16="http://schemas.microsoft.com/office/drawing/2014/main" id="{A139C2E7-ED6B-9DFD-A00E-86380CBF369F}"/>
              </a:ext>
            </a:extLst>
          </p:cNvPr>
          <p:cNvSpPr txBox="1"/>
          <p:nvPr/>
        </p:nvSpPr>
        <p:spPr>
          <a:xfrm>
            <a:off x="8333385" y="271393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63"/>
          </a:p>
        </p:txBody>
      </p:sp>
      <p:sp>
        <p:nvSpPr>
          <p:cNvPr id="103" name="Text 100">
            <a:extLst>
              <a:ext uri="{FF2B5EF4-FFF2-40B4-BE49-F238E27FC236}">
                <a16:creationId xmlns:a16="http://schemas.microsoft.com/office/drawing/2014/main" id="{31BE1CB4-57EC-C622-EC38-9AF381E96A6D}"/>
              </a:ext>
            </a:extLst>
          </p:cNvPr>
          <p:cNvSpPr txBox="1"/>
          <p:nvPr/>
        </p:nvSpPr>
        <p:spPr>
          <a:xfrm>
            <a:off x="8299095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2025Q2</a:t>
            </a:r>
            <a:endParaRPr lang="en-US" sz="488"/>
          </a:p>
        </p:txBody>
      </p:sp>
      <p:sp>
        <p:nvSpPr>
          <p:cNvPr id="104" name="Shape 101">
            <a:extLst>
              <a:ext uri="{FF2B5EF4-FFF2-40B4-BE49-F238E27FC236}">
                <a16:creationId xmlns:a16="http://schemas.microsoft.com/office/drawing/2014/main" id="{633DBA76-66E0-E95B-2A2A-6005B78C8465}"/>
              </a:ext>
            </a:extLst>
          </p:cNvPr>
          <p:cNvSpPr/>
          <p:nvPr/>
        </p:nvSpPr>
        <p:spPr>
          <a:xfrm>
            <a:off x="9078941" y="2251618"/>
            <a:ext cx="546674" cy="180685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82" name="Bar2">
            <a:extLst>
              <a:ext uri="{FF2B5EF4-FFF2-40B4-BE49-F238E27FC236}">
                <a16:creationId xmlns:a16="http://schemas.microsoft.com/office/drawing/2014/main" id="{633DBA76-66E0-E95B-2A2A-6005B78C8465}"/>
              </a:ext>
            </a:extLst>
          </p:cNvPr>
          <p:cNvSpPr/>
          <p:nvPr/>
        </p:nvSpPr>
        <p:spPr>
          <a:xfrm>
            <a:off x="9078941" y="2860608"/>
            <a:ext cx="546674" cy="156911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05" name="Text 102">
            <a:extLst>
              <a:ext uri="{FF2B5EF4-FFF2-40B4-BE49-F238E27FC236}">
                <a16:creationId xmlns:a16="http://schemas.microsoft.com/office/drawing/2014/main" id="{5F355523-089A-8C01-E77B-8A32EF94CFB7}"/>
              </a:ext>
            </a:extLst>
          </p:cNvPr>
          <p:cNvSpPr txBox="1"/>
          <p:nvPr/>
        </p:nvSpPr>
        <p:spPr>
          <a:xfrm>
            <a:off x="8976071" y="211445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563"/>
          </a:p>
        </p:txBody>
      </p:sp>
      <p:sp>
        <p:nvSpPr>
          <p:cNvPr id="283" name="Val2">
            <a:extLst>
              <a:ext uri="{FF2B5EF4-FFF2-40B4-BE49-F238E27FC236}">
                <a16:creationId xmlns:a16="http://schemas.microsoft.com/office/drawing/2014/main" id="{5F355523-089A-8C01-E77B-8A32EF94CFB7}"/>
              </a:ext>
            </a:extLst>
          </p:cNvPr>
          <p:cNvSpPr txBox="1"/>
          <p:nvPr/>
        </p:nvSpPr>
        <p:spPr>
          <a:xfrm>
            <a:off x="8976071" y="272344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563"/>
          </a:p>
        </p:txBody>
      </p:sp>
      <p:sp>
        <p:nvSpPr>
          <p:cNvPr id="106" name="Text 103">
            <a:extLst>
              <a:ext uri="{FF2B5EF4-FFF2-40B4-BE49-F238E27FC236}">
                <a16:creationId xmlns:a16="http://schemas.microsoft.com/office/drawing/2014/main" id="{8754C87E-32F1-6E2F-68AE-B8FEFD05F986}"/>
              </a:ext>
            </a:extLst>
          </p:cNvPr>
          <p:cNvSpPr txBox="1"/>
          <p:nvPr/>
        </p:nvSpPr>
        <p:spPr>
          <a:xfrm>
            <a:off x="8941781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2025Q3</a:t>
            </a:r>
            <a:endParaRPr lang="en-US" sz="488"/>
          </a:p>
        </p:txBody>
      </p:sp>
      <p:sp>
        <p:nvSpPr>
          <p:cNvPr id="107" name="Shape 104">
            <a:extLst>
              <a:ext uri="{FF2B5EF4-FFF2-40B4-BE49-F238E27FC236}">
                <a16:creationId xmlns:a16="http://schemas.microsoft.com/office/drawing/2014/main" id="{0484CC58-82F6-0826-B5B4-7814611EE203}"/>
              </a:ext>
            </a:extLst>
          </p:cNvPr>
          <p:cNvSpPr/>
          <p:nvPr/>
        </p:nvSpPr>
        <p:spPr>
          <a:xfrm>
            <a:off x="9721627" y="2273015"/>
            <a:ext cx="546674" cy="1592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84" name="Bar2">
            <a:extLst>
              <a:ext uri="{FF2B5EF4-FFF2-40B4-BE49-F238E27FC236}">
                <a16:creationId xmlns:a16="http://schemas.microsoft.com/office/drawing/2014/main" id="{0484CC58-82F6-0826-B5B4-7814611EE203}"/>
              </a:ext>
            </a:extLst>
          </p:cNvPr>
          <p:cNvSpPr/>
          <p:nvPr/>
        </p:nvSpPr>
        <p:spPr>
          <a:xfrm>
            <a:off x="9721627" y="2891515"/>
            <a:ext cx="546674" cy="126004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08" name="Text 105">
            <a:extLst>
              <a:ext uri="{FF2B5EF4-FFF2-40B4-BE49-F238E27FC236}">
                <a16:creationId xmlns:a16="http://schemas.microsoft.com/office/drawing/2014/main" id="{08468E1E-581A-AC89-F2FC-F96245D1F452}"/>
              </a:ext>
            </a:extLst>
          </p:cNvPr>
          <p:cNvSpPr txBox="1"/>
          <p:nvPr/>
        </p:nvSpPr>
        <p:spPr>
          <a:xfrm>
            <a:off x="9618757" y="2135855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563"/>
          </a:p>
        </p:txBody>
      </p:sp>
      <p:sp>
        <p:nvSpPr>
          <p:cNvPr id="285" name="Val2">
            <a:extLst>
              <a:ext uri="{FF2B5EF4-FFF2-40B4-BE49-F238E27FC236}">
                <a16:creationId xmlns:a16="http://schemas.microsoft.com/office/drawing/2014/main" id="{08468E1E-581A-AC89-F2FC-F96245D1F452}"/>
              </a:ext>
            </a:extLst>
          </p:cNvPr>
          <p:cNvSpPr txBox="1"/>
          <p:nvPr/>
        </p:nvSpPr>
        <p:spPr>
          <a:xfrm>
            <a:off x="9618757" y="2754355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563"/>
          </a:p>
        </p:txBody>
      </p:sp>
      <p:sp>
        <p:nvSpPr>
          <p:cNvPr id="109" name="Text 106">
            <a:extLst>
              <a:ext uri="{FF2B5EF4-FFF2-40B4-BE49-F238E27FC236}">
                <a16:creationId xmlns:a16="http://schemas.microsoft.com/office/drawing/2014/main" id="{8DA056D0-3513-4682-7945-4C6ED197CA68}"/>
              </a:ext>
            </a:extLst>
          </p:cNvPr>
          <p:cNvSpPr txBox="1"/>
          <p:nvPr/>
        </p:nvSpPr>
        <p:spPr>
          <a:xfrm>
            <a:off x="9584467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2025Q4</a:t>
            </a:r>
            <a:endParaRPr lang="en-US" sz="488"/>
          </a:p>
        </p:txBody>
      </p:sp>
      <p:sp>
        <p:nvSpPr>
          <p:cNvPr id="110" name="Shape 107">
            <a:extLst>
              <a:ext uri="{FF2B5EF4-FFF2-40B4-BE49-F238E27FC236}">
                <a16:creationId xmlns:a16="http://schemas.microsoft.com/office/drawing/2014/main" id="{24540DFB-2382-1FD7-4D70-ACE873986E8E}"/>
              </a:ext>
            </a:extLst>
          </p:cNvPr>
          <p:cNvSpPr/>
          <p:nvPr/>
        </p:nvSpPr>
        <p:spPr>
          <a:xfrm>
            <a:off x="10364313" y="2270637"/>
            <a:ext cx="546674" cy="161666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86" name="Bar2">
            <a:extLst>
              <a:ext uri="{FF2B5EF4-FFF2-40B4-BE49-F238E27FC236}">
                <a16:creationId xmlns:a16="http://schemas.microsoft.com/office/drawing/2014/main" id="{24540DFB-2382-1FD7-4D70-ACE873986E8E}"/>
              </a:ext>
            </a:extLst>
          </p:cNvPr>
          <p:cNvSpPr/>
          <p:nvPr/>
        </p:nvSpPr>
        <p:spPr>
          <a:xfrm>
            <a:off x="10364313" y="2889137"/>
            <a:ext cx="546674" cy="12838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1" name="Text 108">
            <a:extLst>
              <a:ext uri="{FF2B5EF4-FFF2-40B4-BE49-F238E27FC236}">
                <a16:creationId xmlns:a16="http://schemas.microsoft.com/office/drawing/2014/main" id="{EA7A3497-5504-ECDD-0361-45C70EDE9CCA}"/>
              </a:ext>
            </a:extLst>
          </p:cNvPr>
          <p:cNvSpPr txBox="1"/>
          <p:nvPr/>
        </p:nvSpPr>
        <p:spPr>
          <a:xfrm>
            <a:off x="10261443" y="2133477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563"/>
          </a:p>
        </p:txBody>
      </p:sp>
      <p:sp>
        <p:nvSpPr>
          <p:cNvPr id="287" name="Val2">
            <a:extLst>
              <a:ext uri="{FF2B5EF4-FFF2-40B4-BE49-F238E27FC236}">
                <a16:creationId xmlns:a16="http://schemas.microsoft.com/office/drawing/2014/main" id="{EA7A3497-5504-ECDD-0361-45C70EDE9CCA}"/>
              </a:ext>
            </a:extLst>
          </p:cNvPr>
          <p:cNvSpPr txBox="1"/>
          <p:nvPr/>
        </p:nvSpPr>
        <p:spPr>
          <a:xfrm>
            <a:off x="10261443" y="2751977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563"/>
          </a:p>
        </p:txBody>
      </p:sp>
      <p:sp>
        <p:nvSpPr>
          <p:cNvPr id="112" name="Text 109">
            <a:extLst>
              <a:ext uri="{FF2B5EF4-FFF2-40B4-BE49-F238E27FC236}">
                <a16:creationId xmlns:a16="http://schemas.microsoft.com/office/drawing/2014/main" id="{4D902777-DA9C-189A-F526-4AE27525F20F}"/>
              </a:ext>
            </a:extLst>
          </p:cNvPr>
          <p:cNvSpPr txBox="1"/>
          <p:nvPr/>
        </p:nvSpPr>
        <p:spPr>
          <a:xfrm>
            <a:off x="10227153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2026Q1</a:t>
            </a:r>
            <a:endParaRPr lang="en-US" sz="488"/>
          </a:p>
        </p:txBody>
      </p:sp>
      <p:sp>
        <p:nvSpPr>
          <p:cNvPr id="113" name="Shape 110">
            <a:extLst>
              <a:ext uri="{FF2B5EF4-FFF2-40B4-BE49-F238E27FC236}">
                <a16:creationId xmlns:a16="http://schemas.microsoft.com/office/drawing/2014/main" id="{3EC4B3FB-F324-3335-9B9B-D8F6F74822FF}"/>
              </a:ext>
            </a:extLst>
          </p:cNvPr>
          <p:cNvSpPr/>
          <p:nvPr/>
        </p:nvSpPr>
        <p:spPr>
          <a:xfrm>
            <a:off x="11006999" y="2311054"/>
            <a:ext cx="546674" cy="121249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88" name="Bar2">
            <a:extLst>
              <a:ext uri="{FF2B5EF4-FFF2-40B4-BE49-F238E27FC236}">
                <a16:creationId xmlns:a16="http://schemas.microsoft.com/office/drawing/2014/main" id="{3EC4B3FB-F324-3335-9B9B-D8F6F74822FF}"/>
              </a:ext>
            </a:extLst>
          </p:cNvPr>
          <p:cNvSpPr/>
          <p:nvPr/>
        </p:nvSpPr>
        <p:spPr>
          <a:xfrm>
            <a:off x="11006999" y="2927177"/>
            <a:ext cx="546674" cy="9034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4" name="Text 111">
            <a:extLst>
              <a:ext uri="{FF2B5EF4-FFF2-40B4-BE49-F238E27FC236}">
                <a16:creationId xmlns:a16="http://schemas.microsoft.com/office/drawing/2014/main" id="{E8050040-59C7-D66B-09BC-EF0A75CA2688}"/>
              </a:ext>
            </a:extLst>
          </p:cNvPr>
          <p:cNvSpPr txBox="1"/>
          <p:nvPr/>
        </p:nvSpPr>
        <p:spPr>
          <a:xfrm>
            <a:off x="10904129" y="2173894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563"/>
          </a:p>
        </p:txBody>
      </p:sp>
      <p:sp>
        <p:nvSpPr>
          <p:cNvPr id="289" name="Val2">
            <a:extLst>
              <a:ext uri="{FF2B5EF4-FFF2-40B4-BE49-F238E27FC236}">
                <a16:creationId xmlns:a16="http://schemas.microsoft.com/office/drawing/2014/main" id="{E8050040-59C7-D66B-09BC-EF0A75CA2688}"/>
              </a:ext>
            </a:extLst>
          </p:cNvPr>
          <p:cNvSpPr txBox="1"/>
          <p:nvPr/>
        </p:nvSpPr>
        <p:spPr>
          <a:xfrm>
            <a:off x="10904129" y="2790017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563"/>
          </a:p>
        </p:txBody>
      </p:sp>
      <p:sp>
        <p:nvSpPr>
          <p:cNvPr id="115" name="Text 112">
            <a:extLst>
              <a:ext uri="{FF2B5EF4-FFF2-40B4-BE49-F238E27FC236}">
                <a16:creationId xmlns:a16="http://schemas.microsoft.com/office/drawing/2014/main" id="{57B0B91C-5463-9E61-396F-BA4876355E34}"/>
              </a:ext>
            </a:extLst>
          </p:cNvPr>
          <p:cNvSpPr txBox="1"/>
          <p:nvPr/>
        </p:nvSpPr>
        <p:spPr>
          <a:xfrm>
            <a:off x="10869839" y="304495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2026Q2</a:t>
            </a:r>
            <a:endParaRPr lang="en-US" sz="488"/>
          </a:p>
        </p:txBody>
      </p:sp>
      <p:sp>
        <p:nvSpPr>
          <p:cNvPr id="116" name="Shape 113">
            <a:extLst>
              <a:ext uri="{FF2B5EF4-FFF2-40B4-BE49-F238E27FC236}">
                <a16:creationId xmlns:a16="http://schemas.microsoft.com/office/drawing/2014/main" id="{A01976E8-B26E-475C-A73E-CE3DCC611306}"/>
              </a:ext>
            </a:extLst>
          </p:cNvPr>
          <p:cNvSpPr/>
          <p:nvPr/>
        </p:nvSpPr>
        <p:spPr>
          <a:xfrm>
            <a:off x="8360816" y="2432304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79" name="Shape 113">
            <a:extLst>
              <a:ext uri="{FF2B5EF4-FFF2-40B4-BE49-F238E27FC236}">
                <a16:creationId xmlns:a16="http://schemas.microsoft.com/office/drawing/2014/main" id="{A01976E8-B26E-475C-A73E-CE3DCC611306}"/>
              </a:ext>
            </a:extLst>
          </p:cNvPr>
          <p:cNvSpPr/>
          <p:nvPr/>
        </p:nvSpPr>
        <p:spPr>
          <a:xfrm>
            <a:off x="8360816" y="3017520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7" name="Shape 114">
            <a:extLst>
              <a:ext uri="{FF2B5EF4-FFF2-40B4-BE49-F238E27FC236}">
                <a16:creationId xmlns:a16="http://schemas.microsoft.com/office/drawing/2014/main" id="{C5FA9B42-C042-C1D6-B93C-46656E6B20A1}"/>
              </a:ext>
            </a:extLst>
          </p:cNvPr>
          <p:cNvSpPr/>
          <p:nvPr/>
        </p:nvSpPr>
        <p:spPr>
          <a:xfrm>
            <a:off x="493776" y="3342132"/>
            <a:ext cx="3624911" cy="2468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8" name="Text 115">
            <a:extLst>
              <a:ext uri="{FF2B5EF4-FFF2-40B4-BE49-F238E27FC236}">
                <a16:creationId xmlns:a16="http://schemas.microsoft.com/office/drawing/2014/main" id="{EAF726A9-AE4D-BFEE-E301-36BC64FF6768}"/>
              </a:ext>
            </a:extLst>
          </p:cNvPr>
          <p:cNvSpPr txBox="1"/>
          <p:nvPr/>
        </p:nvSpPr>
        <p:spPr>
          <a:xfrm>
            <a:off x="576072" y="3342132"/>
            <a:ext cx="1522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Maduro Multibanco</a:t>
            </a:r>
            <a:endParaRPr lang="en-US" sz="825"/>
          </a:p>
        </p:txBody>
      </p:sp>
      <p:sp>
        <p:nvSpPr>
          <p:cNvPr id="119" name="Shape 116">
            <a:extLst>
              <a:ext uri="{FF2B5EF4-FFF2-40B4-BE49-F238E27FC236}">
                <a16:creationId xmlns:a16="http://schemas.microsoft.com/office/drawing/2014/main" id="{DF56E8E2-C9C8-8219-C556-D8B6936E73A8}"/>
              </a:ext>
            </a:extLst>
          </p:cNvPr>
          <p:cNvSpPr/>
          <p:nvPr/>
        </p:nvSpPr>
        <p:spPr>
          <a:xfrm>
            <a:off x="2087756" y="3376422"/>
            <a:ext cx="1051224" cy="178308"/>
          </a:xfrm>
          <a:prstGeom prst="roundRect">
            <a:avLst>
              <a:gd name="adj" fmla="val 23077"/>
            </a:avLst>
          </a:prstGeom>
          <a:solidFill>
            <a:srgbClr val="0B2E2C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0" name="Text 117">
            <a:extLst>
              <a:ext uri="{FF2B5EF4-FFF2-40B4-BE49-F238E27FC236}">
                <a16:creationId xmlns:a16="http://schemas.microsoft.com/office/drawing/2014/main" id="{61CCB3C2-6CD4-C629-A2B1-86A1630C1D03}"/>
              </a:ext>
            </a:extLst>
          </p:cNvPr>
          <p:cNvSpPr txBox="1"/>
          <p:nvPr/>
        </p:nvSpPr>
        <p:spPr>
          <a:xfrm>
            <a:off x="2087756" y="3376422"/>
            <a:ext cx="105122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TEA 2,9 pp</a:t>
            </a:r>
            <a:endParaRPr lang="en-US" sz="563"/>
          </a:p>
        </p:txBody>
      </p:sp>
      <p:sp>
        <p:nvSpPr>
          <p:cNvPr id="121" name="Shape 118">
            <a:extLst>
              <a:ext uri="{FF2B5EF4-FFF2-40B4-BE49-F238E27FC236}">
                <a16:creationId xmlns:a16="http://schemas.microsoft.com/office/drawing/2014/main" id="{5AE866CC-9A67-DAA4-7912-418520A29A76}"/>
              </a:ext>
            </a:extLst>
          </p:cNvPr>
          <p:cNvSpPr/>
          <p:nvPr/>
        </p:nvSpPr>
        <p:spPr>
          <a:xfrm>
            <a:off x="3193844" y="3376422"/>
            <a:ext cx="869978" cy="17830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2" name="Text 119">
            <a:extLst>
              <a:ext uri="{FF2B5EF4-FFF2-40B4-BE49-F238E27FC236}">
                <a16:creationId xmlns:a16="http://schemas.microsoft.com/office/drawing/2014/main" id="{1881278D-7C3E-F51D-A1AA-CF598A85C3AF}"/>
              </a:ext>
            </a:extLst>
          </p:cNvPr>
          <p:cNvSpPr txBox="1"/>
          <p:nvPr/>
        </p:nvSpPr>
        <p:spPr>
          <a:xfrm>
            <a:off x="3193844" y="3376422"/>
            <a:ext cx="8699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-32 pp</a:t>
            </a:r>
            <a:endParaRPr lang="en-US" sz="563"/>
          </a:p>
        </p:txBody>
      </p:sp>
      <p:sp>
        <p:nvSpPr>
          <p:cNvPr id="123" name="Shape 120">
            <a:extLst>
              <a:ext uri="{FF2B5EF4-FFF2-40B4-BE49-F238E27FC236}">
                <a16:creationId xmlns:a16="http://schemas.microsoft.com/office/drawing/2014/main" id="{26C59FFD-2A4A-5082-E521-A5BDC71C2B0B}"/>
              </a:ext>
            </a:extLst>
          </p:cNvPr>
          <p:cNvSpPr/>
          <p:nvPr/>
        </p:nvSpPr>
        <p:spPr>
          <a:xfrm>
            <a:off x="493776" y="3589020"/>
            <a:ext cx="3624911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4" name="Text 121">
            <a:extLst>
              <a:ext uri="{FF2B5EF4-FFF2-40B4-BE49-F238E27FC236}">
                <a16:creationId xmlns:a16="http://schemas.microsoft.com/office/drawing/2014/main" id="{61F32216-DA40-A8C9-D666-C3EC7D5B5E89}"/>
              </a:ext>
            </a:extLst>
          </p:cNvPr>
          <p:cNvSpPr txBox="1"/>
          <p:nvPr/>
        </p:nvSpPr>
        <p:spPr>
          <a:xfrm>
            <a:off x="534924" y="3685032"/>
            <a:ext cx="274320" cy="50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525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5"/>
          </a:p>
        </p:txBody>
      </p:sp>
      <p:sp>
        <p:nvSpPr>
          <p:cNvPr id="125" name="Shape 122">
            <a:extLst>
              <a:ext uri="{FF2B5EF4-FFF2-40B4-BE49-F238E27FC236}">
                <a16:creationId xmlns:a16="http://schemas.microsoft.com/office/drawing/2014/main" id="{80D5C22E-B017-9ADD-6FEF-9369BC7B037E}"/>
              </a:ext>
            </a:extLst>
          </p:cNvPr>
          <p:cNvSpPr/>
          <p:nvPr/>
        </p:nvSpPr>
        <p:spPr>
          <a:xfrm>
            <a:off x="809245" y="3871621"/>
            <a:ext cx="803357" cy="31376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6" name="Shape 123">
            <a:extLst>
              <a:ext uri="{FF2B5EF4-FFF2-40B4-BE49-F238E27FC236}">
                <a16:creationId xmlns:a16="http://schemas.microsoft.com/office/drawing/2014/main" id="{9E5E5C18-1983-2FDC-669B-7C19ECB21AAE}"/>
              </a:ext>
            </a:extLst>
          </p:cNvPr>
          <p:cNvSpPr/>
          <p:nvPr/>
        </p:nvSpPr>
        <p:spPr>
          <a:xfrm>
            <a:off x="1612602" y="3902997"/>
            <a:ext cx="803357" cy="43926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7" name="Shape 124">
            <a:extLst>
              <a:ext uri="{FF2B5EF4-FFF2-40B4-BE49-F238E27FC236}">
                <a16:creationId xmlns:a16="http://schemas.microsoft.com/office/drawing/2014/main" id="{C134BC6C-3A96-C857-8359-D1C804844BE7}"/>
              </a:ext>
            </a:extLst>
          </p:cNvPr>
          <p:cNvSpPr/>
          <p:nvPr/>
        </p:nvSpPr>
        <p:spPr>
          <a:xfrm flipV="1">
            <a:off x="2415960" y="3909272"/>
            <a:ext cx="803357" cy="37651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8" name="Shape 125">
            <a:extLst>
              <a:ext uri="{FF2B5EF4-FFF2-40B4-BE49-F238E27FC236}">
                <a16:creationId xmlns:a16="http://schemas.microsoft.com/office/drawing/2014/main" id="{86C6E9E5-F7A2-2A9A-9DB0-B2B733555A50}"/>
              </a:ext>
            </a:extLst>
          </p:cNvPr>
          <p:cNvSpPr/>
          <p:nvPr/>
        </p:nvSpPr>
        <p:spPr>
          <a:xfrm flipV="1">
            <a:off x="3219317" y="3896722"/>
            <a:ext cx="803357" cy="12550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9" name="Shape 126">
            <a:extLst>
              <a:ext uri="{FF2B5EF4-FFF2-40B4-BE49-F238E27FC236}">
                <a16:creationId xmlns:a16="http://schemas.microsoft.com/office/drawing/2014/main" id="{F34A7D1A-766D-2B12-0CB0-C0FBE5F14158}"/>
              </a:ext>
            </a:extLst>
          </p:cNvPr>
          <p:cNvSpPr/>
          <p:nvPr/>
        </p:nvSpPr>
        <p:spPr>
          <a:xfrm>
            <a:off x="809245" y="4064596"/>
            <a:ext cx="803357" cy="12208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30" name="Shape 127">
            <a:extLst>
              <a:ext uri="{FF2B5EF4-FFF2-40B4-BE49-F238E27FC236}">
                <a16:creationId xmlns:a16="http://schemas.microsoft.com/office/drawing/2014/main" id="{A27AEB53-185E-3D59-A998-9A1E61F0163D}"/>
              </a:ext>
            </a:extLst>
          </p:cNvPr>
          <p:cNvSpPr/>
          <p:nvPr/>
        </p:nvSpPr>
        <p:spPr>
          <a:xfrm>
            <a:off x="1612602" y="4076805"/>
            <a:ext cx="803357" cy="4741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31" name="Shape 128">
            <a:extLst>
              <a:ext uri="{FF2B5EF4-FFF2-40B4-BE49-F238E27FC236}">
                <a16:creationId xmlns:a16="http://schemas.microsoft.com/office/drawing/2014/main" id="{4079C9ED-9E3F-8082-8A92-8EC4DA386E0D}"/>
              </a:ext>
            </a:extLst>
          </p:cNvPr>
          <p:cNvSpPr/>
          <p:nvPr/>
        </p:nvSpPr>
        <p:spPr>
          <a:xfrm>
            <a:off x="2415960" y="4081547"/>
            <a:ext cx="803357" cy="37215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32" name="Shape 129">
            <a:extLst>
              <a:ext uri="{FF2B5EF4-FFF2-40B4-BE49-F238E27FC236}">
                <a16:creationId xmlns:a16="http://schemas.microsoft.com/office/drawing/2014/main" id="{B22ABFF6-A4E1-8CF3-C49A-2DEC1F71BB9E}"/>
              </a:ext>
            </a:extLst>
          </p:cNvPr>
          <p:cNvSpPr/>
          <p:nvPr/>
        </p:nvSpPr>
        <p:spPr>
          <a:xfrm flipV="1">
            <a:off x="3219317" y="4093117"/>
            <a:ext cx="803357" cy="25645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33" name="Text 130">
            <a:extLst>
              <a:ext uri="{FF2B5EF4-FFF2-40B4-BE49-F238E27FC236}">
                <a16:creationId xmlns:a16="http://schemas.microsoft.com/office/drawing/2014/main" id="{85769E8E-B80C-CEA2-2948-47E1E9580559}"/>
              </a:ext>
            </a:extLst>
          </p:cNvPr>
          <p:cNvSpPr txBox="1"/>
          <p:nvPr/>
        </p:nvSpPr>
        <p:spPr>
          <a:xfrm>
            <a:off x="569214" y="3720745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20,9</a:t>
            </a:r>
            <a:endParaRPr lang="en-US" sz="525"/>
          </a:p>
        </p:txBody>
      </p:sp>
      <p:sp>
        <p:nvSpPr>
          <p:cNvPr id="134" name="Text 131">
            <a:extLst>
              <a:ext uri="{FF2B5EF4-FFF2-40B4-BE49-F238E27FC236}">
                <a16:creationId xmlns:a16="http://schemas.microsoft.com/office/drawing/2014/main" id="{1609B7D2-EBEC-7968-E3B4-05438418C32C}"/>
              </a:ext>
            </a:extLst>
          </p:cNvPr>
          <p:cNvSpPr txBox="1"/>
          <p:nvPr/>
        </p:nvSpPr>
        <p:spPr>
          <a:xfrm>
            <a:off x="3782645" y="3745846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</a:t>
            </a:r>
            <a:endParaRPr lang="en-US" sz="525"/>
          </a:p>
        </p:txBody>
      </p:sp>
      <p:sp>
        <p:nvSpPr>
          <p:cNvPr id="135" name="Text 132">
            <a:extLst>
              <a:ext uri="{FF2B5EF4-FFF2-40B4-BE49-F238E27FC236}">
                <a16:creationId xmlns:a16="http://schemas.microsoft.com/office/drawing/2014/main" id="{058E1FF3-7AC6-85C0-9078-15C713185D15}"/>
              </a:ext>
            </a:extLst>
          </p:cNvPr>
          <p:cNvSpPr txBox="1"/>
          <p:nvPr/>
        </p:nvSpPr>
        <p:spPr>
          <a:xfrm>
            <a:off x="569214" y="4105744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</a:t>
            </a:r>
            <a:endParaRPr lang="en-US" sz="525"/>
          </a:p>
        </p:txBody>
      </p:sp>
      <p:sp>
        <p:nvSpPr>
          <p:cNvPr id="136" name="Text 133">
            <a:extLst>
              <a:ext uri="{FF2B5EF4-FFF2-40B4-BE49-F238E27FC236}">
                <a16:creationId xmlns:a16="http://schemas.microsoft.com/office/drawing/2014/main" id="{85C779D4-D9C1-F2C6-561C-F3A7AE7B8AF3}"/>
              </a:ext>
            </a:extLst>
          </p:cNvPr>
          <p:cNvSpPr txBox="1"/>
          <p:nvPr/>
        </p:nvSpPr>
        <p:spPr>
          <a:xfrm>
            <a:off x="3782645" y="4134265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</a:t>
            </a:r>
            <a:endParaRPr lang="en-US" sz="525"/>
          </a:p>
        </p:txBody>
      </p:sp>
      <p:sp>
        <p:nvSpPr>
          <p:cNvPr id="137" name="Text 134">
            <a:extLst>
              <a:ext uri="{FF2B5EF4-FFF2-40B4-BE49-F238E27FC236}">
                <a16:creationId xmlns:a16="http://schemas.microsoft.com/office/drawing/2014/main" id="{C0BC7273-854C-4835-568C-F32C656810C1}"/>
              </a:ext>
            </a:extLst>
          </p:cNvPr>
          <p:cNvSpPr txBox="1"/>
          <p:nvPr/>
        </p:nvSpPr>
        <p:spPr>
          <a:xfrm>
            <a:off x="539496" y="424738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525" dirty="0"/>
          </a:p>
        </p:txBody>
      </p:sp>
      <p:sp>
        <p:nvSpPr>
          <p:cNvPr id="290" name="Heading2">
            <a:extLst>
              <a:ext uri="{FF2B5EF4-FFF2-40B4-BE49-F238E27FC236}">
                <a16:creationId xmlns:a16="http://schemas.microsoft.com/office/drawing/2014/main" id="{C0BC7273-854C-4835-568C-F32C656810C1}"/>
              </a:ext>
            </a:extLst>
          </p:cNvPr>
          <p:cNvSpPr txBox="1"/>
          <p:nvPr/>
        </p:nvSpPr>
        <p:spPr>
          <a:xfrm>
            <a:off x="539496" y="475945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525" dirty="0"/>
          </a:p>
        </p:txBody>
      </p:sp>
      <p:sp>
        <p:nvSpPr>
          <p:cNvPr id="138" name="Shape 135">
            <a:extLst>
              <a:ext uri="{FF2B5EF4-FFF2-40B4-BE49-F238E27FC236}">
                <a16:creationId xmlns:a16="http://schemas.microsoft.com/office/drawing/2014/main" id="{C55A9E29-3D15-FA3F-485B-D42BCEB149F3}"/>
              </a:ext>
            </a:extLst>
          </p:cNvPr>
          <p:cNvSpPr/>
          <p:nvPr/>
        </p:nvSpPr>
        <p:spPr>
          <a:xfrm>
            <a:off x="857251" y="4542921"/>
            <a:ext cx="546674" cy="161666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92" name="Bar2">
            <a:extLst>
              <a:ext uri="{FF2B5EF4-FFF2-40B4-BE49-F238E27FC236}">
                <a16:creationId xmlns:a16="http://schemas.microsoft.com/office/drawing/2014/main" id="{C55A9E29-3D15-FA3F-485B-D42BCEB149F3}"/>
              </a:ext>
            </a:extLst>
          </p:cNvPr>
          <p:cNvSpPr/>
          <p:nvPr/>
        </p:nvSpPr>
        <p:spPr>
          <a:xfrm>
            <a:off x="857251" y="5178063"/>
            <a:ext cx="546674" cy="111740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39" name="Text 136">
            <a:extLst>
              <a:ext uri="{FF2B5EF4-FFF2-40B4-BE49-F238E27FC236}">
                <a16:creationId xmlns:a16="http://schemas.microsoft.com/office/drawing/2014/main" id="{9E7503AB-3134-06A9-0377-5B63B49EDA39}"/>
              </a:ext>
            </a:extLst>
          </p:cNvPr>
          <p:cNvSpPr txBox="1"/>
          <p:nvPr/>
        </p:nvSpPr>
        <p:spPr>
          <a:xfrm>
            <a:off x="754381" y="4405761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563"/>
          </a:p>
        </p:txBody>
      </p:sp>
      <p:sp>
        <p:nvSpPr>
          <p:cNvPr id="293" name="Val2">
            <a:extLst>
              <a:ext uri="{FF2B5EF4-FFF2-40B4-BE49-F238E27FC236}">
                <a16:creationId xmlns:a16="http://schemas.microsoft.com/office/drawing/2014/main" id="{9E7503AB-3134-06A9-0377-5B63B49EDA39}"/>
              </a:ext>
            </a:extLst>
          </p:cNvPr>
          <p:cNvSpPr txBox="1"/>
          <p:nvPr/>
        </p:nvSpPr>
        <p:spPr>
          <a:xfrm>
            <a:off x="754381" y="5040903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563"/>
          </a:p>
        </p:txBody>
      </p:sp>
      <p:sp>
        <p:nvSpPr>
          <p:cNvPr id="140" name="Text 137">
            <a:extLst>
              <a:ext uri="{FF2B5EF4-FFF2-40B4-BE49-F238E27FC236}">
                <a16:creationId xmlns:a16="http://schemas.microsoft.com/office/drawing/2014/main" id="{68A65549-91B9-ABED-41A9-755735E18F80}"/>
              </a:ext>
            </a:extLst>
          </p:cNvPr>
          <p:cNvSpPr txBox="1"/>
          <p:nvPr/>
        </p:nvSpPr>
        <p:spPr>
          <a:xfrm>
            <a:off x="720091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2025Q2</a:t>
            </a:r>
            <a:endParaRPr lang="en-US" sz="488"/>
          </a:p>
        </p:txBody>
      </p:sp>
      <p:sp>
        <p:nvSpPr>
          <p:cNvPr id="141" name="Shape 138">
            <a:extLst>
              <a:ext uri="{FF2B5EF4-FFF2-40B4-BE49-F238E27FC236}">
                <a16:creationId xmlns:a16="http://schemas.microsoft.com/office/drawing/2014/main" id="{26D21058-B15C-4754-A80E-E5738C329949}"/>
              </a:ext>
            </a:extLst>
          </p:cNvPr>
          <p:cNvSpPr/>
          <p:nvPr/>
        </p:nvSpPr>
        <p:spPr>
          <a:xfrm>
            <a:off x="1499937" y="4561941"/>
            <a:ext cx="546674" cy="142646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94" name="Bar2">
            <a:extLst>
              <a:ext uri="{FF2B5EF4-FFF2-40B4-BE49-F238E27FC236}">
                <a16:creationId xmlns:a16="http://schemas.microsoft.com/office/drawing/2014/main" id="{26D21058-B15C-4754-A80E-E5738C329949}"/>
              </a:ext>
            </a:extLst>
          </p:cNvPr>
          <p:cNvSpPr/>
          <p:nvPr/>
        </p:nvSpPr>
        <p:spPr>
          <a:xfrm>
            <a:off x="1499937" y="5187573"/>
            <a:ext cx="546674" cy="102230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42" name="Text 139">
            <a:extLst>
              <a:ext uri="{FF2B5EF4-FFF2-40B4-BE49-F238E27FC236}">
                <a16:creationId xmlns:a16="http://schemas.microsoft.com/office/drawing/2014/main" id="{3C6EE03F-D714-F69D-9932-04C62296CB0D}"/>
              </a:ext>
            </a:extLst>
          </p:cNvPr>
          <p:cNvSpPr txBox="1"/>
          <p:nvPr/>
        </p:nvSpPr>
        <p:spPr>
          <a:xfrm>
            <a:off x="1397067" y="4424781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63"/>
          </a:p>
        </p:txBody>
      </p:sp>
      <p:sp>
        <p:nvSpPr>
          <p:cNvPr id="295" name="Val2">
            <a:extLst>
              <a:ext uri="{FF2B5EF4-FFF2-40B4-BE49-F238E27FC236}">
                <a16:creationId xmlns:a16="http://schemas.microsoft.com/office/drawing/2014/main" id="{3C6EE03F-D714-F69D-9932-04C62296CB0D}"/>
              </a:ext>
            </a:extLst>
          </p:cNvPr>
          <p:cNvSpPr txBox="1"/>
          <p:nvPr/>
        </p:nvSpPr>
        <p:spPr>
          <a:xfrm>
            <a:off x="1397067" y="5050413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563"/>
          </a:p>
        </p:txBody>
      </p:sp>
      <p:sp>
        <p:nvSpPr>
          <p:cNvPr id="143" name="Text 140">
            <a:extLst>
              <a:ext uri="{FF2B5EF4-FFF2-40B4-BE49-F238E27FC236}">
                <a16:creationId xmlns:a16="http://schemas.microsoft.com/office/drawing/2014/main" id="{44A34B62-9EF1-08A1-8BDF-518434D0131F}"/>
              </a:ext>
            </a:extLst>
          </p:cNvPr>
          <p:cNvSpPr txBox="1"/>
          <p:nvPr/>
        </p:nvSpPr>
        <p:spPr>
          <a:xfrm>
            <a:off x="1362777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2025Q3</a:t>
            </a:r>
            <a:endParaRPr lang="en-US" sz="488"/>
          </a:p>
        </p:txBody>
      </p:sp>
      <p:sp>
        <p:nvSpPr>
          <p:cNvPr id="144" name="Shape 141">
            <a:extLst>
              <a:ext uri="{FF2B5EF4-FFF2-40B4-BE49-F238E27FC236}">
                <a16:creationId xmlns:a16="http://schemas.microsoft.com/office/drawing/2014/main" id="{CDFECD96-A31F-2ECA-51B1-419BD4A80CB9}"/>
              </a:ext>
            </a:extLst>
          </p:cNvPr>
          <p:cNvSpPr/>
          <p:nvPr/>
        </p:nvSpPr>
        <p:spPr>
          <a:xfrm>
            <a:off x="2142622" y="4597603"/>
            <a:ext cx="546674" cy="106984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96" name="Bar2">
            <a:extLst>
              <a:ext uri="{FF2B5EF4-FFF2-40B4-BE49-F238E27FC236}">
                <a16:creationId xmlns:a16="http://schemas.microsoft.com/office/drawing/2014/main" id="{CDFECD96-A31F-2ECA-51B1-419BD4A80CB9}"/>
              </a:ext>
            </a:extLst>
          </p:cNvPr>
          <p:cNvSpPr/>
          <p:nvPr/>
        </p:nvSpPr>
        <p:spPr>
          <a:xfrm>
            <a:off x="2142622" y="5213725"/>
            <a:ext cx="546674" cy="7607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45" name="Text 142">
            <a:extLst>
              <a:ext uri="{FF2B5EF4-FFF2-40B4-BE49-F238E27FC236}">
                <a16:creationId xmlns:a16="http://schemas.microsoft.com/office/drawing/2014/main" id="{1120889A-9E98-3092-4193-CEF5B12EFC4C}"/>
              </a:ext>
            </a:extLst>
          </p:cNvPr>
          <p:cNvSpPr txBox="1"/>
          <p:nvPr/>
        </p:nvSpPr>
        <p:spPr>
          <a:xfrm>
            <a:off x="2039752" y="4460443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563"/>
          </a:p>
        </p:txBody>
      </p:sp>
      <p:sp>
        <p:nvSpPr>
          <p:cNvPr id="297" name="Val2">
            <a:extLst>
              <a:ext uri="{FF2B5EF4-FFF2-40B4-BE49-F238E27FC236}">
                <a16:creationId xmlns:a16="http://schemas.microsoft.com/office/drawing/2014/main" id="{1120889A-9E98-3092-4193-CEF5B12EFC4C}"/>
              </a:ext>
            </a:extLst>
          </p:cNvPr>
          <p:cNvSpPr txBox="1"/>
          <p:nvPr/>
        </p:nvSpPr>
        <p:spPr>
          <a:xfrm>
            <a:off x="2039752" y="5076565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563"/>
          </a:p>
        </p:txBody>
      </p:sp>
      <p:sp>
        <p:nvSpPr>
          <p:cNvPr id="146" name="Text 143">
            <a:extLst>
              <a:ext uri="{FF2B5EF4-FFF2-40B4-BE49-F238E27FC236}">
                <a16:creationId xmlns:a16="http://schemas.microsoft.com/office/drawing/2014/main" id="{C78EDC42-7571-8E40-B500-BF134C01B57C}"/>
              </a:ext>
            </a:extLst>
          </p:cNvPr>
          <p:cNvSpPr txBox="1"/>
          <p:nvPr/>
        </p:nvSpPr>
        <p:spPr>
          <a:xfrm>
            <a:off x="2005462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2025Q4</a:t>
            </a:r>
            <a:endParaRPr lang="en-US" sz="488"/>
          </a:p>
        </p:txBody>
      </p:sp>
      <p:sp>
        <p:nvSpPr>
          <p:cNvPr id="147" name="Shape 144">
            <a:extLst>
              <a:ext uri="{FF2B5EF4-FFF2-40B4-BE49-F238E27FC236}">
                <a16:creationId xmlns:a16="http://schemas.microsoft.com/office/drawing/2014/main" id="{F47F0816-B2CA-9BB8-F04A-846C5337BC70}"/>
              </a:ext>
            </a:extLst>
          </p:cNvPr>
          <p:cNvSpPr/>
          <p:nvPr/>
        </p:nvSpPr>
        <p:spPr>
          <a:xfrm>
            <a:off x="2785309" y="4609490"/>
            <a:ext cx="546674" cy="95097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98" name="Bar2">
            <a:extLst>
              <a:ext uri="{FF2B5EF4-FFF2-40B4-BE49-F238E27FC236}">
                <a16:creationId xmlns:a16="http://schemas.microsoft.com/office/drawing/2014/main" id="{F47F0816-B2CA-9BB8-F04A-846C5337BC70}"/>
              </a:ext>
            </a:extLst>
          </p:cNvPr>
          <p:cNvSpPr/>
          <p:nvPr/>
        </p:nvSpPr>
        <p:spPr>
          <a:xfrm>
            <a:off x="2785309" y="5235122"/>
            <a:ext cx="546674" cy="54681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48" name="Text 145">
            <a:extLst>
              <a:ext uri="{FF2B5EF4-FFF2-40B4-BE49-F238E27FC236}">
                <a16:creationId xmlns:a16="http://schemas.microsoft.com/office/drawing/2014/main" id="{250DD4AC-4896-060B-6A5D-872EF4704D1F}"/>
              </a:ext>
            </a:extLst>
          </p:cNvPr>
          <p:cNvSpPr txBox="1"/>
          <p:nvPr/>
        </p:nvSpPr>
        <p:spPr>
          <a:xfrm>
            <a:off x="2682439" y="447233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63"/>
          </a:p>
        </p:txBody>
      </p:sp>
      <p:sp>
        <p:nvSpPr>
          <p:cNvPr id="299" name="Val2">
            <a:extLst>
              <a:ext uri="{FF2B5EF4-FFF2-40B4-BE49-F238E27FC236}">
                <a16:creationId xmlns:a16="http://schemas.microsoft.com/office/drawing/2014/main" id="{250DD4AC-4896-060B-6A5D-872EF4704D1F}"/>
              </a:ext>
            </a:extLst>
          </p:cNvPr>
          <p:cNvSpPr txBox="1"/>
          <p:nvPr/>
        </p:nvSpPr>
        <p:spPr>
          <a:xfrm>
            <a:off x="2682439" y="509796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563"/>
          </a:p>
        </p:txBody>
      </p:sp>
      <p:sp>
        <p:nvSpPr>
          <p:cNvPr id="149" name="Text 146">
            <a:extLst>
              <a:ext uri="{FF2B5EF4-FFF2-40B4-BE49-F238E27FC236}">
                <a16:creationId xmlns:a16="http://schemas.microsoft.com/office/drawing/2014/main" id="{C8F472A7-50E7-E582-B131-38DC789DE27D}"/>
              </a:ext>
            </a:extLst>
          </p:cNvPr>
          <p:cNvSpPr txBox="1"/>
          <p:nvPr/>
        </p:nvSpPr>
        <p:spPr>
          <a:xfrm>
            <a:off x="2648149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2026Q1</a:t>
            </a:r>
            <a:endParaRPr lang="en-US" sz="488"/>
          </a:p>
        </p:txBody>
      </p:sp>
      <p:sp>
        <p:nvSpPr>
          <p:cNvPr id="150" name="Shape 147">
            <a:extLst>
              <a:ext uri="{FF2B5EF4-FFF2-40B4-BE49-F238E27FC236}">
                <a16:creationId xmlns:a16="http://schemas.microsoft.com/office/drawing/2014/main" id="{F5CCD346-398D-9C5B-75DC-CB11F5C317F1}"/>
              </a:ext>
            </a:extLst>
          </p:cNvPr>
          <p:cNvSpPr/>
          <p:nvPr/>
        </p:nvSpPr>
        <p:spPr>
          <a:xfrm>
            <a:off x="3427995" y="4619000"/>
            <a:ext cx="546674" cy="85587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00" name="Bar2">
            <a:extLst>
              <a:ext uri="{FF2B5EF4-FFF2-40B4-BE49-F238E27FC236}">
                <a16:creationId xmlns:a16="http://schemas.microsoft.com/office/drawing/2014/main" id="{F5CCD346-398D-9C5B-75DC-CB11F5C317F1}"/>
              </a:ext>
            </a:extLst>
          </p:cNvPr>
          <p:cNvSpPr/>
          <p:nvPr/>
        </p:nvSpPr>
        <p:spPr>
          <a:xfrm>
            <a:off x="3427995" y="5242255"/>
            <a:ext cx="546674" cy="4754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1" name="Text 148">
            <a:extLst>
              <a:ext uri="{FF2B5EF4-FFF2-40B4-BE49-F238E27FC236}">
                <a16:creationId xmlns:a16="http://schemas.microsoft.com/office/drawing/2014/main" id="{25BE074E-DF59-4FCC-212E-503544C536A9}"/>
              </a:ext>
            </a:extLst>
          </p:cNvPr>
          <p:cNvSpPr txBox="1"/>
          <p:nvPr/>
        </p:nvSpPr>
        <p:spPr>
          <a:xfrm>
            <a:off x="3325125" y="448184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563"/>
          </a:p>
        </p:txBody>
      </p:sp>
      <p:sp>
        <p:nvSpPr>
          <p:cNvPr id="301" name="Val2">
            <a:extLst>
              <a:ext uri="{FF2B5EF4-FFF2-40B4-BE49-F238E27FC236}">
                <a16:creationId xmlns:a16="http://schemas.microsoft.com/office/drawing/2014/main" id="{25BE074E-DF59-4FCC-212E-503544C536A9}"/>
              </a:ext>
            </a:extLst>
          </p:cNvPr>
          <p:cNvSpPr txBox="1"/>
          <p:nvPr/>
        </p:nvSpPr>
        <p:spPr>
          <a:xfrm>
            <a:off x="3325125" y="5105095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563"/>
          </a:p>
        </p:txBody>
      </p:sp>
      <p:sp>
        <p:nvSpPr>
          <p:cNvPr id="152" name="Text 149">
            <a:extLst>
              <a:ext uri="{FF2B5EF4-FFF2-40B4-BE49-F238E27FC236}">
                <a16:creationId xmlns:a16="http://schemas.microsoft.com/office/drawing/2014/main" id="{FF50F780-E9C6-1524-1B15-6DF3C1D7E4AF}"/>
              </a:ext>
            </a:extLst>
          </p:cNvPr>
          <p:cNvSpPr txBox="1"/>
          <p:nvPr/>
        </p:nvSpPr>
        <p:spPr>
          <a:xfrm>
            <a:off x="3290835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2026Q2</a:t>
            </a:r>
            <a:endParaRPr lang="en-US" sz="488"/>
          </a:p>
        </p:txBody>
      </p:sp>
      <p:sp>
        <p:nvSpPr>
          <p:cNvPr id="153" name="Shape 150">
            <a:extLst>
              <a:ext uri="{FF2B5EF4-FFF2-40B4-BE49-F238E27FC236}">
                <a16:creationId xmlns:a16="http://schemas.microsoft.com/office/drawing/2014/main" id="{8D955795-A03E-1714-850E-B1C7528226E1}"/>
              </a:ext>
            </a:extLst>
          </p:cNvPr>
          <p:cNvSpPr/>
          <p:nvPr/>
        </p:nvSpPr>
        <p:spPr>
          <a:xfrm>
            <a:off x="781812" y="4704588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91" name="Shape 150">
            <a:extLst>
              <a:ext uri="{FF2B5EF4-FFF2-40B4-BE49-F238E27FC236}">
                <a16:creationId xmlns:a16="http://schemas.microsoft.com/office/drawing/2014/main" id="{8D955795-A03E-1714-850E-B1C7528226E1}"/>
              </a:ext>
            </a:extLst>
          </p:cNvPr>
          <p:cNvSpPr/>
          <p:nvPr/>
        </p:nvSpPr>
        <p:spPr>
          <a:xfrm>
            <a:off x="781812" y="5289804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4" name="Shape 151">
            <a:extLst>
              <a:ext uri="{FF2B5EF4-FFF2-40B4-BE49-F238E27FC236}">
                <a16:creationId xmlns:a16="http://schemas.microsoft.com/office/drawing/2014/main" id="{3BCE8987-37C2-1E64-1A20-5AB6032CEF20}"/>
              </a:ext>
            </a:extLst>
          </p:cNvPr>
          <p:cNvSpPr/>
          <p:nvPr/>
        </p:nvSpPr>
        <p:spPr>
          <a:xfrm>
            <a:off x="4283278" y="3342132"/>
            <a:ext cx="3624911" cy="2468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5" name="Text 152">
            <a:extLst>
              <a:ext uri="{FF2B5EF4-FFF2-40B4-BE49-F238E27FC236}">
                <a16:creationId xmlns:a16="http://schemas.microsoft.com/office/drawing/2014/main" id="{7AD5645A-0FF6-B705-4F4A-49674F9F5518}"/>
              </a:ext>
            </a:extLst>
          </p:cNvPr>
          <p:cNvSpPr txBox="1"/>
          <p:nvPr/>
        </p:nvSpPr>
        <p:spPr>
          <a:xfrm>
            <a:off x="4365574" y="3342132"/>
            <a:ext cx="1522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Cuenta por Conquistar</a:t>
            </a:r>
            <a:endParaRPr lang="en-US" sz="825"/>
          </a:p>
        </p:txBody>
      </p:sp>
      <p:sp>
        <p:nvSpPr>
          <p:cNvPr id="156" name="Shape 153">
            <a:extLst>
              <a:ext uri="{FF2B5EF4-FFF2-40B4-BE49-F238E27FC236}">
                <a16:creationId xmlns:a16="http://schemas.microsoft.com/office/drawing/2014/main" id="{56F9DB70-8CD6-7329-BFB8-1D3C69564AED}"/>
              </a:ext>
            </a:extLst>
          </p:cNvPr>
          <p:cNvSpPr/>
          <p:nvPr/>
        </p:nvSpPr>
        <p:spPr>
          <a:xfrm>
            <a:off x="5877258" y="3376422"/>
            <a:ext cx="1051224" cy="178308"/>
          </a:xfrm>
          <a:prstGeom prst="roundRect">
            <a:avLst>
              <a:gd name="adj" fmla="val 23077"/>
            </a:avLst>
          </a:prstGeom>
          <a:solidFill>
            <a:srgbClr val="0B2E2C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7" name="Text 154">
            <a:extLst>
              <a:ext uri="{FF2B5EF4-FFF2-40B4-BE49-F238E27FC236}">
                <a16:creationId xmlns:a16="http://schemas.microsoft.com/office/drawing/2014/main" id="{BCE3B453-4068-7081-4C93-312454630A47}"/>
              </a:ext>
            </a:extLst>
          </p:cNvPr>
          <p:cNvSpPr txBox="1"/>
          <p:nvPr/>
        </p:nvSpPr>
        <p:spPr>
          <a:xfrm>
            <a:off x="5877258" y="3376422"/>
            <a:ext cx="105122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TEA 3,2 pp</a:t>
            </a:r>
            <a:endParaRPr lang="en-US" sz="563"/>
          </a:p>
        </p:txBody>
      </p:sp>
      <p:sp>
        <p:nvSpPr>
          <p:cNvPr id="158" name="Shape 155">
            <a:extLst>
              <a:ext uri="{FF2B5EF4-FFF2-40B4-BE49-F238E27FC236}">
                <a16:creationId xmlns:a16="http://schemas.microsoft.com/office/drawing/2014/main" id="{26A3F6F5-4C11-3E21-52F4-CACEBC0801D3}"/>
              </a:ext>
            </a:extLst>
          </p:cNvPr>
          <p:cNvSpPr/>
          <p:nvPr/>
        </p:nvSpPr>
        <p:spPr>
          <a:xfrm>
            <a:off x="6983347" y="3376422"/>
            <a:ext cx="869978" cy="17830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9" name="Text 156">
            <a:extLst>
              <a:ext uri="{FF2B5EF4-FFF2-40B4-BE49-F238E27FC236}">
                <a16:creationId xmlns:a16="http://schemas.microsoft.com/office/drawing/2014/main" id="{D5DD7B53-AD6D-5364-4D77-64D069AEBEF5}"/>
              </a:ext>
            </a:extLst>
          </p:cNvPr>
          <p:cNvSpPr txBox="1"/>
          <p:nvPr/>
        </p:nvSpPr>
        <p:spPr>
          <a:xfrm>
            <a:off x="6983347" y="3376422"/>
            <a:ext cx="8699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-30 pp</a:t>
            </a:r>
            <a:endParaRPr lang="en-US" sz="563"/>
          </a:p>
        </p:txBody>
      </p:sp>
      <p:sp>
        <p:nvSpPr>
          <p:cNvPr id="160" name="Shape 157">
            <a:extLst>
              <a:ext uri="{FF2B5EF4-FFF2-40B4-BE49-F238E27FC236}">
                <a16:creationId xmlns:a16="http://schemas.microsoft.com/office/drawing/2014/main" id="{30B875E4-0302-F7DA-5B77-7C993107834E}"/>
              </a:ext>
            </a:extLst>
          </p:cNvPr>
          <p:cNvSpPr/>
          <p:nvPr/>
        </p:nvSpPr>
        <p:spPr>
          <a:xfrm>
            <a:off x="4283278" y="3589020"/>
            <a:ext cx="3624911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1" name="Text 158">
            <a:extLst>
              <a:ext uri="{FF2B5EF4-FFF2-40B4-BE49-F238E27FC236}">
                <a16:creationId xmlns:a16="http://schemas.microsoft.com/office/drawing/2014/main" id="{7DE9F050-877D-F27F-BB13-AEBAFC69B718}"/>
              </a:ext>
            </a:extLst>
          </p:cNvPr>
          <p:cNvSpPr txBox="1"/>
          <p:nvPr/>
        </p:nvSpPr>
        <p:spPr>
          <a:xfrm>
            <a:off x="4324427" y="3685032"/>
            <a:ext cx="274320" cy="50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525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5"/>
          </a:p>
        </p:txBody>
      </p:sp>
      <p:sp>
        <p:nvSpPr>
          <p:cNvPr id="162" name="Shape 159">
            <a:extLst>
              <a:ext uri="{FF2B5EF4-FFF2-40B4-BE49-F238E27FC236}">
                <a16:creationId xmlns:a16="http://schemas.microsoft.com/office/drawing/2014/main" id="{05E3C08D-2557-387D-AA5F-5634DC094C25}"/>
              </a:ext>
            </a:extLst>
          </p:cNvPr>
          <p:cNvSpPr/>
          <p:nvPr/>
        </p:nvSpPr>
        <p:spPr>
          <a:xfrm>
            <a:off x="4598747" y="3866677"/>
            <a:ext cx="803357" cy="46196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3" name="Shape 160">
            <a:extLst>
              <a:ext uri="{FF2B5EF4-FFF2-40B4-BE49-F238E27FC236}">
                <a16:creationId xmlns:a16="http://schemas.microsoft.com/office/drawing/2014/main" id="{F2EBE1AA-858A-178A-E423-59FC4F76DF89}"/>
              </a:ext>
            </a:extLst>
          </p:cNvPr>
          <p:cNvSpPr/>
          <p:nvPr/>
        </p:nvSpPr>
        <p:spPr>
          <a:xfrm>
            <a:off x="5402104" y="3912873"/>
            <a:ext cx="803357" cy="57745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4" name="Shape 161">
            <a:extLst>
              <a:ext uri="{FF2B5EF4-FFF2-40B4-BE49-F238E27FC236}">
                <a16:creationId xmlns:a16="http://schemas.microsoft.com/office/drawing/2014/main" id="{36C350AA-C9F2-1794-B1DA-BE511274AB22}"/>
              </a:ext>
            </a:extLst>
          </p:cNvPr>
          <p:cNvSpPr/>
          <p:nvPr/>
        </p:nvSpPr>
        <p:spPr>
          <a:xfrm flipV="1">
            <a:off x="6205462" y="3947520"/>
            <a:ext cx="803357" cy="23098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5" name="Shape 162">
            <a:extLst>
              <a:ext uri="{FF2B5EF4-FFF2-40B4-BE49-F238E27FC236}">
                <a16:creationId xmlns:a16="http://schemas.microsoft.com/office/drawing/2014/main" id="{B465CD28-15AA-7C16-6661-0D86559CAC7E}"/>
              </a:ext>
            </a:extLst>
          </p:cNvPr>
          <p:cNvSpPr/>
          <p:nvPr/>
        </p:nvSpPr>
        <p:spPr>
          <a:xfrm flipV="1">
            <a:off x="7008820" y="3895549"/>
            <a:ext cx="803357" cy="51970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6" name="Shape 163">
            <a:extLst>
              <a:ext uri="{FF2B5EF4-FFF2-40B4-BE49-F238E27FC236}">
                <a16:creationId xmlns:a16="http://schemas.microsoft.com/office/drawing/2014/main" id="{AA2E4499-5C93-5781-A4C1-55BE388E4C57}"/>
              </a:ext>
            </a:extLst>
          </p:cNvPr>
          <p:cNvSpPr/>
          <p:nvPr/>
        </p:nvSpPr>
        <p:spPr>
          <a:xfrm>
            <a:off x="4598747" y="4097647"/>
            <a:ext cx="803357" cy="3104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7" name="Shape 164">
            <a:extLst>
              <a:ext uri="{FF2B5EF4-FFF2-40B4-BE49-F238E27FC236}">
                <a16:creationId xmlns:a16="http://schemas.microsoft.com/office/drawing/2014/main" id="{21D1FA63-4BC3-88C1-529C-895504FF0B4B}"/>
              </a:ext>
            </a:extLst>
          </p:cNvPr>
          <p:cNvSpPr/>
          <p:nvPr/>
        </p:nvSpPr>
        <p:spPr>
          <a:xfrm>
            <a:off x="5402104" y="4100752"/>
            <a:ext cx="803357" cy="19921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8" name="Shape 165">
            <a:extLst>
              <a:ext uri="{FF2B5EF4-FFF2-40B4-BE49-F238E27FC236}">
                <a16:creationId xmlns:a16="http://schemas.microsoft.com/office/drawing/2014/main" id="{7F426351-3FFB-F5DE-E2CB-01488D88DB3C}"/>
              </a:ext>
            </a:extLst>
          </p:cNvPr>
          <p:cNvSpPr/>
          <p:nvPr/>
        </p:nvSpPr>
        <p:spPr>
          <a:xfrm>
            <a:off x="6205462" y="4120673"/>
            <a:ext cx="803357" cy="1796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9" name="Shape 166">
            <a:extLst>
              <a:ext uri="{FF2B5EF4-FFF2-40B4-BE49-F238E27FC236}">
                <a16:creationId xmlns:a16="http://schemas.microsoft.com/office/drawing/2014/main" id="{A6337EA0-3BB8-6353-D41B-AA8A1697017E}"/>
              </a:ext>
            </a:extLst>
          </p:cNvPr>
          <p:cNvSpPr/>
          <p:nvPr/>
        </p:nvSpPr>
        <p:spPr>
          <a:xfrm flipV="1">
            <a:off x="7008820" y="4085750"/>
            <a:ext cx="803357" cy="36719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70" name="Text 167">
            <a:extLst>
              <a:ext uri="{FF2B5EF4-FFF2-40B4-BE49-F238E27FC236}">
                <a16:creationId xmlns:a16="http://schemas.microsoft.com/office/drawing/2014/main" id="{08E8700B-8C2C-184E-99D0-2C17C743983A}"/>
              </a:ext>
            </a:extLst>
          </p:cNvPr>
          <p:cNvSpPr txBox="1"/>
          <p:nvPr/>
        </p:nvSpPr>
        <p:spPr>
          <a:xfrm>
            <a:off x="4358717" y="3715802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</a:t>
            </a:r>
            <a:endParaRPr lang="en-US" sz="525"/>
          </a:p>
        </p:txBody>
      </p:sp>
      <p:sp>
        <p:nvSpPr>
          <p:cNvPr id="171" name="Text 168">
            <a:extLst>
              <a:ext uri="{FF2B5EF4-FFF2-40B4-BE49-F238E27FC236}">
                <a16:creationId xmlns:a16="http://schemas.microsoft.com/office/drawing/2014/main" id="{B275D472-A3DE-3037-D68F-81C70DB4834A}"/>
              </a:ext>
            </a:extLst>
          </p:cNvPr>
          <p:cNvSpPr txBox="1"/>
          <p:nvPr/>
        </p:nvSpPr>
        <p:spPr>
          <a:xfrm>
            <a:off x="7572146" y="3744673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</a:t>
            </a:r>
            <a:endParaRPr lang="en-US" sz="525"/>
          </a:p>
        </p:txBody>
      </p:sp>
      <p:sp>
        <p:nvSpPr>
          <p:cNvPr id="172" name="Text 169">
            <a:extLst>
              <a:ext uri="{FF2B5EF4-FFF2-40B4-BE49-F238E27FC236}">
                <a16:creationId xmlns:a16="http://schemas.microsoft.com/office/drawing/2014/main" id="{D3837543-D69A-768B-C28C-07C00FCEBA5B}"/>
              </a:ext>
            </a:extLst>
          </p:cNvPr>
          <p:cNvSpPr txBox="1"/>
          <p:nvPr/>
        </p:nvSpPr>
        <p:spPr>
          <a:xfrm>
            <a:off x="4358717" y="4138795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</a:t>
            </a:r>
            <a:endParaRPr lang="en-US" sz="525"/>
          </a:p>
        </p:txBody>
      </p:sp>
      <p:sp>
        <p:nvSpPr>
          <p:cNvPr id="173" name="Text 170">
            <a:extLst>
              <a:ext uri="{FF2B5EF4-FFF2-40B4-BE49-F238E27FC236}">
                <a16:creationId xmlns:a16="http://schemas.microsoft.com/office/drawing/2014/main" id="{A9D9981E-C90E-4DFC-6277-2BE601CC67F9}"/>
              </a:ext>
            </a:extLst>
          </p:cNvPr>
          <p:cNvSpPr txBox="1"/>
          <p:nvPr/>
        </p:nvSpPr>
        <p:spPr>
          <a:xfrm>
            <a:off x="7572146" y="4126898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</a:t>
            </a:r>
            <a:endParaRPr lang="en-US" sz="525"/>
          </a:p>
        </p:txBody>
      </p:sp>
      <p:sp>
        <p:nvSpPr>
          <p:cNvPr id="174" name="Text 171">
            <a:extLst>
              <a:ext uri="{FF2B5EF4-FFF2-40B4-BE49-F238E27FC236}">
                <a16:creationId xmlns:a16="http://schemas.microsoft.com/office/drawing/2014/main" id="{DD3AFEC6-341E-6F52-85B0-F28018A98907}"/>
              </a:ext>
            </a:extLst>
          </p:cNvPr>
          <p:cNvSpPr txBox="1"/>
          <p:nvPr/>
        </p:nvSpPr>
        <p:spPr>
          <a:xfrm>
            <a:off x="4328998" y="424738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525" dirty="0"/>
          </a:p>
        </p:txBody>
      </p:sp>
      <p:sp>
        <p:nvSpPr>
          <p:cNvPr id="302" name="Heading2">
            <a:extLst>
              <a:ext uri="{FF2B5EF4-FFF2-40B4-BE49-F238E27FC236}">
                <a16:creationId xmlns:a16="http://schemas.microsoft.com/office/drawing/2014/main" id="{DD3AFEC6-341E-6F52-85B0-F28018A98907}"/>
              </a:ext>
            </a:extLst>
          </p:cNvPr>
          <p:cNvSpPr txBox="1"/>
          <p:nvPr/>
        </p:nvSpPr>
        <p:spPr>
          <a:xfrm>
            <a:off x="4328998" y="475945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525" dirty="0"/>
          </a:p>
        </p:txBody>
      </p:sp>
      <p:sp>
        <p:nvSpPr>
          <p:cNvPr id="175" name="Shape 172">
            <a:extLst>
              <a:ext uri="{FF2B5EF4-FFF2-40B4-BE49-F238E27FC236}">
                <a16:creationId xmlns:a16="http://schemas.microsoft.com/office/drawing/2014/main" id="{28B90D0D-B4B1-C958-E383-8FB98225C08D}"/>
              </a:ext>
            </a:extLst>
          </p:cNvPr>
          <p:cNvSpPr/>
          <p:nvPr/>
        </p:nvSpPr>
        <p:spPr>
          <a:xfrm>
            <a:off x="4646753" y="4538166"/>
            <a:ext cx="546674" cy="166421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04" name="Bar2">
            <a:extLst>
              <a:ext uri="{FF2B5EF4-FFF2-40B4-BE49-F238E27FC236}">
                <a16:creationId xmlns:a16="http://schemas.microsoft.com/office/drawing/2014/main" id="{28B90D0D-B4B1-C958-E383-8FB98225C08D}"/>
              </a:ext>
            </a:extLst>
          </p:cNvPr>
          <p:cNvSpPr/>
          <p:nvPr/>
        </p:nvSpPr>
        <p:spPr>
          <a:xfrm>
            <a:off x="4646753" y="5156666"/>
            <a:ext cx="546674" cy="133137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76" name="Text 173">
            <a:extLst>
              <a:ext uri="{FF2B5EF4-FFF2-40B4-BE49-F238E27FC236}">
                <a16:creationId xmlns:a16="http://schemas.microsoft.com/office/drawing/2014/main" id="{F7F29BFA-616A-4E35-7CBA-30224DBFC270}"/>
              </a:ext>
            </a:extLst>
          </p:cNvPr>
          <p:cNvSpPr txBox="1"/>
          <p:nvPr/>
        </p:nvSpPr>
        <p:spPr>
          <a:xfrm>
            <a:off x="4543883" y="440100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63"/>
          </a:p>
        </p:txBody>
      </p:sp>
      <p:sp>
        <p:nvSpPr>
          <p:cNvPr id="305" name="Val2">
            <a:extLst>
              <a:ext uri="{FF2B5EF4-FFF2-40B4-BE49-F238E27FC236}">
                <a16:creationId xmlns:a16="http://schemas.microsoft.com/office/drawing/2014/main" id="{F7F29BFA-616A-4E35-7CBA-30224DBFC270}"/>
              </a:ext>
            </a:extLst>
          </p:cNvPr>
          <p:cNvSpPr txBox="1"/>
          <p:nvPr/>
        </p:nvSpPr>
        <p:spPr>
          <a:xfrm>
            <a:off x="4543883" y="501950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563"/>
          </a:p>
        </p:txBody>
      </p:sp>
      <p:sp>
        <p:nvSpPr>
          <p:cNvPr id="177" name="Text 174">
            <a:extLst>
              <a:ext uri="{FF2B5EF4-FFF2-40B4-BE49-F238E27FC236}">
                <a16:creationId xmlns:a16="http://schemas.microsoft.com/office/drawing/2014/main" id="{C0B9A903-09B4-AA89-E2A9-625B95CCA936}"/>
              </a:ext>
            </a:extLst>
          </p:cNvPr>
          <p:cNvSpPr txBox="1"/>
          <p:nvPr/>
        </p:nvSpPr>
        <p:spPr>
          <a:xfrm>
            <a:off x="4509593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2025Q2</a:t>
            </a:r>
            <a:endParaRPr lang="en-US" sz="488"/>
          </a:p>
        </p:txBody>
      </p:sp>
      <p:sp>
        <p:nvSpPr>
          <p:cNvPr id="178" name="Shape 175">
            <a:extLst>
              <a:ext uri="{FF2B5EF4-FFF2-40B4-BE49-F238E27FC236}">
                <a16:creationId xmlns:a16="http://schemas.microsoft.com/office/drawing/2014/main" id="{B2A64E02-A649-D572-F276-B25428C39FB9}"/>
              </a:ext>
            </a:extLst>
          </p:cNvPr>
          <p:cNvSpPr/>
          <p:nvPr/>
        </p:nvSpPr>
        <p:spPr>
          <a:xfrm>
            <a:off x="5289439" y="4547676"/>
            <a:ext cx="546674" cy="156911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06" name="Bar2">
            <a:extLst>
              <a:ext uri="{FF2B5EF4-FFF2-40B4-BE49-F238E27FC236}">
                <a16:creationId xmlns:a16="http://schemas.microsoft.com/office/drawing/2014/main" id="{B2A64E02-A649-D572-F276-B25428C39FB9}"/>
              </a:ext>
            </a:extLst>
          </p:cNvPr>
          <p:cNvSpPr/>
          <p:nvPr/>
        </p:nvSpPr>
        <p:spPr>
          <a:xfrm>
            <a:off x="5289439" y="5166176"/>
            <a:ext cx="546674" cy="123627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79" name="Text 176">
            <a:extLst>
              <a:ext uri="{FF2B5EF4-FFF2-40B4-BE49-F238E27FC236}">
                <a16:creationId xmlns:a16="http://schemas.microsoft.com/office/drawing/2014/main" id="{81F6EF3E-A8A4-1507-8F16-2AC33D67A8D3}"/>
              </a:ext>
            </a:extLst>
          </p:cNvPr>
          <p:cNvSpPr txBox="1"/>
          <p:nvPr/>
        </p:nvSpPr>
        <p:spPr>
          <a:xfrm>
            <a:off x="5186569" y="441051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563"/>
          </a:p>
        </p:txBody>
      </p:sp>
      <p:sp>
        <p:nvSpPr>
          <p:cNvPr id="307" name="Val2">
            <a:extLst>
              <a:ext uri="{FF2B5EF4-FFF2-40B4-BE49-F238E27FC236}">
                <a16:creationId xmlns:a16="http://schemas.microsoft.com/office/drawing/2014/main" id="{81F6EF3E-A8A4-1507-8F16-2AC33D67A8D3}"/>
              </a:ext>
            </a:extLst>
          </p:cNvPr>
          <p:cNvSpPr txBox="1"/>
          <p:nvPr/>
        </p:nvSpPr>
        <p:spPr>
          <a:xfrm>
            <a:off x="5186569" y="502901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563"/>
          </a:p>
        </p:txBody>
      </p:sp>
      <p:sp>
        <p:nvSpPr>
          <p:cNvPr id="180" name="Text 177">
            <a:extLst>
              <a:ext uri="{FF2B5EF4-FFF2-40B4-BE49-F238E27FC236}">
                <a16:creationId xmlns:a16="http://schemas.microsoft.com/office/drawing/2014/main" id="{B22C02EF-376A-A70A-1CA5-3DCE16870014}"/>
              </a:ext>
            </a:extLst>
          </p:cNvPr>
          <p:cNvSpPr txBox="1"/>
          <p:nvPr/>
        </p:nvSpPr>
        <p:spPr>
          <a:xfrm>
            <a:off x="5152279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2025Q3</a:t>
            </a:r>
            <a:endParaRPr lang="en-US" sz="488"/>
          </a:p>
        </p:txBody>
      </p:sp>
      <p:sp>
        <p:nvSpPr>
          <p:cNvPr id="181" name="Shape 178">
            <a:extLst>
              <a:ext uri="{FF2B5EF4-FFF2-40B4-BE49-F238E27FC236}">
                <a16:creationId xmlns:a16="http://schemas.microsoft.com/office/drawing/2014/main" id="{048D696F-C735-8D24-56BE-4F042434A5A6}"/>
              </a:ext>
            </a:extLst>
          </p:cNvPr>
          <p:cNvSpPr/>
          <p:nvPr/>
        </p:nvSpPr>
        <p:spPr>
          <a:xfrm>
            <a:off x="5932125" y="4559563"/>
            <a:ext cx="546674" cy="145024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08" name="Bar2">
            <a:extLst>
              <a:ext uri="{FF2B5EF4-FFF2-40B4-BE49-F238E27FC236}">
                <a16:creationId xmlns:a16="http://schemas.microsoft.com/office/drawing/2014/main" id="{048D696F-C735-8D24-56BE-4F042434A5A6}"/>
              </a:ext>
            </a:extLst>
          </p:cNvPr>
          <p:cNvSpPr/>
          <p:nvPr/>
        </p:nvSpPr>
        <p:spPr>
          <a:xfrm>
            <a:off x="5932125" y="5185196"/>
            <a:ext cx="546674" cy="104607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82" name="Text 179">
            <a:extLst>
              <a:ext uri="{FF2B5EF4-FFF2-40B4-BE49-F238E27FC236}">
                <a16:creationId xmlns:a16="http://schemas.microsoft.com/office/drawing/2014/main" id="{5D9099EC-976A-DE3C-EA46-85B671162CD7}"/>
              </a:ext>
            </a:extLst>
          </p:cNvPr>
          <p:cNvSpPr txBox="1"/>
          <p:nvPr/>
        </p:nvSpPr>
        <p:spPr>
          <a:xfrm>
            <a:off x="5829255" y="4422403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563"/>
          </a:p>
        </p:txBody>
      </p:sp>
      <p:sp>
        <p:nvSpPr>
          <p:cNvPr id="309" name="Val2">
            <a:extLst>
              <a:ext uri="{FF2B5EF4-FFF2-40B4-BE49-F238E27FC236}">
                <a16:creationId xmlns:a16="http://schemas.microsoft.com/office/drawing/2014/main" id="{5D9099EC-976A-DE3C-EA46-85B671162CD7}"/>
              </a:ext>
            </a:extLst>
          </p:cNvPr>
          <p:cNvSpPr txBox="1"/>
          <p:nvPr/>
        </p:nvSpPr>
        <p:spPr>
          <a:xfrm>
            <a:off x="5829255" y="504803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563"/>
          </a:p>
        </p:txBody>
      </p:sp>
      <p:sp>
        <p:nvSpPr>
          <p:cNvPr id="183" name="Text 180">
            <a:extLst>
              <a:ext uri="{FF2B5EF4-FFF2-40B4-BE49-F238E27FC236}">
                <a16:creationId xmlns:a16="http://schemas.microsoft.com/office/drawing/2014/main" id="{9AD4E581-B5AF-7208-69A8-9788A18DF957}"/>
              </a:ext>
            </a:extLst>
          </p:cNvPr>
          <p:cNvSpPr txBox="1"/>
          <p:nvPr/>
        </p:nvSpPr>
        <p:spPr>
          <a:xfrm>
            <a:off x="5794965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2025Q4</a:t>
            </a:r>
            <a:endParaRPr lang="en-US" sz="488"/>
          </a:p>
        </p:txBody>
      </p:sp>
      <p:sp>
        <p:nvSpPr>
          <p:cNvPr id="184" name="Shape 181">
            <a:extLst>
              <a:ext uri="{FF2B5EF4-FFF2-40B4-BE49-F238E27FC236}">
                <a16:creationId xmlns:a16="http://schemas.microsoft.com/office/drawing/2014/main" id="{64937785-A569-9C83-B087-DE88CDA9B24B}"/>
              </a:ext>
            </a:extLst>
          </p:cNvPr>
          <p:cNvSpPr/>
          <p:nvPr/>
        </p:nvSpPr>
        <p:spPr>
          <a:xfrm>
            <a:off x="6574811" y="4576205"/>
            <a:ext cx="546674" cy="12838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10" name="Bar2">
            <a:extLst>
              <a:ext uri="{FF2B5EF4-FFF2-40B4-BE49-F238E27FC236}">
                <a16:creationId xmlns:a16="http://schemas.microsoft.com/office/drawing/2014/main" id="{64937785-A569-9C83-B087-DE88CDA9B24B}"/>
              </a:ext>
            </a:extLst>
          </p:cNvPr>
          <p:cNvSpPr/>
          <p:nvPr/>
        </p:nvSpPr>
        <p:spPr>
          <a:xfrm>
            <a:off x="6574811" y="5206593"/>
            <a:ext cx="546674" cy="83210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85" name="Text 182">
            <a:extLst>
              <a:ext uri="{FF2B5EF4-FFF2-40B4-BE49-F238E27FC236}">
                <a16:creationId xmlns:a16="http://schemas.microsoft.com/office/drawing/2014/main" id="{34A4E46D-890C-0265-3C0E-5460316CFB8F}"/>
              </a:ext>
            </a:extLst>
          </p:cNvPr>
          <p:cNvSpPr txBox="1"/>
          <p:nvPr/>
        </p:nvSpPr>
        <p:spPr>
          <a:xfrm>
            <a:off x="6471941" y="4439045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563"/>
          </a:p>
        </p:txBody>
      </p:sp>
      <p:sp>
        <p:nvSpPr>
          <p:cNvPr id="311" name="Val2">
            <a:extLst>
              <a:ext uri="{FF2B5EF4-FFF2-40B4-BE49-F238E27FC236}">
                <a16:creationId xmlns:a16="http://schemas.microsoft.com/office/drawing/2014/main" id="{34A4E46D-890C-0265-3C0E-5460316CFB8F}"/>
              </a:ext>
            </a:extLst>
          </p:cNvPr>
          <p:cNvSpPr txBox="1"/>
          <p:nvPr/>
        </p:nvSpPr>
        <p:spPr>
          <a:xfrm>
            <a:off x="6471941" y="5069433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563"/>
          </a:p>
        </p:txBody>
      </p:sp>
      <p:sp>
        <p:nvSpPr>
          <p:cNvPr id="186" name="Text 183">
            <a:extLst>
              <a:ext uri="{FF2B5EF4-FFF2-40B4-BE49-F238E27FC236}">
                <a16:creationId xmlns:a16="http://schemas.microsoft.com/office/drawing/2014/main" id="{CD99CD4E-3464-C9AC-161A-4FCEDA9623E3}"/>
              </a:ext>
            </a:extLst>
          </p:cNvPr>
          <p:cNvSpPr txBox="1"/>
          <p:nvPr/>
        </p:nvSpPr>
        <p:spPr>
          <a:xfrm>
            <a:off x="6437651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2026Q1</a:t>
            </a:r>
            <a:endParaRPr lang="en-US" sz="488"/>
          </a:p>
        </p:txBody>
      </p:sp>
      <p:sp>
        <p:nvSpPr>
          <p:cNvPr id="187" name="Shape 184">
            <a:extLst>
              <a:ext uri="{FF2B5EF4-FFF2-40B4-BE49-F238E27FC236}">
                <a16:creationId xmlns:a16="http://schemas.microsoft.com/office/drawing/2014/main" id="{236F6FB2-EA53-0192-4843-E90B3C1DB8BE}"/>
              </a:ext>
            </a:extLst>
          </p:cNvPr>
          <p:cNvSpPr/>
          <p:nvPr/>
        </p:nvSpPr>
        <p:spPr>
          <a:xfrm>
            <a:off x="7217497" y="4607112"/>
            <a:ext cx="546674" cy="97475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12" name="Bar2">
            <a:extLst>
              <a:ext uri="{FF2B5EF4-FFF2-40B4-BE49-F238E27FC236}">
                <a16:creationId xmlns:a16="http://schemas.microsoft.com/office/drawing/2014/main" id="{236F6FB2-EA53-0192-4843-E90B3C1DB8BE}"/>
              </a:ext>
            </a:extLst>
          </p:cNvPr>
          <p:cNvSpPr/>
          <p:nvPr/>
        </p:nvSpPr>
        <p:spPr>
          <a:xfrm>
            <a:off x="7217497" y="5223235"/>
            <a:ext cx="546674" cy="6656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88" name="Text 185">
            <a:extLst>
              <a:ext uri="{FF2B5EF4-FFF2-40B4-BE49-F238E27FC236}">
                <a16:creationId xmlns:a16="http://schemas.microsoft.com/office/drawing/2014/main" id="{450F0816-7394-50E2-6C6B-DCDBB3548D29}"/>
              </a:ext>
            </a:extLst>
          </p:cNvPr>
          <p:cNvSpPr txBox="1"/>
          <p:nvPr/>
        </p:nvSpPr>
        <p:spPr>
          <a:xfrm>
            <a:off x="7114627" y="446995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563"/>
          </a:p>
        </p:txBody>
      </p:sp>
      <p:sp>
        <p:nvSpPr>
          <p:cNvPr id="313" name="Val2">
            <a:extLst>
              <a:ext uri="{FF2B5EF4-FFF2-40B4-BE49-F238E27FC236}">
                <a16:creationId xmlns:a16="http://schemas.microsoft.com/office/drawing/2014/main" id="{450F0816-7394-50E2-6C6B-DCDBB3548D29}"/>
              </a:ext>
            </a:extLst>
          </p:cNvPr>
          <p:cNvSpPr txBox="1"/>
          <p:nvPr/>
        </p:nvSpPr>
        <p:spPr>
          <a:xfrm>
            <a:off x="7114627" y="5086075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563"/>
          </a:p>
        </p:txBody>
      </p:sp>
      <p:sp>
        <p:nvSpPr>
          <p:cNvPr id="189" name="Text 186">
            <a:extLst>
              <a:ext uri="{FF2B5EF4-FFF2-40B4-BE49-F238E27FC236}">
                <a16:creationId xmlns:a16="http://schemas.microsoft.com/office/drawing/2014/main" id="{4E5D0E7A-0870-6DA2-6B84-5C0B685838F5}"/>
              </a:ext>
            </a:extLst>
          </p:cNvPr>
          <p:cNvSpPr txBox="1"/>
          <p:nvPr/>
        </p:nvSpPr>
        <p:spPr>
          <a:xfrm>
            <a:off x="7080337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2026Q2</a:t>
            </a:r>
            <a:endParaRPr lang="en-US" sz="488"/>
          </a:p>
        </p:txBody>
      </p:sp>
      <p:sp>
        <p:nvSpPr>
          <p:cNvPr id="190" name="Shape 187">
            <a:extLst>
              <a:ext uri="{FF2B5EF4-FFF2-40B4-BE49-F238E27FC236}">
                <a16:creationId xmlns:a16="http://schemas.microsoft.com/office/drawing/2014/main" id="{3EB3CEE8-D9B3-48EC-D7F0-21217F534E92}"/>
              </a:ext>
            </a:extLst>
          </p:cNvPr>
          <p:cNvSpPr/>
          <p:nvPr/>
        </p:nvSpPr>
        <p:spPr>
          <a:xfrm>
            <a:off x="4571314" y="4704588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03" name="Shape 187">
            <a:extLst>
              <a:ext uri="{FF2B5EF4-FFF2-40B4-BE49-F238E27FC236}">
                <a16:creationId xmlns:a16="http://schemas.microsoft.com/office/drawing/2014/main" id="{3EB3CEE8-D9B3-48EC-D7F0-21217F534E92}"/>
              </a:ext>
            </a:extLst>
          </p:cNvPr>
          <p:cNvSpPr/>
          <p:nvPr/>
        </p:nvSpPr>
        <p:spPr>
          <a:xfrm>
            <a:off x="4571314" y="5289804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91" name="Shape 188">
            <a:extLst>
              <a:ext uri="{FF2B5EF4-FFF2-40B4-BE49-F238E27FC236}">
                <a16:creationId xmlns:a16="http://schemas.microsoft.com/office/drawing/2014/main" id="{A355E379-59A8-4DA4-CECF-9B08B3A2ECED}"/>
              </a:ext>
            </a:extLst>
          </p:cNvPr>
          <p:cNvSpPr/>
          <p:nvPr/>
        </p:nvSpPr>
        <p:spPr>
          <a:xfrm>
            <a:off x="8072780" y="3342132"/>
            <a:ext cx="3624911" cy="2468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92" name="Text 189">
            <a:extLst>
              <a:ext uri="{FF2B5EF4-FFF2-40B4-BE49-F238E27FC236}">
                <a16:creationId xmlns:a16="http://schemas.microsoft.com/office/drawing/2014/main" id="{845FD92B-550B-47B3-5B1E-012C52EEA045}"/>
              </a:ext>
            </a:extLst>
          </p:cNvPr>
          <p:cNvSpPr txBox="1"/>
          <p:nvPr/>
        </p:nvSpPr>
        <p:spPr>
          <a:xfrm>
            <a:off x="8155076" y="3342132"/>
            <a:ext cx="1522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por Reactivar</a:t>
            </a:r>
            <a:endParaRPr lang="en-US" sz="825"/>
          </a:p>
        </p:txBody>
      </p:sp>
      <p:sp>
        <p:nvSpPr>
          <p:cNvPr id="193" name="Shape 190">
            <a:extLst>
              <a:ext uri="{FF2B5EF4-FFF2-40B4-BE49-F238E27FC236}">
                <a16:creationId xmlns:a16="http://schemas.microsoft.com/office/drawing/2014/main" id="{A1A05932-D19A-1FC4-95F3-91D00C3C1E8C}"/>
              </a:ext>
            </a:extLst>
          </p:cNvPr>
          <p:cNvSpPr/>
          <p:nvPr/>
        </p:nvSpPr>
        <p:spPr>
          <a:xfrm>
            <a:off x="9666761" y="3376422"/>
            <a:ext cx="1051224" cy="178308"/>
          </a:xfrm>
          <a:prstGeom prst="roundRect">
            <a:avLst>
              <a:gd name="adj" fmla="val 23077"/>
            </a:avLst>
          </a:prstGeom>
          <a:solidFill>
            <a:srgbClr val="0B2E2C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94" name="Text 191">
            <a:extLst>
              <a:ext uri="{FF2B5EF4-FFF2-40B4-BE49-F238E27FC236}">
                <a16:creationId xmlns:a16="http://schemas.microsoft.com/office/drawing/2014/main" id="{CA5FFC1A-8968-E7FE-94B6-3B52525CB585}"/>
              </a:ext>
            </a:extLst>
          </p:cNvPr>
          <p:cNvSpPr txBox="1"/>
          <p:nvPr/>
        </p:nvSpPr>
        <p:spPr>
          <a:xfrm>
            <a:off x="9666761" y="3376422"/>
            <a:ext cx="105122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TEA 3,7 pp</a:t>
            </a:r>
            <a:endParaRPr lang="en-US" sz="563"/>
          </a:p>
        </p:txBody>
      </p:sp>
      <p:sp>
        <p:nvSpPr>
          <p:cNvPr id="195" name="Shape 192">
            <a:extLst>
              <a:ext uri="{FF2B5EF4-FFF2-40B4-BE49-F238E27FC236}">
                <a16:creationId xmlns:a16="http://schemas.microsoft.com/office/drawing/2014/main" id="{A1C0BAA7-B684-3D28-BD9E-EB066CE90B16}"/>
              </a:ext>
            </a:extLst>
          </p:cNvPr>
          <p:cNvSpPr/>
          <p:nvPr/>
        </p:nvSpPr>
        <p:spPr>
          <a:xfrm>
            <a:off x="10772849" y="3376422"/>
            <a:ext cx="869978" cy="17830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96" name="Text 193">
            <a:extLst>
              <a:ext uri="{FF2B5EF4-FFF2-40B4-BE49-F238E27FC236}">
                <a16:creationId xmlns:a16="http://schemas.microsoft.com/office/drawing/2014/main" id="{01F2DC37-C271-019E-E265-DEC783D72C7E}"/>
              </a:ext>
            </a:extLst>
          </p:cNvPr>
          <p:cNvSpPr txBox="1"/>
          <p:nvPr/>
        </p:nvSpPr>
        <p:spPr>
          <a:xfrm>
            <a:off x="10772849" y="3376422"/>
            <a:ext cx="8699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-23 pp</a:t>
            </a:r>
            <a:endParaRPr lang="en-US" sz="563"/>
          </a:p>
        </p:txBody>
      </p:sp>
      <p:sp>
        <p:nvSpPr>
          <p:cNvPr id="197" name="Shape 194">
            <a:extLst>
              <a:ext uri="{FF2B5EF4-FFF2-40B4-BE49-F238E27FC236}">
                <a16:creationId xmlns:a16="http://schemas.microsoft.com/office/drawing/2014/main" id="{AEB94E2B-855B-9D47-1450-97B1EBB91BFF}"/>
              </a:ext>
            </a:extLst>
          </p:cNvPr>
          <p:cNvSpPr/>
          <p:nvPr/>
        </p:nvSpPr>
        <p:spPr>
          <a:xfrm>
            <a:off x="8072780" y="3589020"/>
            <a:ext cx="3624911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98" name="Text 195">
            <a:extLst>
              <a:ext uri="{FF2B5EF4-FFF2-40B4-BE49-F238E27FC236}">
                <a16:creationId xmlns:a16="http://schemas.microsoft.com/office/drawing/2014/main" id="{29727BDD-C306-FAD4-159E-AF17A81B2CF0}"/>
              </a:ext>
            </a:extLst>
          </p:cNvPr>
          <p:cNvSpPr txBox="1"/>
          <p:nvPr/>
        </p:nvSpPr>
        <p:spPr>
          <a:xfrm>
            <a:off x="8113928" y="3685032"/>
            <a:ext cx="274320" cy="50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525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5"/>
          </a:p>
        </p:txBody>
      </p:sp>
      <p:sp>
        <p:nvSpPr>
          <p:cNvPr id="199" name="Shape 196">
            <a:extLst>
              <a:ext uri="{FF2B5EF4-FFF2-40B4-BE49-F238E27FC236}">
                <a16:creationId xmlns:a16="http://schemas.microsoft.com/office/drawing/2014/main" id="{242FA5F5-F880-1C9F-7782-77D46975ADA0}"/>
              </a:ext>
            </a:extLst>
          </p:cNvPr>
          <p:cNvSpPr/>
          <p:nvPr/>
        </p:nvSpPr>
        <p:spPr>
          <a:xfrm flipV="1">
            <a:off x="8388249" y="3872968"/>
            <a:ext cx="803357" cy="55373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0" name="Shape 197">
            <a:extLst>
              <a:ext uri="{FF2B5EF4-FFF2-40B4-BE49-F238E27FC236}">
                <a16:creationId xmlns:a16="http://schemas.microsoft.com/office/drawing/2014/main" id="{3E9D6B5E-FED6-AFA4-EF98-0F3BCF4820B1}"/>
              </a:ext>
            </a:extLst>
          </p:cNvPr>
          <p:cNvSpPr/>
          <p:nvPr/>
        </p:nvSpPr>
        <p:spPr>
          <a:xfrm flipV="1">
            <a:off x="9191607" y="3867431"/>
            <a:ext cx="803357" cy="5537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1" name="Shape 198">
            <a:extLst>
              <a:ext uri="{FF2B5EF4-FFF2-40B4-BE49-F238E27FC236}">
                <a16:creationId xmlns:a16="http://schemas.microsoft.com/office/drawing/2014/main" id="{B4040EB8-78AD-461D-5605-AE7EC9E5B64E}"/>
              </a:ext>
            </a:extLst>
          </p:cNvPr>
          <p:cNvSpPr/>
          <p:nvPr/>
        </p:nvSpPr>
        <p:spPr>
          <a:xfrm>
            <a:off x="9994964" y="3867431"/>
            <a:ext cx="803357" cy="0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2" name="Shape 199">
            <a:extLst>
              <a:ext uri="{FF2B5EF4-FFF2-40B4-BE49-F238E27FC236}">
                <a16:creationId xmlns:a16="http://schemas.microsoft.com/office/drawing/2014/main" id="{53BB6888-50D2-91B9-5EC5-E03F0B74710F}"/>
              </a:ext>
            </a:extLst>
          </p:cNvPr>
          <p:cNvSpPr/>
          <p:nvPr/>
        </p:nvSpPr>
        <p:spPr>
          <a:xfrm>
            <a:off x="10798321" y="3867431"/>
            <a:ext cx="803357" cy="11074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3" name="Shape 200">
            <a:extLst>
              <a:ext uri="{FF2B5EF4-FFF2-40B4-BE49-F238E27FC236}">
                <a16:creationId xmlns:a16="http://schemas.microsoft.com/office/drawing/2014/main" id="{E25490AB-90C7-F1B6-019C-49C098DCCDBD}"/>
              </a:ext>
            </a:extLst>
          </p:cNvPr>
          <p:cNvSpPr/>
          <p:nvPr/>
        </p:nvSpPr>
        <p:spPr>
          <a:xfrm flipV="1">
            <a:off x="8388249" y="4074651"/>
            <a:ext cx="803357" cy="35409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4" name="Shape 201">
            <a:extLst>
              <a:ext uri="{FF2B5EF4-FFF2-40B4-BE49-F238E27FC236}">
                <a16:creationId xmlns:a16="http://schemas.microsoft.com/office/drawing/2014/main" id="{E8E021F4-D758-55D8-996F-187FB8885FDA}"/>
              </a:ext>
            </a:extLst>
          </p:cNvPr>
          <p:cNvSpPr/>
          <p:nvPr/>
        </p:nvSpPr>
        <p:spPr>
          <a:xfrm>
            <a:off x="9191607" y="4074651"/>
            <a:ext cx="803357" cy="47252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5" name="Shape 202">
            <a:extLst>
              <a:ext uri="{FF2B5EF4-FFF2-40B4-BE49-F238E27FC236}">
                <a16:creationId xmlns:a16="http://schemas.microsoft.com/office/drawing/2014/main" id="{6C854368-F251-1DFB-5874-56973ADB813A}"/>
              </a:ext>
            </a:extLst>
          </p:cNvPr>
          <p:cNvSpPr/>
          <p:nvPr/>
        </p:nvSpPr>
        <p:spPr>
          <a:xfrm flipV="1">
            <a:off x="9994964" y="4090476"/>
            <a:ext cx="803357" cy="31427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6" name="Shape 203">
            <a:extLst>
              <a:ext uri="{FF2B5EF4-FFF2-40B4-BE49-F238E27FC236}">
                <a16:creationId xmlns:a16="http://schemas.microsoft.com/office/drawing/2014/main" id="{5255EE01-E602-1C2E-3BD9-6C4A8DBACC58}"/>
              </a:ext>
            </a:extLst>
          </p:cNvPr>
          <p:cNvSpPr/>
          <p:nvPr/>
        </p:nvSpPr>
        <p:spPr>
          <a:xfrm flipV="1">
            <a:off x="10798321" y="4053425"/>
            <a:ext cx="803357" cy="37051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7" name="Text 204">
            <a:extLst>
              <a:ext uri="{FF2B5EF4-FFF2-40B4-BE49-F238E27FC236}">
                <a16:creationId xmlns:a16="http://schemas.microsoft.com/office/drawing/2014/main" id="{E67900C6-1407-CD7F-0E84-580D02688362}"/>
              </a:ext>
            </a:extLst>
          </p:cNvPr>
          <p:cNvSpPr txBox="1"/>
          <p:nvPr/>
        </p:nvSpPr>
        <p:spPr>
          <a:xfrm>
            <a:off x="8148218" y="3777465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21,9</a:t>
            </a:r>
            <a:endParaRPr lang="en-US" sz="525"/>
          </a:p>
        </p:txBody>
      </p:sp>
      <p:sp>
        <p:nvSpPr>
          <p:cNvPr id="208" name="Text 205">
            <a:extLst>
              <a:ext uri="{FF2B5EF4-FFF2-40B4-BE49-F238E27FC236}">
                <a16:creationId xmlns:a16="http://schemas.microsoft.com/office/drawing/2014/main" id="{F14038FF-124F-32E1-A640-F6FF16C64032}"/>
              </a:ext>
            </a:extLst>
          </p:cNvPr>
          <p:cNvSpPr txBox="1"/>
          <p:nvPr/>
        </p:nvSpPr>
        <p:spPr>
          <a:xfrm>
            <a:off x="11361649" y="3727629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</a:t>
            </a:r>
            <a:endParaRPr lang="en-US" sz="525"/>
          </a:p>
        </p:txBody>
      </p:sp>
      <p:sp>
        <p:nvSpPr>
          <p:cNvPr id="209" name="Text 206">
            <a:extLst>
              <a:ext uri="{FF2B5EF4-FFF2-40B4-BE49-F238E27FC236}">
                <a16:creationId xmlns:a16="http://schemas.microsoft.com/office/drawing/2014/main" id="{0EE5DB31-B753-41D2-236C-894704C16DEF}"/>
              </a:ext>
            </a:extLst>
          </p:cNvPr>
          <p:cNvSpPr txBox="1"/>
          <p:nvPr/>
        </p:nvSpPr>
        <p:spPr>
          <a:xfrm>
            <a:off x="8148218" y="4151207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</a:t>
            </a:r>
            <a:endParaRPr lang="en-US" sz="525"/>
          </a:p>
        </p:txBody>
      </p:sp>
      <p:sp>
        <p:nvSpPr>
          <p:cNvPr id="210" name="Text 207">
            <a:extLst>
              <a:ext uri="{FF2B5EF4-FFF2-40B4-BE49-F238E27FC236}">
                <a16:creationId xmlns:a16="http://schemas.microsoft.com/office/drawing/2014/main" id="{3AD34C17-4B67-D64D-B6D2-806E51EEF63D}"/>
              </a:ext>
            </a:extLst>
          </p:cNvPr>
          <p:cNvSpPr txBox="1"/>
          <p:nvPr/>
        </p:nvSpPr>
        <p:spPr>
          <a:xfrm>
            <a:off x="11361649" y="4094573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</a:t>
            </a:r>
            <a:endParaRPr lang="en-US" sz="525"/>
          </a:p>
        </p:txBody>
      </p:sp>
      <p:sp>
        <p:nvSpPr>
          <p:cNvPr id="211" name="Text 208">
            <a:extLst>
              <a:ext uri="{FF2B5EF4-FFF2-40B4-BE49-F238E27FC236}">
                <a16:creationId xmlns:a16="http://schemas.microsoft.com/office/drawing/2014/main" id="{D2FF1F8B-F0BB-9726-3775-72ABAD10ED31}"/>
              </a:ext>
            </a:extLst>
          </p:cNvPr>
          <p:cNvSpPr txBox="1"/>
          <p:nvPr/>
        </p:nvSpPr>
        <p:spPr>
          <a:xfrm>
            <a:off x="8118500" y="424738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525" dirty="0"/>
          </a:p>
        </p:txBody>
      </p:sp>
      <p:sp>
        <p:nvSpPr>
          <p:cNvPr id="314" name="Heading2">
            <a:extLst>
              <a:ext uri="{FF2B5EF4-FFF2-40B4-BE49-F238E27FC236}">
                <a16:creationId xmlns:a16="http://schemas.microsoft.com/office/drawing/2014/main" id="{D2FF1F8B-F0BB-9726-3775-72ABAD10ED31}"/>
              </a:ext>
            </a:extLst>
          </p:cNvPr>
          <p:cNvSpPr txBox="1"/>
          <p:nvPr/>
        </p:nvSpPr>
        <p:spPr>
          <a:xfrm>
            <a:off x="8118500" y="475945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525" dirty="0"/>
          </a:p>
        </p:txBody>
      </p:sp>
      <p:sp>
        <p:nvSpPr>
          <p:cNvPr id="212" name="Shape 209">
            <a:extLst>
              <a:ext uri="{FF2B5EF4-FFF2-40B4-BE49-F238E27FC236}">
                <a16:creationId xmlns:a16="http://schemas.microsoft.com/office/drawing/2014/main" id="{8ACE205C-22A4-8212-2350-F9A15298D088}"/>
              </a:ext>
            </a:extLst>
          </p:cNvPr>
          <p:cNvSpPr/>
          <p:nvPr/>
        </p:nvSpPr>
        <p:spPr>
          <a:xfrm>
            <a:off x="8436255" y="4500127"/>
            <a:ext cx="546674" cy="204460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16" name="Bar2">
            <a:extLst>
              <a:ext uri="{FF2B5EF4-FFF2-40B4-BE49-F238E27FC236}">
                <a16:creationId xmlns:a16="http://schemas.microsoft.com/office/drawing/2014/main" id="{8ACE205C-22A4-8212-2350-F9A15298D088}"/>
              </a:ext>
            </a:extLst>
          </p:cNvPr>
          <p:cNvSpPr/>
          <p:nvPr/>
        </p:nvSpPr>
        <p:spPr>
          <a:xfrm>
            <a:off x="8436255" y="5109118"/>
            <a:ext cx="546674" cy="180685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13" name="Text 210">
            <a:extLst>
              <a:ext uri="{FF2B5EF4-FFF2-40B4-BE49-F238E27FC236}">
                <a16:creationId xmlns:a16="http://schemas.microsoft.com/office/drawing/2014/main" id="{B31ABE72-26B1-3E35-22FA-A51BC293EB98}"/>
              </a:ext>
            </a:extLst>
          </p:cNvPr>
          <p:cNvSpPr txBox="1"/>
          <p:nvPr/>
        </p:nvSpPr>
        <p:spPr>
          <a:xfrm>
            <a:off x="8333385" y="4362967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563"/>
          </a:p>
        </p:txBody>
      </p:sp>
      <p:sp>
        <p:nvSpPr>
          <p:cNvPr id="317" name="Val2">
            <a:extLst>
              <a:ext uri="{FF2B5EF4-FFF2-40B4-BE49-F238E27FC236}">
                <a16:creationId xmlns:a16="http://schemas.microsoft.com/office/drawing/2014/main" id="{B31ABE72-26B1-3E35-22FA-A51BC293EB98}"/>
              </a:ext>
            </a:extLst>
          </p:cNvPr>
          <p:cNvSpPr txBox="1"/>
          <p:nvPr/>
        </p:nvSpPr>
        <p:spPr>
          <a:xfrm>
            <a:off x="8333385" y="497195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563"/>
          </a:p>
        </p:txBody>
      </p:sp>
      <p:sp>
        <p:nvSpPr>
          <p:cNvPr id="214" name="Text 211">
            <a:extLst>
              <a:ext uri="{FF2B5EF4-FFF2-40B4-BE49-F238E27FC236}">
                <a16:creationId xmlns:a16="http://schemas.microsoft.com/office/drawing/2014/main" id="{35D386BF-C1F6-EC16-6486-537D3833B822}"/>
              </a:ext>
            </a:extLst>
          </p:cNvPr>
          <p:cNvSpPr txBox="1"/>
          <p:nvPr/>
        </p:nvSpPr>
        <p:spPr>
          <a:xfrm>
            <a:off x="8299095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2025Q2</a:t>
            </a:r>
            <a:endParaRPr lang="en-US" sz="488"/>
          </a:p>
        </p:txBody>
      </p:sp>
      <p:sp>
        <p:nvSpPr>
          <p:cNvPr id="215" name="Shape 212">
            <a:extLst>
              <a:ext uri="{FF2B5EF4-FFF2-40B4-BE49-F238E27FC236}">
                <a16:creationId xmlns:a16="http://schemas.microsoft.com/office/drawing/2014/main" id="{0D35B866-463C-2CFA-05D0-47064DAD491E}"/>
              </a:ext>
            </a:extLst>
          </p:cNvPr>
          <p:cNvSpPr/>
          <p:nvPr/>
        </p:nvSpPr>
        <p:spPr>
          <a:xfrm>
            <a:off x="9078941" y="4495372"/>
            <a:ext cx="546674" cy="209215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18" name="Bar2">
            <a:extLst>
              <a:ext uri="{FF2B5EF4-FFF2-40B4-BE49-F238E27FC236}">
                <a16:creationId xmlns:a16="http://schemas.microsoft.com/office/drawing/2014/main" id="{0D35B866-463C-2CFA-05D0-47064DAD491E}"/>
              </a:ext>
            </a:extLst>
          </p:cNvPr>
          <p:cNvSpPr/>
          <p:nvPr/>
        </p:nvSpPr>
        <p:spPr>
          <a:xfrm>
            <a:off x="9078941" y="5092476"/>
            <a:ext cx="546674" cy="197327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16" name="Text 213">
            <a:extLst>
              <a:ext uri="{FF2B5EF4-FFF2-40B4-BE49-F238E27FC236}">
                <a16:creationId xmlns:a16="http://schemas.microsoft.com/office/drawing/2014/main" id="{5668A3F8-212F-A81D-D2BC-C3626B547086}"/>
              </a:ext>
            </a:extLst>
          </p:cNvPr>
          <p:cNvSpPr txBox="1"/>
          <p:nvPr/>
        </p:nvSpPr>
        <p:spPr>
          <a:xfrm>
            <a:off x="8976071" y="435821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563"/>
          </a:p>
        </p:txBody>
      </p:sp>
      <p:sp>
        <p:nvSpPr>
          <p:cNvPr id="319" name="Val2">
            <a:extLst>
              <a:ext uri="{FF2B5EF4-FFF2-40B4-BE49-F238E27FC236}">
                <a16:creationId xmlns:a16="http://schemas.microsoft.com/office/drawing/2014/main" id="{5668A3F8-212F-A81D-D2BC-C3626B547086}"/>
              </a:ext>
            </a:extLst>
          </p:cNvPr>
          <p:cNvSpPr txBox="1"/>
          <p:nvPr/>
        </p:nvSpPr>
        <p:spPr>
          <a:xfrm>
            <a:off x="8976071" y="495531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563"/>
          </a:p>
        </p:txBody>
      </p:sp>
      <p:sp>
        <p:nvSpPr>
          <p:cNvPr id="217" name="Text 214">
            <a:extLst>
              <a:ext uri="{FF2B5EF4-FFF2-40B4-BE49-F238E27FC236}">
                <a16:creationId xmlns:a16="http://schemas.microsoft.com/office/drawing/2014/main" id="{D2A68FD8-3DFE-E882-4B09-9DB48FA429E4}"/>
              </a:ext>
            </a:extLst>
          </p:cNvPr>
          <p:cNvSpPr txBox="1"/>
          <p:nvPr/>
        </p:nvSpPr>
        <p:spPr>
          <a:xfrm>
            <a:off x="8941781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2025Q3</a:t>
            </a:r>
            <a:endParaRPr lang="en-US" sz="488"/>
          </a:p>
        </p:txBody>
      </p:sp>
      <p:sp>
        <p:nvSpPr>
          <p:cNvPr id="218" name="Shape 215">
            <a:extLst>
              <a:ext uri="{FF2B5EF4-FFF2-40B4-BE49-F238E27FC236}">
                <a16:creationId xmlns:a16="http://schemas.microsoft.com/office/drawing/2014/main" id="{A8CE4B9F-54E0-3473-9E92-585A270DB29F}"/>
              </a:ext>
            </a:extLst>
          </p:cNvPr>
          <p:cNvSpPr/>
          <p:nvPr/>
        </p:nvSpPr>
        <p:spPr>
          <a:xfrm>
            <a:off x="9721627" y="4526279"/>
            <a:ext cx="546674" cy="17830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20" name="Bar2">
            <a:extLst>
              <a:ext uri="{FF2B5EF4-FFF2-40B4-BE49-F238E27FC236}">
                <a16:creationId xmlns:a16="http://schemas.microsoft.com/office/drawing/2014/main" id="{A8CE4B9F-54E0-3473-9E92-585A270DB29F}"/>
              </a:ext>
            </a:extLst>
          </p:cNvPr>
          <p:cNvSpPr/>
          <p:nvPr/>
        </p:nvSpPr>
        <p:spPr>
          <a:xfrm>
            <a:off x="9721627" y="5132892"/>
            <a:ext cx="546674" cy="156911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19" name="Text 216">
            <a:extLst>
              <a:ext uri="{FF2B5EF4-FFF2-40B4-BE49-F238E27FC236}">
                <a16:creationId xmlns:a16="http://schemas.microsoft.com/office/drawing/2014/main" id="{5774DC38-0C2E-0FF4-F57F-A32220FE03EF}"/>
              </a:ext>
            </a:extLst>
          </p:cNvPr>
          <p:cNvSpPr txBox="1"/>
          <p:nvPr/>
        </p:nvSpPr>
        <p:spPr>
          <a:xfrm>
            <a:off x="9618757" y="4389119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563"/>
          </a:p>
        </p:txBody>
      </p:sp>
      <p:sp>
        <p:nvSpPr>
          <p:cNvPr id="321" name="Val2">
            <a:extLst>
              <a:ext uri="{FF2B5EF4-FFF2-40B4-BE49-F238E27FC236}">
                <a16:creationId xmlns:a16="http://schemas.microsoft.com/office/drawing/2014/main" id="{5774DC38-0C2E-0FF4-F57F-A32220FE03EF}"/>
              </a:ext>
            </a:extLst>
          </p:cNvPr>
          <p:cNvSpPr txBox="1"/>
          <p:nvPr/>
        </p:nvSpPr>
        <p:spPr>
          <a:xfrm>
            <a:off x="9618757" y="499573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563"/>
          </a:p>
        </p:txBody>
      </p:sp>
      <p:sp>
        <p:nvSpPr>
          <p:cNvPr id="220" name="Text 217">
            <a:extLst>
              <a:ext uri="{FF2B5EF4-FFF2-40B4-BE49-F238E27FC236}">
                <a16:creationId xmlns:a16="http://schemas.microsoft.com/office/drawing/2014/main" id="{BA283116-3A4E-5A5D-EFF3-1B254EF7EF48}"/>
              </a:ext>
            </a:extLst>
          </p:cNvPr>
          <p:cNvSpPr txBox="1"/>
          <p:nvPr/>
        </p:nvSpPr>
        <p:spPr>
          <a:xfrm>
            <a:off x="9584467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2025Q4</a:t>
            </a:r>
            <a:endParaRPr lang="en-US" sz="488"/>
          </a:p>
        </p:txBody>
      </p:sp>
      <p:sp>
        <p:nvSpPr>
          <p:cNvPr id="221" name="Shape 218">
            <a:extLst>
              <a:ext uri="{FF2B5EF4-FFF2-40B4-BE49-F238E27FC236}">
                <a16:creationId xmlns:a16="http://schemas.microsoft.com/office/drawing/2014/main" id="{C7277CC3-B48B-F57A-653F-AA8B0CECEEF3}"/>
              </a:ext>
            </a:extLst>
          </p:cNvPr>
          <p:cNvSpPr/>
          <p:nvPr/>
        </p:nvSpPr>
        <p:spPr>
          <a:xfrm>
            <a:off x="10364313" y="4521524"/>
            <a:ext cx="546674" cy="183063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22" name="Bar2">
            <a:extLst>
              <a:ext uri="{FF2B5EF4-FFF2-40B4-BE49-F238E27FC236}">
                <a16:creationId xmlns:a16="http://schemas.microsoft.com/office/drawing/2014/main" id="{C7277CC3-B48B-F57A-653F-AA8B0CECEEF3}"/>
              </a:ext>
            </a:extLst>
          </p:cNvPr>
          <p:cNvSpPr/>
          <p:nvPr/>
        </p:nvSpPr>
        <p:spPr>
          <a:xfrm>
            <a:off x="10364313" y="5154289"/>
            <a:ext cx="546674" cy="135514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22" name="Text 219">
            <a:extLst>
              <a:ext uri="{FF2B5EF4-FFF2-40B4-BE49-F238E27FC236}">
                <a16:creationId xmlns:a16="http://schemas.microsoft.com/office/drawing/2014/main" id="{35312426-24DA-06D4-8741-020119188F39}"/>
              </a:ext>
            </a:extLst>
          </p:cNvPr>
          <p:cNvSpPr txBox="1"/>
          <p:nvPr/>
        </p:nvSpPr>
        <p:spPr>
          <a:xfrm>
            <a:off x="10261443" y="4384364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563"/>
          </a:p>
        </p:txBody>
      </p:sp>
      <p:sp>
        <p:nvSpPr>
          <p:cNvPr id="323" name="Val2">
            <a:extLst>
              <a:ext uri="{FF2B5EF4-FFF2-40B4-BE49-F238E27FC236}">
                <a16:creationId xmlns:a16="http://schemas.microsoft.com/office/drawing/2014/main" id="{35312426-24DA-06D4-8741-020119188F39}"/>
              </a:ext>
            </a:extLst>
          </p:cNvPr>
          <p:cNvSpPr txBox="1"/>
          <p:nvPr/>
        </p:nvSpPr>
        <p:spPr>
          <a:xfrm>
            <a:off x="10261443" y="5017129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563"/>
          </a:p>
        </p:txBody>
      </p:sp>
      <p:sp>
        <p:nvSpPr>
          <p:cNvPr id="223" name="Text 220">
            <a:extLst>
              <a:ext uri="{FF2B5EF4-FFF2-40B4-BE49-F238E27FC236}">
                <a16:creationId xmlns:a16="http://schemas.microsoft.com/office/drawing/2014/main" id="{6F6E9532-31B4-EC26-DBE1-76E4865174DD}"/>
              </a:ext>
            </a:extLst>
          </p:cNvPr>
          <p:cNvSpPr txBox="1"/>
          <p:nvPr/>
        </p:nvSpPr>
        <p:spPr>
          <a:xfrm>
            <a:off x="10227153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2026Q1</a:t>
            </a:r>
            <a:endParaRPr lang="en-US" sz="488"/>
          </a:p>
        </p:txBody>
      </p:sp>
      <p:sp>
        <p:nvSpPr>
          <p:cNvPr id="224" name="Shape 221">
            <a:extLst>
              <a:ext uri="{FF2B5EF4-FFF2-40B4-BE49-F238E27FC236}">
                <a16:creationId xmlns:a16="http://schemas.microsoft.com/office/drawing/2014/main" id="{A58C80B2-D32A-C678-42CB-B6A7C0574246}"/>
              </a:ext>
            </a:extLst>
          </p:cNvPr>
          <p:cNvSpPr/>
          <p:nvPr/>
        </p:nvSpPr>
        <p:spPr>
          <a:xfrm>
            <a:off x="11006999" y="4554808"/>
            <a:ext cx="546674" cy="149779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24" name="Bar2">
            <a:extLst>
              <a:ext uri="{FF2B5EF4-FFF2-40B4-BE49-F238E27FC236}">
                <a16:creationId xmlns:a16="http://schemas.microsoft.com/office/drawing/2014/main" id="{A58C80B2-D32A-C678-42CB-B6A7C0574246}"/>
              </a:ext>
            </a:extLst>
          </p:cNvPr>
          <p:cNvSpPr/>
          <p:nvPr/>
        </p:nvSpPr>
        <p:spPr>
          <a:xfrm>
            <a:off x="11006999" y="5201838"/>
            <a:ext cx="546674" cy="87965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25" name="Text 222">
            <a:extLst>
              <a:ext uri="{FF2B5EF4-FFF2-40B4-BE49-F238E27FC236}">
                <a16:creationId xmlns:a16="http://schemas.microsoft.com/office/drawing/2014/main" id="{58FBC4F4-E23C-9B9A-7AE7-99B75E929355}"/>
              </a:ext>
            </a:extLst>
          </p:cNvPr>
          <p:cNvSpPr txBox="1"/>
          <p:nvPr/>
        </p:nvSpPr>
        <p:spPr>
          <a:xfrm>
            <a:off x="10904129" y="441764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63"/>
          </a:p>
        </p:txBody>
      </p:sp>
      <p:sp>
        <p:nvSpPr>
          <p:cNvPr id="325" name="Val2">
            <a:extLst>
              <a:ext uri="{FF2B5EF4-FFF2-40B4-BE49-F238E27FC236}">
                <a16:creationId xmlns:a16="http://schemas.microsoft.com/office/drawing/2014/main" id="{58FBC4F4-E23C-9B9A-7AE7-99B75E929355}"/>
              </a:ext>
            </a:extLst>
          </p:cNvPr>
          <p:cNvSpPr txBox="1"/>
          <p:nvPr/>
        </p:nvSpPr>
        <p:spPr>
          <a:xfrm>
            <a:off x="10904129" y="506467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563"/>
          </a:p>
        </p:txBody>
      </p:sp>
      <p:sp>
        <p:nvSpPr>
          <p:cNvPr id="226" name="Text 223">
            <a:extLst>
              <a:ext uri="{FF2B5EF4-FFF2-40B4-BE49-F238E27FC236}">
                <a16:creationId xmlns:a16="http://schemas.microsoft.com/office/drawing/2014/main" id="{EB250A7C-D7A5-F6BA-8623-656D4DA2C7F2}"/>
              </a:ext>
            </a:extLst>
          </p:cNvPr>
          <p:cNvSpPr txBox="1"/>
          <p:nvPr/>
        </p:nvSpPr>
        <p:spPr>
          <a:xfrm>
            <a:off x="10869839" y="5317236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2026Q2</a:t>
            </a:r>
            <a:endParaRPr lang="en-US" sz="488"/>
          </a:p>
        </p:txBody>
      </p:sp>
      <p:sp>
        <p:nvSpPr>
          <p:cNvPr id="227" name="Shape 224">
            <a:extLst>
              <a:ext uri="{FF2B5EF4-FFF2-40B4-BE49-F238E27FC236}">
                <a16:creationId xmlns:a16="http://schemas.microsoft.com/office/drawing/2014/main" id="{A3A1D17E-88F1-BD84-C740-FE3EE9BC2756}"/>
              </a:ext>
            </a:extLst>
          </p:cNvPr>
          <p:cNvSpPr/>
          <p:nvPr/>
        </p:nvSpPr>
        <p:spPr>
          <a:xfrm>
            <a:off x="8360816" y="4704588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15" name="Shape 224">
            <a:extLst>
              <a:ext uri="{FF2B5EF4-FFF2-40B4-BE49-F238E27FC236}">
                <a16:creationId xmlns:a16="http://schemas.microsoft.com/office/drawing/2014/main" id="{A3A1D17E-88F1-BD84-C740-FE3EE9BC2756}"/>
              </a:ext>
            </a:extLst>
          </p:cNvPr>
          <p:cNvSpPr/>
          <p:nvPr/>
        </p:nvSpPr>
        <p:spPr>
          <a:xfrm>
            <a:off x="8360816" y="5289804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28" name="Shape 225">
            <a:extLst>
              <a:ext uri="{FF2B5EF4-FFF2-40B4-BE49-F238E27FC236}">
                <a16:creationId xmlns:a16="http://schemas.microsoft.com/office/drawing/2014/main" id="{072389F5-6FFF-2158-8CF4-5411625B31B5}"/>
              </a:ext>
            </a:extLst>
          </p:cNvPr>
          <p:cNvSpPr/>
          <p:nvPr/>
        </p:nvSpPr>
        <p:spPr>
          <a:xfrm>
            <a:off x="493776" y="5559552"/>
            <a:ext cx="150876" cy="9601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26" name="Shape 225">
            <a:extLst>
              <a:ext uri="{FF2B5EF4-FFF2-40B4-BE49-F238E27FC236}">
                <a16:creationId xmlns:a16="http://schemas.microsoft.com/office/drawing/2014/main" id="{072389F5-6FFF-2158-8CF4-5411625B31B5}"/>
              </a:ext>
            </a:extLst>
          </p:cNvPr>
          <p:cNvSpPr/>
          <p:nvPr/>
        </p:nvSpPr>
        <p:spPr>
          <a:xfrm>
            <a:off x="2089404" y="5559552"/>
            <a:ext cx="150876" cy="9601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29" name="Text 226">
            <a:extLst>
              <a:ext uri="{FF2B5EF4-FFF2-40B4-BE49-F238E27FC236}">
                <a16:creationId xmlns:a16="http://schemas.microsoft.com/office/drawing/2014/main" id="{B2AF6C72-3087-D353-6654-A442A1BCF62D}"/>
              </a:ext>
            </a:extLst>
          </p:cNvPr>
          <p:cNvSpPr txBox="1"/>
          <p:nvPr/>
        </p:nvSpPr>
        <p:spPr>
          <a:xfrm>
            <a:off x="672084" y="553212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sales oferta relevante</a:t>
            </a:r>
            <a:endParaRPr lang="en-US" sz="638"/>
          </a:p>
        </p:txBody>
      </p:sp>
      <p:sp>
        <p:nvSpPr>
          <p:cNvPr id="327" name="Text 226">
            <a:extLst>
              <a:ext uri="{FF2B5EF4-FFF2-40B4-BE49-F238E27FC236}">
                <a16:creationId xmlns:a16="http://schemas.microsoft.com/office/drawing/2014/main" id="{B2AF6C72-3087-D353-6654-A442A1BCF62D}"/>
              </a:ext>
            </a:extLst>
          </p:cNvPr>
          <p:cNvSpPr txBox="1"/>
          <p:nvPr/>
        </p:nvSpPr>
        <p:spPr>
          <a:xfrm>
            <a:off x="2263140" y="5532120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sales oferta relevante considerando los no gestionados</a:t>
            </a:r>
            <a:endParaRPr lang="en-US" sz="638"/>
          </a:p>
        </p:txBody>
      </p:sp>
      <p:sp>
        <p:nvSpPr>
          <p:cNvPr id="230" name="Shape 227">
            <a:extLst>
              <a:ext uri="{FF2B5EF4-FFF2-40B4-BE49-F238E27FC236}">
                <a16:creationId xmlns:a16="http://schemas.microsoft.com/office/drawing/2014/main" id="{F36243E8-A737-C280-FAE8-1B88C43C0A98}"/>
              </a:ext>
            </a:extLst>
          </p:cNvPr>
          <p:cNvSpPr/>
          <p:nvPr/>
        </p:nvSpPr>
        <p:spPr>
          <a:xfrm>
            <a:off x="5154930" y="5607558"/>
            <a:ext cx="240030" cy="0"/>
          </a:xfrm>
          <a:prstGeom prst="line">
            <a:avLst/>
          </a:prstGeom>
          <a:noFill/>
          <a:ln w="22225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31" name="Text 228">
            <a:extLst>
              <a:ext uri="{FF2B5EF4-FFF2-40B4-BE49-F238E27FC236}">
                <a16:creationId xmlns:a16="http://schemas.microsoft.com/office/drawing/2014/main" id="{CAA5154F-140C-627F-97E1-D7AA08B3533F}"/>
              </a:ext>
            </a:extLst>
          </p:cNvPr>
          <p:cNvSpPr txBox="1"/>
          <p:nvPr/>
        </p:nvSpPr>
        <p:spPr>
          <a:xfrm>
            <a:off x="5429250" y="5532120"/>
            <a:ext cx="9601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Ofertada</a:t>
            </a:r>
            <a:endParaRPr lang="en-US" sz="638"/>
          </a:p>
        </p:txBody>
      </p:sp>
      <p:sp>
        <p:nvSpPr>
          <p:cNvPr id="232" name="Shape 229">
            <a:extLst>
              <a:ext uri="{FF2B5EF4-FFF2-40B4-BE49-F238E27FC236}">
                <a16:creationId xmlns:a16="http://schemas.microsoft.com/office/drawing/2014/main" id="{80FC9C05-2F15-15C1-3DE2-C132F78D97BF}"/>
              </a:ext>
            </a:extLst>
          </p:cNvPr>
          <p:cNvSpPr/>
          <p:nvPr/>
        </p:nvSpPr>
        <p:spPr>
          <a:xfrm>
            <a:off x="6389370" y="5607558"/>
            <a:ext cx="240030" cy="0"/>
          </a:xfrm>
          <a:prstGeom prst="line">
            <a:avLst/>
          </a:prstGeom>
          <a:noFill/>
          <a:ln w="22225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33" name="Text 230">
            <a:extLst>
              <a:ext uri="{FF2B5EF4-FFF2-40B4-BE49-F238E27FC236}">
                <a16:creationId xmlns:a16="http://schemas.microsoft.com/office/drawing/2014/main" id="{192AD041-2CE2-9B8B-3927-301FF273158D}"/>
              </a:ext>
            </a:extLst>
          </p:cNvPr>
          <p:cNvSpPr txBox="1"/>
          <p:nvPr/>
        </p:nvSpPr>
        <p:spPr>
          <a:xfrm>
            <a:off x="6663690" y="5532120"/>
            <a:ext cx="1234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Desembolsada</a:t>
            </a:r>
            <a:endParaRPr lang="en-US" sz="638"/>
          </a:p>
        </p:txBody>
      </p:sp>
      <p:sp>
        <p:nvSpPr>
          <p:cNvPr id="234" name="Text 231">
            <a:extLst>
              <a:ext uri="{FF2B5EF4-FFF2-40B4-BE49-F238E27FC236}">
                <a16:creationId xmlns:a16="http://schemas.microsoft.com/office/drawing/2014/main" id="{37128F04-55AA-0A33-A4A2-96C6984FFD33}"/>
              </a:ext>
            </a:extLst>
          </p:cNvPr>
          <p:cNvSpPr txBox="1"/>
          <p:nvPr/>
        </p:nvSpPr>
        <p:spPr>
          <a:xfrm>
            <a:off x="8572500" y="5532120"/>
            <a:ext cx="30861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600" i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sobre la barra = % de share de cada serie</a:t>
            </a:r>
            <a:endParaRPr lang="en-US" sz="600"/>
          </a:p>
        </p:txBody>
      </p:sp>
      <p:sp>
        <p:nvSpPr>
          <p:cNvPr id="235" name="Shape 232">
            <a:extLst>
              <a:ext uri="{FF2B5EF4-FFF2-40B4-BE49-F238E27FC236}">
                <a16:creationId xmlns:a16="http://schemas.microsoft.com/office/drawing/2014/main" id="{236F6EB9-D461-5E10-838D-603B712A18AA}"/>
              </a:ext>
            </a:extLst>
          </p:cNvPr>
          <p:cNvSpPr/>
          <p:nvPr/>
        </p:nvSpPr>
        <p:spPr>
          <a:xfrm>
            <a:off x="493776" y="5765292"/>
            <a:ext cx="11203915" cy="1019556"/>
          </a:xfrm>
          <a:prstGeom prst="rect">
            <a:avLst/>
          </a:prstGeom>
          <a:solidFill>
            <a:srgbClr val="ECF6F5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36" name="Shape 233">
            <a:extLst>
              <a:ext uri="{FF2B5EF4-FFF2-40B4-BE49-F238E27FC236}">
                <a16:creationId xmlns:a16="http://schemas.microsoft.com/office/drawing/2014/main" id="{A1760551-4AAB-BAB7-90D8-359E554A495E}"/>
              </a:ext>
            </a:extLst>
          </p:cNvPr>
          <p:cNvSpPr/>
          <p:nvPr/>
        </p:nvSpPr>
        <p:spPr>
          <a:xfrm>
            <a:off x="493776" y="5765292"/>
            <a:ext cx="41148" cy="1019556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37" name="Text 234">
            <a:extLst>
              <a:ext uri="{FF2B5EF4-FFF2-40B4-BE49-F238E27FC236}">
                <a16:creationId xmlns:a16="http://schemas.microsoft.com/office/drawing/2014/main" id="{4B063E26-732F-6322-14D6-32B66F96A2B6}"/>
              </a:ext>
            </a:extLst>
          </p:cNvPr>
          <p:cNvSpPr txBox="1"/>
          <p:nvPr/>
        </p:nvSpPr>
        <p:spPr>
          <a:xfrm>
            <a:off x="685800" y="584758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>
                <a:solidFill>
                  <a:srgbClr val="13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75"/>
          </a:p>
        </p:txBody>
      </p:sp>
      <p:pic>
        <p:nvPicPr>
          <p:cNvPr id="244" name="Picture 86">
            <a:extLst>
              <a:ext uri="{FF2B5EF4-FFF2-40B4-BE49-F238E27FC236}">
                <a16:creationId xmlns:a16="http://schemas.microsoft.com/office/drawing/2014/main" id="{8D57AF7B-3543-AAB3-C561-00B664C99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245" name="TextBox 1">
            <a:extLst>
              <a:ext uri="{FF2B5EF4-FFF2-40B4-BE49-F238E27FC236}">
                <a16:creationId xmlns:a16="http://schemas.microsoft.com/office/drawing/2014/main" id="{290A3436-8520-E2D8-55F2-1382C0DE5A90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>
                <a:solidFill>
                  <a:srgbClr val="6E7E7D"/>
                </a:solidFill>
                <a:ea typeface="Calibri"/>
                <a:cs typeface="Calibri"/>
              </a:rPr>
              <a:t>OFERTA RELEVANTE </a:t>
            </a:r>
            <a:r>
              <a:rPr lang="es-ES"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· SHARE OF SALES · CON DEUDA · MONTO</a:t>
            </a:r>
          </a:p>
        </p:txBody>
      </p:sp>
      <p:sp>
        <p:nvSpPr>
          <p:cNvPr id="247" name="TextBox 2">
            <a:extLst>
              <a:ext uri="{FF2B5EF4-FFF2-40B4-BE49-F238E27FC236}">
                <a16:creationId xmlns:a16="http://schemas.microsoft.com/office/drawing/2014/main" id="{54E17085-397D-2541-6AE9-7CFA8C2A02DB}"/>
              </a:ext>
            </a:extLst>
          </p:cNvPr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E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En la cartera con deuda el share relevante cae en los 6 segmentos: Socio y Maduro caen sobre todo por precio y en el resto la gestión agrava la caída</a:t>
            </a:r>
          </a:p>
        </p:txBody>
      </p:sp>
      <p:pic>
        <p:nvPicPr>
          <p:cNvPr id="248" name="Icono Cliente Ancla">
            <a:hlinkClick r:id="rId4" action="ppaction://hlinksldjump"/>
            <a:extLst>
              <a:ext uri="{FF2B5EF4-FFF2-40B4-BE49-F238E27FC236}">
                <a16:creationId xmlns:a16="http://schemas.microsoft.com/office/drawing/2014/main" id="{4EBE6A5E-1647-6548-3051-7D6641711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376" y="1130574"/>
            <a:ext cx="137160" cy="137160"/>
          </a:xfrm>
          <a:prstGeom prst="rect">
            <a:avLst/>
          </a:prstGeom>
        </p:spPr>
      </p:pic>
      <p:pic>
        <p:nvPicPr>
          <p:cNvPr id="249" name="Icono Socio en Crecimiento">
            <a:hlinkClick r:id="rId6" action="ppaction://hlinksldjump"/>
            <a:extLst>
              <a:ext uri="{FF2B5EF4-FFF2-40B4-BE49-F238E27FC236}">
                <a16:creationId xmlns:a16="http://schemas.microsoft.com/office/drawing/2014/main" id="{E2A1715A-B1A5-6AA3-8CEF-677EA72E1A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92" y="1124712"/>
            <a:ext cx="137160" cy="137160"/>
          </a:xfrm>
          <a:prstGeom prst="rect">
            <a:avLst/>
          </a:prstGeom>
        </p:spPr>
      </p:pic>
      <p:pic>
        <p:nvPicPr>
          <p:cNvPr id="250" name="Icono Cuenta Estratégica">
            <a:hlinkClick r:id="rId8" action="ppaction://hlinksldjump"/>
            <a:extLst>
              <a:ext uri="{FF2B5EF4-FFF2-40B4-BE49-F238E27FC236}">
                <a16:creationId xmlns:a16="http://schemas.microsoft.com/office/drawing/2014/main" id="{44C148A8-82CE-BAF0-E00E-D9EFE763FB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5752" y="1124712"/>
            <a:ext cx="137160" cy="137160"/>
          </a:xfrm>
          <a:prstGeom prst="rect">
            <a:avLst/>
          </a:prstGeom>
        </p:spPr>
      </p:pic>
      <p:pic>
        <p:nvPicPr>
          <p:cNvPr id="251" name="Icono Maduro Multibanco">
            <a:hlinkClick r:id="rId10" action="ppaction://hlinksldjump"/>
            <a:extLst>
              <a:ext uri="{FF2B5EF4-FFF2-40B4-BE49-F238E27FC236}">
                <a16:creationId xmlns:a16="http://schemas.microsoft.com/office/drawing/2014/main" id="{B6A04DDB-3690-3B6B-0B29-A8F82F1B65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5376" y="3400425"/>
            <a:ext cx="137160" cy="137160"/>
          </a:xfrm>
          <a:prstGeom prst="rect">
            <a:avLst/>
          </a:prstGeom>
        </p:spPr>
      </p:pic>
      <p:pic>
        <p:nvPicPr>
          <p:cNvPr id="252" name="Icono Gran Cuenta por Conquistar">
            <a:hlinkClick r:id="rId12" action="ppaction://hlinksldjump"/>
            <a:extLst>
              <a:ext uri="{FF2B5EF4-FFF2-40B4-BE49-F238E27FC236}">
                <a16:creationId xmlns:a16="http://schemas.microsoft.com/office/drawing/2014/main" id="{58C0272C-779A-A75F-4255-5E43EACA6C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0992" y="3400425"/>
            <a:ext cx="137160" cy="137160"/>
          </a:xfrm>
          <a:prstGeom prst="rect">
            <a:avLst/>
          </a:prstGeom>
        </p:spPr>
      </p:pic>
      <p:pic>
        <p:nvPicPr>
          <p:cNvPr id="253" name="Icono Cliente por Reactivar">
            <a:hlinkClick r:id="rId14" action="ppaction://hlinksldjump"/>
            <a:extLst>
              <a:ext uri="{FF2B5EF4-FFF2-40B4-BE49-F238E27FC236}">
                <a16:creationId xmlns:a16="http://schemas.microsoft.com/office/drawing/2014/main" id="{9CB6444E-A849-9DB9-80C0-FB1B4986A13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45752" y="3400425"/>
            <a:ext cx="137160" cy="137160"/>
          </a:xfrm>
          <a:prstGeom prst="rect">
            <a:avLst/>
          </a:prstGeom>
        </p:spPr>
      </p:pic>
      <p:sp>
        <p:nvSpPr>
          <p:cNvPr id="1026" name="Forma 1026"/>
          <p:cNvSpPr/>
          <p:nvPr/>
        </p:nvSpPr>
        <p:spPr>
          <a:xfrm>
            <a:off x="685800" y="6053328"/>
            <a:ext cx="11000000" cy="694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 fontScale="92500"/>
          </a:bodyPr>
          <a:lstStyle/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s-PE" sz="1100" b="0" i="0" dirty="0">
                <a:solidFill>
                  <a:srgbClr val="2F3B3A"/>
                </a:solidFill>
                <a:latin typeface="Calibri"/>
                <a:cs typeface="Calibri"/>
              </a:rPr>
              <a:t>Caen más en share relevante, su caída viene principalmente de precio: Socio (−34 vs. −23 pp) y Maduro (−32 vs. −26 pp). Su no gestión ya era alta desde el inicio; por eso en la foto actual pesa más la gestión.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s-PE" sz="1100" b="0" i="0" dirty="0">
                <a:solidFill>
                  <a:srgbClr val="2F3B3A"/>
                </a:solidFill>
                <a:latin typeface="Calibri"/>
                <a:cs typeface="Calibri"/>
              </a:rPr>
              <a:t>Caen parecido en ambos shares, precio con la gestión empezando a sumar: Cuenta Estratégica (−30 vs. −32 pp) y Gran Cuenta (−30 vs. −28 pp).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s-PE" sz="1100" b="0" i="0" dirty="0">
                <a:solidFill>
                  <a:srgbClr val="2F3B3A"/>
                </a:solidFill>
                <a:latin typeface="Calibri"/>
                <a:cs typeface="Calibri"/>
              </a:rPr>
              <a:t>Caen más en share ajustado, a la pérdida por precio se le suma gestión: Ancla (−29 vs. −39 pp) y Reactivar (−23 vs. −39 pp).</a:t>
            </a:r>
          </a:p>
        </p:txBody>
      </p:sp>
      <p:sp>
        <p:nvSpPr>
          <p:cNvPr id="901" name="Alerta 901"/>
          <p:cNvSpPr/>
          <p:nvPr/>
        </p:nvSpPr>
        <p:spPr>
          <a:xfrm>
            <a:off x="956231" y="1344848"/>
            <a:ext cx="2700000" cy="175000"/>
          </a:xfrm>
          <a:prstGeom prst="roundRect">
            <a:avLst/>
          </a:prstGeom>
          <a:solidFill>
            <a:srgbClr val="F9DCE1"/>
          </a:solidFill>
          <a:ln>
            <a:noFill/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B4102E"/>
                </a:solidFill>
                <a:latin typeface="Calibri"/>
                <a:cs typeface="Calibri"/>
              </a:rPr>
              <a:t>⚠ Cae más el share ajustado → se suma gestión</a:t>
            </a:r>
          </a:p>
        </p:txBody>
      </p:sp>
      <p:sp>
        <p:nvSpPr>
          <p:cNvPr id="902" name="Alerta 902"/>
          <p:cNvSpPr/>
          <p:nvPr/>
        </p:nvSpPr>
        <p:spPr>
          <a:xfrm>
            <a:off x="4745733" y="1344848"/>
            <a:ext cx="2700000" cy="175000"/>
          </a:xfrm>
          <a:prstGeom prst="roundRect">
            <a:avLst/>
          </a:prstGeom>
          <a:solidFill>
            <a:srgbClr val="E4EAEE"/>
          </a:solidFill>
          <a:ln>
            <a:noFill/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2F4B5C"/>
                </a:solidFill>
                <a:latin typeface="Calibri"/>
                <a:cs typeface="Calibri"/>
              </a:rPr>
              <a:t>⚠ Cae más el share relevante → precio</a:t>
            </a:r>
          </a:p>
        </p:txBody>
      </p:sp>
      <p:sp>
        <p:nvSpPr>
          <p:cNvPr id="903" name="Alerta 903"/>
          <p:cNvSpPr/>
          <p:nvPr/>
        </p:nvSpPr>
        <p:spPr>
          <a:xfrm>
            <a:off x="8535235" y="1344848"/>
            <a:ext cx="2700000" cy="175000"/>
          </a:xfrm>
          <a:prstGeom prst="roundRect">
            <a:avLst/>
          </a:prstGeom>
          <a:solidFill>
            <a:srgbClr val="FDF3D9"/>
          </a:solidFill>
          <a:ln>
            <a:noFill/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8A5A0B"/>
                </a:solidFill>
                <a:latin typeface="Calibri"/>
                <a:cs typeface="Calibri"/>
              </a:rPr>
              <a:t>⚠ Caen parecido ambos shares → precio y gestión</a:t>
            </a:r>
          </a:p>
        </p:txBody>
      </p:sp>
      <p:sp>
        <p:nvSpPr>
          <p:cNvPr id="904" name="Alerta 904"/>
          <p:cNvSpPr/>
          <p:nvPr/>
        </p:nvSpPr>
        <p:spPr>
          <a:xfrm>
            <a:off x="956231" y="3617132"/>
            <a:ext cx="2700000" cy="175000"/>
          </a:xfrm>
          <a:prstGeom prst="roundRect">
            <a:avLst/>
          </a:prstGeom>
          <a:solidFill>
            <a:srgbClr val="E4EAEE"/>
          </a:solidFill>
          <a:ln>
            <a:noFill/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2F4B5C"/>
                </a:solidFill>
                <a:latin typeface="Calibri"/>
                <a:cs typeface="Calibri"/>
              </a:rPr>
              <a:t>⚠ Cae más el share relevante → precio</a:t>
            </a:r>
          </a:p>
        </p:txBody>
      </p:sp>
      <p:sp>
        <p:nvSpPr>
          <p:cNvPr id="905" name="Alerta 905"/>
          <p:cNvSpPr/>
          <p:nvPr/>
        </p:nvSpPr>
        <p:spPr>
          <a:xfrm>
            <a:off x="4745733" y="3617132"/>
            <a:ext cx="2700000" cy="175000"/>
          </a:xfrm>
          <a:prstGeom prst="roundRect">
            <a:avLst/>
          </a:prstGeom>
          <a:solidFill>
            <a:srgbClr val="FDF3D9"/>
          </a:solidFill>
          <a:ln>
            <a:noFill/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8A5A0B"/>
                </a:solidFill>
                <a:latin typeface="Calibri"/>
                <a:cs typeface="Calibri"/>
              </a:rPr>
              <a:t>⚠ Caen parecido ambos shares → precio y gestión</a:t>
            </a:r>
          </a:p>
        </p:txBody>
      </p:sp>
      <p:sp>
        <p:nvSpPr>
          <p:cNvPr id="906" name="Alerta 906"/>
          <p:cNvSpPr/>
          <p:nvPr/>
        </p:nvSpPr>
        <p:spPr>
          <a:xfrm>
            <a:off x="8535235" y="3617132"/>
            <a:ext cx="2700000" cy="175000"/>
          </a:xfrm>
          <a:prstGeom prst="roundRect">
            <a:avLst/>
          </a:prstGeom>
          <a:solidFill>
            <a:srgbClr val="F9DCE1"/>
          </a:solidFill>
          <a:ln>
            <a:noFill/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B4102E"/>
                </a:solidFill>
                <a:latin typeface="Calibri"/>
                <a:cs typeface="Calibri"/>
              </a:rPr>
              <a:t>⚠ Cae más el share ajustado → pesa la gestión</a:t>
            </a:r>
          </a:p>
        </p:txBody>
      </p:sp>
    </p:spTree>
    <p:extLst>
      <p:ext uri="{BB962C8B-B14F-4D97-AF65-F5344CB8AC3E}">
        <p14:creationId xmlns:p14="http://schemas.microsoft.com/office/powerpoint/2010/main" val="1705234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493776" y="973836"/>
            <a:ext cx="11203915" cy="0"/>
          </a:xfrm>
          <a:prstGeom prst="line">
            <a:avLst/>
          </a:prstGeom>
          <a:noFill/>
          <a:ln w="12700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6" name="Shape 3"/>
          <p:cNvSpPr/>
          <p:nvPr/>
        </p:nvSpPr>
        <p:spPr>
          <a:xfrm>
            <a:off x="493776" y="1069848"/>
            <a:ext cx="3624911" cy="2468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7" name="Text 4"/>
          <p:cNvSpPr txBox="1"/>
          <p:nvPr/>
        </p:nvSpPr>
        <p:spPr>
          <a:xfrm>
            <a:off x="576072" y="1069848"/>
            <a:ext cx="1522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Emprendedor Izipay</a:t>
            </a:r>
            <a:endParaRPr lang="en-US" sz="825"/>
          </a:p>
        </p:txBody>
      </p:sp>
      <p:sp>
        <p:nvSpPr>
          <p:cNvPr id="8" name="Shape 5"/>
          <p:cNvSpPr/>
          <p:nvPr/>
        </p:nvSpPr>
        <p:spPr>
          <a:xfrm>
            <a:off x="2087756" y="1104138"/>
            <a:ext cx="1051224" cy="178308"/>
          </a:xfrm>
          <a:prstGeom prst="roundRect">
            <a:avLst>
              <a:gd name="adj" fmla="val 23077"/>
            </a:avLst>
          </a:prstGeom>
          <a:solidFill>
            <a:srgbClr val="0B2E2C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" name="Text 6"/>
          <p:cNvSpPr txBox="1"/>
          <p:nvPr/>
        </p:nvSpPr>
        <p:spPr>
          <a:xfrm>
            <a:off x="2087756" y="1104138"/>
            <a:ext cx="105122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TEA 3,6 pp</a:t>
            </a:r>
            <a:endParaRPr lang="en-US" sz="563"/>
          </a:p>
        </p:txBody>
      </p:sp>
      <p:sp>
        <p:nvSpPr>
          <p:cNvPr id="10" name="Shape 7"/>
          <p:cNvSpPr/>
          <p:nvPr/>
        </p:nvSpPr>
        <p:spPr>
          <a:xfrm>
            <a:off x="3193844" y="1104138"/>
            <a:ext cx="869978" cy="17830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" name="Text 8"/>
          <p:cNvSpPr txBox="1"/>
          <p:nvPr/>
        </p:nvSpPr>
        <p:spPr>
          <a:xfrm>
            <a:off x="3193844" y="1104138"/>
            <a:ext cx="8699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13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+33 pp</a:t>
            </a:r>
            <a:endParaRPr lang="en-US" sz="563"/>
          </a:p>
        </p:txBody>
      </p:sp>
      <p:sp>
        <p:nvSpPr>
          <p:cNvPr id="12" name="Shape 9"/>
          <p:cNvSpPr/>
          <p:nvPr/>
        </p:nvSpPr>
        <p:spPr>
          <a:xfrm>
            <a:off x="493776" y="1316736"/>
            <a:ext cx="3624911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3" name="Text 10"/>
          <p:cNvSpPr txBox="1"/>
          <p:nvPr/>
        </p:nvSpPr>
        <p:spPr>
          <a:xfrm>
            <a:off x="534924" y="1412748"/>
            <a:ext cx="274320" cy="923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525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5"/>
          </a:p>
        </p:txBody>
      </p:sp>
      <p:sp>
        <p:nvSpPr>
          <p:cNvPr id="14" name="Shape 11"/>
          <p:cNvSpPr/>
          <p:nvPr/>
        </p:nvSpPr>
        <p:spPr>
          <a:xfrm flipV="1">
            <a:off x="809245" y="1619892"/>
            <a:ext cx="803357" cy="75662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" name="Shape 12"/>
          <p:cNvSpPr/>
          <p:nvPr/>
        </p:nvSpPr>
        <p:spPr>
          <a:xfrm>
            <a:off x="1612602" y="1619892"/>
            <a:ext cx="803357" cy="168138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" name="Shape 13"/>
          <p:cNvSpPr/>
          <p:nvPr/>
        </p:nvSpPr>
        <p:spPr>
          <a:xfrm>
            <a:off x="2415960" y="1788030"/>
            <a:ext cx="803357" cy="210172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7" name="Shape 14"/>
          <p:cNvSpPr/>
          <p:nvPr/>
        </p:nvSpPr>
        <p:spPr>
          <a:xfrm flipV="1">
            <a:off x="3219317" y="1947761"/>
            <a:ext cx="803357" cy="50441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8" name="Shape 15"/>
          <p:cNvSpPr/>
          <p:nvPr/>
        </p:nvSpPr>
        <p:spPr>
          <a:xfrm flipV="1">
            <a:off x="809245" y="1893908"/>
            <a:ext cx="803357" cy="172880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9" name="Shape 16"/>
          <p:cNvSpPr/>
          <p:nvPr/>
        </p:nvSpPr>
        <p:spPr>
          <a:xfrm>
            <a:off x="1612602" y="1893908"/>
            <a:ext cx="803357" cy="355833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0" name="Shape 17"/>
          <p:cNvSpPr/>
          <p:nvPr/>
        </p:nvSpPr>
        <p:spPr>
          <a:xfrm flipV="1">
            <a:off x="2415960" y="2226101"/>
            <a:ext cx="803357" cy="23640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1" name="Shape 18"/>
          <p:cNvSpPr/>
          <p:nvPr/>
        </p:nvSpPr>
        <p:spPr>
          <a:xfrm flipV="1">
            <a:off x="3219317" y="2123992"/>
            <a:ext cx="803357" cy="102109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2" name="Text 19"/>
          <p:cNvSpPr txBox="1"/>
          <p:nvPr/>
        </p:nvSpPr>
        <p:spPr>
          <a:xfrm>
            <a:off x="569214" y="1544678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25,7</a:t>
            </a:r>
            <a:endParaRPr lang="en-US" sz="525"/>
          </a:p>
        </p:txBody>
      </p:sp>
      <p:sp>
        <p:nvSpPr>
          <p:cNvPr id="23" name="Text 20"/>
          <p:cNvSpPr txBox="1"/>
          <p:nvPr/>
        </p:nvSpPr>
        <p:spPr>
          <a:xfrm>
            <a:off x="3782645" y="1796884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</a:t>
            </a:r>
            <a:endParaRPr lang="en-US" sz="525"/>
          </a:p>
        </p:txBody>
      </p:sp>
      <p:sp>
        <p:nvSpPr>
          <p:cNvPr id="24" name="Text 21"/>
          <p:cNvSpPr txBox="1"/>
          <p:nvPr/>
        </p:nvSpPr>
        <p:spPr>
          <a:xfrm>
            <a:off x="569214" y="2107937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</a:t>
            </a:r>
            <a:endParaRPr lang="en-US" sz="525"/>
          </a:p>
        </p:txBody>
      </p:sp>
      <p:sp>
        <p:nvSpPr>
          <p:cNvPr id="25" name="Text 22"/>
          <p:cNvSpPr txBox="1"/>
          <p:nvPr/>
        </p:nvSpPr>
        <p:spPr>
          <a:xfrm>
            <a:off x="3782645" y="2165140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</a:t>
            </a:r>
            <a:endParaRPr lang="en-US" sz="525"/>
          </a:p>
        </p:txBody>
      </p:sp>
      <p:sp>
        <p:nvSpPr>
          <p:cNvPr id="26" name="Text 23"/>
          <p:cNvSpPr txBox="1"/>
          <p:nvPr/>
        </p:nvSpPr>
        <p:spPr>
          <a:xfrm>
            <a:off x="539496" y="239572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525" dirty="0"/>
          </a:p>
        </p:txBody>
      </p:sp>
      <p:sp>
        <p:nvSpPr>
          <p:cNvPr id="140" name="Heading2"/>
          <p:cNvSpPr txBox="1"/>
          <p:nvPr/>
        </p:nvSpPr>
        <p:spPr>
          <a:xfrm>
            <a:off x="539496" y="313639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525" dirty="0"/>
          </a:p>
        </p:txBody>
      </p:sp>
      <p:sp>
        <p:nvSpPr>
          <p:cNvPr id="27" name="Shape 24"/>
          <p:cNvSpPr/>
          <p:nvPr/>
        </p:nvSpPr>
        <p:spPr>
          <a:xfrm>
            <a:off x="857251" y="2880360"/>
            <a:ext cx="546674" cy="219456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42" name="Bar2"/>
          <p:cNvSpPr/>
          <p:nvPr/>
        </p:nvSpPr>
        <p:spPr>
          <a:xfrm>
            <a:off x="857251" y="3643884"/>
            <a:ext cx="546674" cy="196596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28" name="Text 25"/>
          <p:cNvSpPr txBox="1"/>
          <p:nvPr/>
        </p:nvSpPr>
        <p:spPr>
          <a:xfrm>
            <a:off x="754381" y="274320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563"/>
          </a:p>
        </p:txBody>
      </p:sp>
      <p:sp>
        <p:nvSpPr>
          <p:cNvPr id="143" name="Val2"/>
          <p:cNvSpPr txBox="1"/>
          <p:nvPr/>
        </p:nvSpPr>
        <p:spPr>
          <a:xfrm>
            <a:off x="754381" y="3506724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563"/>
          </a:p>
        </p:txBody>
      </p:sp>
      <p:sp>
        <p:nvSpPr>
          <p:cNvPr id="29" name="Text 26"/>
          <p:cNvSpPr txBox="1"/>
          <p:nvPr/>
        </p:nvSpPr>
        <p:spPr>
          <a:xfrm>
            <a:off x="720091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2025Q2</a:t>
            </a:r>
            <a:endParaRPr lang="en-US" sz="488"/>
          </a:p>
        </p:txBody>
      </p:sp>
      <p:sp>
        <p:nvSpPr>
          <p:cNvPr id="30" name="Shape 27"/>
          <p:cNvSpPr/>
          <p:nvPr/>
        </p:nvSpPr>
        <p:spPr>
          <a:xfrm>
            <a:off x="1499937" y="2839212"/>
            <a:ext cx="546674" cy="260604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44" name="Bar2"/>
          <p:cNvSpPr/>
          <p:nvPr/>
        </p:nvSpPr>
        <p:spPr>
          <a:xfrm>
            <a:off x="1499937" y="3630168"/>
            <a:ext cx="546674" cy="21031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1" name="Text 28"/>
          <p:cNvSpPr txBox="1"/>
          <p:nvPr/>
        </p:nvSpPr>
        <p:spPr>
          <a:xfrm>
            <a:off x="1397067" y="270205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563"/>
          </a:p>
        </p:txBody>
      </p:sp>
      <p:sp>
        <p:nvSpPr>
          <p:cNvPr id="145" name="Val2"/>
          <p:cNvSpPr txBox="1"/>
          <p:nvPr/>
        </p:nvSpPr>
        <p:spPr>
          <a:xfrm>
            <a:off x="1397067" y="349300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563"/>
          </a:p>
        </p:txBody>
      </p:sp>
      <p:sp>
        <p:nvSpPr>
          <p:cNvPr id="32" name="Text 29"/>
          <p:cNvSpPr txBox="1"/>
          <p:nvPr/>
        </p:nvSpPr>
        <p:spPr>
          <a:xfrm>
            <a:off x="1362777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2025Q3</a:t>
            </a:r>
            <a:endParaRPr lang="en-US" sz="488"/>
          </a:p>
        </p:txBody>
      </p:sp>
      <p:sp>
        <p:nvSpPr>
          <p:cNvPr id="33" name="Shape 30"/>
          <p:cNvSpPr/>
          <p:nvPr/>
        </p:nvSpPr>
        <p:spPr>
          <a:xfrm>
            <a:off x="2142622" y="2880360"/>
            <a:ext cx="546674" cy="219456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46" name="Bar2"/>
          <p:cNvSpPr/>
          <p:nvPr/>
        </p:nvSpPr>
        <p:spPr>
          <a:xfrm>
            <a:off x="2142622" y="3662172"/>
            <a:ext cx="546674" cy="17830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4" name="Text 31"/>
          <p:cNvSpPr txBox="1"/>
          <p:nvPr/>
        </p:nvSpPr>
        <p:spPr>
          <a:xfrm>
            <a:off x="2039752" y="274320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563"/>
          </a:p>
        </p:txBody>
      </p:sp>
      <p:sp>
        <p:nvSpPr>
          <p:cNvPr id="147" name="Val2"/>
          <p:cNvSpPr txBox="1"/>
          <p:nvPr/>
        </p:nvSpPr>
        <p:spPr>
          <a:xfrm>
            <a:off x="2039752" y="352501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563"/>
          </a:p>
        </p:txBody>
      </p:sp>
      <p:sp>
        <p:nvSpPr>
          <p:cNvPr id="35" name="Text 32"/>
          <p:cNvSpPr txBox="1"/>
          <p:nvPr/>
        </p:nvSpPr>
        <p:spPr>
          <a:xfrm>
            <a:off x="2005462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2025Q4</a:t>
            </a:r>
            <a:endParaRPr lang="en-US" sz="488"/>
          </a:p>
        </p:txBody>
      </p:sp>
      <p:sp>
        <p:nvSpPr>
          <p:cNvPr id="36" name="Shape 33"/>
          <p:cNvSpPr/>
          <p:nvPr/>
        </p:nvSpPr>
        <p:spPr>
          <a:xfrm>
            <a:off x="2785309" y="2866644"/>
            <a:ext cx="546674" cy="23317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48" name="Bar2"/>
          <p:cNvSpPr/>
          <p:nvPr/>
        </p:nvSpPr>
        <p:spPr>
          <a:xfrm>
            <a:off x="2785309" y="3653028"/>
            <a:ext cx="546674" cy="18745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37" name="Text 34"/>
          <p:cNvSpPr txBox="1"/>
          <p:nvPr/>
        </p:nvSpPr>
        <p:spPr>
          <a:xfrm>
            <a:off x="2682439" y="2729484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563"/>
          </a:p>
        </p:txBody>
      </p:sp>
      <p:sp>
        <p:nvSpPr>
          <p:cNvPr id="149" name="Val2"/>
          <p:cNvSpPr txBox="1"/>
          <p:nvPr/>
        </p:nvSpPr>
        <p:spPr>
          <a:xfrm>
            <a:off x="2682439" y="351586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563"/>
          </a:p>
        </p:txBody>
      </p:sp>
      <p:sp>
        <p:nvSpPr>
          <p:cNvPr id="38" name="Text 35"/>
          <p:cNvSpPr txBox="1"/>
          <p:nvPr/>
        </p:nvSpPr>
        <p:spPr>
          <a:xfrm>
            <a:off x="2648149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2026Q1</a:t>
            </a:r>
            <a:endParaRPr lang="en-US" sz="488"/>
          </a:p>
        </p:txBody>
      </p:sp>
      <p:sp>
        <p:nvSpPr>
          <p:cNvPr id="39" name="Shape 36"/>
          <p:cNvSpPr/>
          <p:nvPr/>
        </p:nvSpPr>
        <p:spPr>
          <a:xfrm>
            <a:off x="3427995" y="2729484"/>
            <a:ext cx="546674" cy="37033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0" name="Bar2"/>
          <p:cNvSpPr/>
          <p:nvPr/>
        </p:nvSpPr>
        <p:spPr>
          <a:xfrm>
            <a:off x="3427995" y="3502152"/>
            <a:ext cx="546674" cy="33832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0" name="Text 37"/>
          <p:cNvSpPr txBox="1"/>
          <p:nvPr/>
        </p:nvSpPr>
        <p:spPr>
          <a:xfrm>
            <a:off x="3325125" y="2592324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563"/>
          </a:p>
        </p:txBody>
      </p:sp>
      <p:sp>
        <p:nvSpPr>
          <p:cNvPr id="151" name="Val2"/>
          <p:cNvSpPr txBox="1"/>
          <p:nvPr/>
        </p:nvSpPr>
        <p:spPr>
          <a:xfrm>
            <a:off x="3325125" y="336499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563"/>
          </a:p>
        </p:txBody>
      </p:sp>
      <p:sp>
        <p:nvSpPr>
          <p:cNvPr id="41" name="Text 38"/>
          <p:cNvSpPr txBox="1"/>
          <p:nvPr/>
        </p:nvSpPr>
        <p:spPr>
          <a:xfrm>
            <a:off x="3290835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2026Q2</a:t>
            </a:r>
            <a:endParaRPr lang="en-US" sz="488"/>
          </a:p>
        </p:txBody>
      </p:sp>
      <p:sp>
        <p:nvSpPr>
          <p:cNvPr id="42" name="Shape 39"/>
          <p:cNvSpPr/>
          <p:nvPr/>
        </p:nvSpPr>
        <p:spPr>
          <a:xfrm>
            <a:off x="781812" y="3099816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41" name="Shape 39"/>
          <p:cNvSpPr/>
          <p:nvPr/>
        </p:nvSpPr>
        <p:spPr>
          <a:xfrm>
            <a:off x="781812" y="3840480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3" name="Shape 40"/>
          <p:cNvSpPr/>
          <p:nvPr/>
        </p:nvSpPr>
        <p:spPr>
          <a:xfrm>
            <a:off x="4283278" y="1069848"/>
            <a:ext cx="3624911" cy="2468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4" name="Text 41"/>
          <p:cNvSpPr txBox="1"/>
          <p:nvPr/>
        </p:nvSpPr>
        <p:spPr>
          <a:xfrm>
            <a:off x="4365574" y="1069848"/>
            <a:ext cx="1522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en Expansión</a:t>
            </a:r>
            <a:endParaRPr lang="en-US" sz="825"/>
          </a:p>
        </p:txBody>
      </p:sp>
      <p:sp>
        <p:nvSpPr>
          <p:cNvPr id="45" name="Shape 42"/>
          <p:cNvSpPr/>
          <p:nvPr/>
        </p:nvSpPr>
        <p:spPr>
          <a:xfrm>
            <a:off x="5877258" y="1104138"/>
            <a:ext cx="1051224" cy="178308"/>
          </a:xfrm>
          <a:prstGeom prst="roundRect">
            <a:avLst>
              <a:gd name="adj" fmla="val 23077"/>
            </a:avLst>
          </a:prstGeom>
          <a:solidFill>
            <a:srgbClr val="0B2E2C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6" name="Text 43"/>
          <p:cNvSpPr txBox="1"/>
          <p:nvPr/>
        </p:nvSpPr>
        <p:spPr>
          <a:xfrm>
            <a:off x="5877258" y="1104138"/>
            <a:ext cx="105122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TEA 4,7 pp</a:t>
            </a:r>
            <a:endParaRPr lang="en-US" sz="563"/>
          </a:p>
        </p:txBody>
      </p:sp>
      <p:sp>
        <p:nvSpPr>
          <p:cNvPr id="47" name="Shape 44"/>
          <p:cNvSpPr/>
          <p:nvPr/>
        </p:nvSpPr>
        <p:spPr>
          <a:xfrm>
            <a:off x="6983347" y="1104138"/>
            <a:ext cx="869978" cy="17830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48" name="Text 45"/>
          <p:cNvSpPr txBox="1"/>
          <p:nvPr/>
        </p:nvSpPr>
        <p:spPr>
          <a:xfrm>
            <a:off x="6983347" y="1104138"/>
            <a:ext cx="8699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13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+5 pp</a:t>
            </a:r>
            <a:endParaRPr lang="en-US" sz="563"/>
          </a:p>
        </p:txBody>
      </p:sp>
      <p:sp>
        <p:nvSpPr>
          <p:cNvPr id="49" name="Shape 46"/>
          <p:cNvSpPr/>
          <p:nvPr/>
        </p:nvSpPr>
        <p:spPr>
          <a:xfrm>
            <a:off x="4283278" y="1316736"/>
            <a:ext cx="3624911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0" name="Text 47"/>
          <p:cNvSpPr txBox="1"/>
          <p:nvPr/>
        </p:nvSpPr>
        <p:spPr>
          <a:xfrm>
            <a:off x="4324427" y="1412748"/>
            <a:ext cx="274320" cy="923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525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5"/>
          </a:p>
        </p:txBody>
      </p:sp>
      <p:sp>
        <p:nvSpPr>
          <p:cNvPr id="51" name="Shape 48"/>
          <p:cNvSpPr/>
          <p:nvPr/>
        </p:nvSpPr>
        <p:spPr>
          <a:xfrm flipV="1">
            <a:off x="4598747" y="1621558"/>
            <a:ext cx="803357" cy="69782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2" name="Shape 49"/>
          <p:cNvSpPr/>
          <p:nvPr/>
        </p:nvSpPr>
        <p:spPr>
          <a:xfrm>
            <a:off x="5402104" y="1621558"/>
            <a:ext cx="803357" cy="194616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3" name="Shape 50"/>
          <p:cNvSpPr/>
          <p:nvPr/>
        </p:nvSpPr>
        <p:spPr>
          <a:xfrm>
            <a:off x="6205462" y="1816174"/>
            <a:ext cx="803357" cy="100797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4" name="Shape 51"/>
          <p:cNvSpPr/>
          <p:nvPr/>
        </p:nvSpPr>
        <p:spPr>
          <a:xfrm>
            <a:off x="7008820" y="1916971"/>
            <a:ext cx="803357" cy="7753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5" name="Shape 52"/>
          <p:cNvSpPr/>
          <p:nvPr/>
        </p:nvSpPr>
        <p:spPr>
          <a:xfrm flipV="1">
            <a:off x="4598747" y="2057091"/>
            <a:ext cx="803357" cy="33118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6" name="Shape 53"/>
          <p:cNvSpPr/>
          <p:nvPr/>
        </p:nvSpPr>
        <p:spPr>
          <a:xfrm>
            <a:off x="5402104" y="2057091"/>
            <a:ext cx="803357" cy="160307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7" name="Shape 54"/>
          <p:cNvSpPr/>
          <p:nvPr/>
        </p:nvSpPr>
        <p:spPr>
          <a:xfrm>
            <a:off x="6205462" y="2217398"/>
            <a:ext cx="803357" cy="31094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8" name="Shape 55"/>
          <p:cNvSpPr/>
          <p:nvPr/>
        </p:nvSpPr>
        <p:spPr>
          <a:xfrm flipV="1">
            <a:off x="7008820" y="2181278"/>
            <a:ext cx="803357" cy="67214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59" name="Text 56"/>
          <p:cNvSpPr txBox="1"/>
          <p:nvPr/>
        </p:nvSpPr>
        <p:spPr>
          <a:xfrm>
            <a:off x="4358717" y="1540464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25,6</a:t>
            </a:r>
            <a:endParaRPr lang="en-US" sz="525"/>
          </a:p>
        </p:txBody>
      </p:sp>
      <p:sp>
        <p:nvSpPr>
          <p:cNvPr id="60" name="Text 57"/>
          <p:cNvSpPr txBox="1"/>
          <p:nvPr/>
        </p:nvSpPr>
        <p:spPr>
          <a:xfrm>
            <a:off x="7572146" y="1773849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</a:t>
            </a:r>
            <a:endParaRPr lang="en-US" sz="525"/>
          </a:p>
        </p:txBody>
      </p:sp>
      <p:sp>
        <p:nvSpPr>
          <p:cNvPr id="61" name="Text 58"/>
          <p:cNvSpPr txBox="1"/>
          <p:nvPr/>
        </p:nvSpPr>
        <p:spPr>
          <a:xfrm>
            <a:off x="4358717" y="2131359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</a:t>
            </a:r>
            <a:endParaRPr lang="en-US" sz="525"/>
          </a:p>
        </p:txBody>
      </p:sp>
      <p:sp>
        <p:nvSpPr>
          <p:cNvPr id="62" name="Text 59"/>
          <p:cNvSpPr txBox="1"/>
          <p:nvPr/>
        </p:nvSpPr>
        <p:spPr>
          <a:xfrm>
            <a:off x="7572146" y="2222425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</a:t>
            </a:r>
            <a:endParaRPr lang="en-US" sz="525"/>
          </a:p>
        </p:txBody>
      </p:sp>
      <p:sp>
        <p:nvSpPr>
          <p:cNvPr id="63" name="Text 60"/>
          <p:cNvSpPr txBox="1"/>
          <p:nvPr/>
        </p:nvSpPr>
        <p:spPr>
          <a:xfrm>
            <a:off x="4328998" y="239572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525" dirty="0"/>
          </a:p>
        </p:txBody>
      </p:sp>
      <p:sp>
        <p:nvSpPr>
          <p:cNvPr id="152" name="Heading2"/>
          <p:cNvSpPr txBox="1"/>
          <p:nvPr/>
        </p:nvSpPr>
        <p:spPr>
          <a:xfrm>
            <a:off x="4328998" y="313639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525" dirty="0"/>
          </a:p>
        </p:txBody>
      </p:sp>
      <p:sp>
        <p:nvSpPr>
          <p:cNvPr id="64" name="Shape 61"/>
          <p:cNvSpPr/>
          <p:nvPr/>
        </p:nvSpPr>
        <p:spPr>
          <a:xfrm>
            <a:off x="4646753" y="2848356"/>
            <a:ext cx="546674" cy="251460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4" name="Bar2"/>
          <p:cNvSpPr/>
          <p:nvPr/>
        </p:nvSpPr>
        <p:spPr>
          <a:xfrm>
            <a:off x="4646753" y="3630168"/>
            <a:ext cx="546674" cy="21031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65" name="Text 62"/>
          <p:cNvSpPr txBox="1"/>
          <p:nvPr/>
        </p:nvSpPr>
        <p:spPr>
          <a:xfrm>
            <a:off x="4543883" y="271119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563"/>
          </a:p>
        </p:txBody>
      </p:sp>
      <p:sp>
        <p:nvSpPr>
          <p:cNvPr id="155" name="Val2"/>
          <p:cNvSpPr txBox="1"/>
          <p:nvPr/>
        </p:nvSpPr>
        <p:spPr>
          <a:xfrm>
            <a:off x="4543883" y="349300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563"/>
          </a:p>
        </p:txBody>
      </p:sp>
      <p:sp>
        <p:nvSpPr>
          <p:cNvPr id="66" name="Text 63"/>
          <p:cNvSpPr txBox="1"/>
          <p:nvPr/>
        </p:nvSpPr>
        <p:spPr>
          <a:xfrm>
            <a:off x="4509593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2025Q2</a:t>
            </a:r>
            <a:endParaRPr lang="en-US" sz="488"/>
          </a:p>
        </p:txBody>
      </p:sp>
      <p:sp>
        <p:nvSpPr>
          <p:cNvPr id="67" name="Shape 64"/>
          <p:cNvSpPr/>
          <p:nvPr/>
        </p:nvSpPr>
        <p:spPr>
          <a:xfrm>
            <a:off x="5289439" y="2939796"/>
            <a:ext cx="546674" cy="160020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6" name="Bar2"/>
          <p:cNvSpPr/>
          <p:nvPr/>
        </p:nvSpPr>
        <p:spPr>
          <a:xfrm>
            <a:off x="5289439" y="3703320"/>
            <a:ext cx="546674" cy="137160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68" name="Text 65"/>
          <p:cNvSpPr txBox="1"/>
          <p:nvPr/>
        </p:nvSpPr>
        <p:spPr>
          <a:xfrm>
            <a:off x="5186569" y="280263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563"/>
          </a:p>
        </p:txBody>
      </p:sp>
      <p:sp>
        <p:nvSpPr>
          <p:cNvPr id="157" name="Val2"/>
          <p:cNvSpPr txBox="1"/>
          <p:nvPr/>
        </p:nvSpPr>
        <p:spPr>
          <a:xfrm>
            <a:off x="5186569" y="356616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563"/>
          </a:p>
        </p:txBody>
      </p:sp>
      <p:sp>
        <p:nvSpPr>
          <p:cNvPr id="69" name="Text 66"/>
          <p:cNvSpPr txBox="1"/>
          <p:nvPr/>
        </p:nvSpPr>
        <p:spPr>
          <a:xfrm>
            <a:off x="5152279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2025Q3</a:t>
            </a:r>
            <a:endParaRPr lang="en-US" sz="488"/>
          </a:p>
        </p:txBody>
      </p:sp>
      <p:sp>
        <p:nvSpPr>
          <p:cNvPr id="70" name="Shape 67"/>
          <p:cNvSpPr/>
          <p:nvPr/>
        </p:nvSpPr>
        <p:spPr>
          <a:xfrm>
            <a:off x="5932125" y="2953512"/>
            <a:ext cx="546674" cy="146304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8" name="Bar2"/>
          <p:cNvSpPr/>
          <p:nvPr/>
        </p:nvSpPr>
        <p:spPr>
          <a:xfrm>
            <a:off x="5932125" y="3721608"/>
            <a:ext cx="546674" cy="11887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71" name="Text 68"/>
          <p:cNvSpPr txBox="1"/>
          <p:nvPr/>
        </p:nvSpPr>
        <p:spPr>
          <a:xfrm>
            <a:off x="5829255" y="281635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563"/>
          </a:p>
        </p:txBody>
      </p:sp>
      <p:sp>
        <p:nvSpPr>
          <p:cNvPr id="159" name="Val2"/>
          <p:cNvSpPr txBox="1"/>
          <p:nvPr/>
        </p:nvSpPr>
        <p:spPr>
          <a:xfrm>
            <a:off x="5829255" y="358444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563"/>
          </a:p>
        </p:txBody>
      </p:sp>
      <p:sp>
        <p:nvSpPr>
          <p:cNvPr id="72" name="Text 69"/>
          <p:cNvSpPr txBox="1"/>
          <p:nvPr/>
        </p:nvSpPr>
        <p:spPr>
          <a:xfrm>
            <a:off x="5794965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2025Q4</a:t>
            </a:r>
            <a:endParaRPr lang="en-US" sz="488"/>
          </a:p>
        </p:txBody>
      </p:sp>
      <p:sp>
        <p:nvSpPr>
          <p:cNvPr id="73" name="Shape 70"/>
          <p:cNvSpPr/>
          <p:nvPr/>
        </p:nvSpPr>
        <p:spPr>
          <a:xfrm>
            <a:off x="6574811" y="2912364"/>
            <a:ext cx="546674" cy="1874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0" name="Bar2"/>
          <p:cNvSpPr/>
          <p:nvPr/>
        </p:nvSpPr>
        <p:spPr>
          <a:xfrm>
            <a:off x="6574811" y="3675888"/>
            <a:ext cx="546674" cy="16459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74" name="Text 71"/>
          <p:cNvSpPr txBox="1"/>
          <p:nvPr/>
        </p:nvSpPr>
        <p:spPr>
          <a:xfrm>
            <a:off x="6471941" y="2775204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563"/>
          </a:p>
        </p:txBody>
      </p:sp>
      <p:sp>
        <p:nvSpPr>
          <p:cNvPr id="161" name="Val2"/>
          <p:cNvSpPr txBox="1"/>
          <p:nvPr/>
        </p:nvSpPr>
        <p:spPr>
          <a:xfrm>
            <a:off x="6471941" y="353872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563"/>
          </a:p>
        </p:txBody>
      </p:sp>
      <p:sp>
        <p:nvSpPr>
          <p:cNvPr id="75" name="Text 72"/>
          <p:cNvSpPr txBox="1"/>
          <p:nvPr/>
        </p:nvSpPr>
        <p:spPr>
          <a:xfrm>
            <a:off x="6437651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2026Q1</a:t>
            </a:r>
            <a:endParaRPr lang="en-US" sz="488"/>
          </a:p>
        </p:txBody>
      </p:sp>
      <p:sp>
        <p:nvSpPr>
          <p:cNvPr id="76" name="Shape 73"/>
          <p:cNvSpPr/>
          <p:nvPr/>
        </p:nvSpPr>
        <p:spPr>
          <a:xfrm>
            <a:off x="7217497" y="2825496"/>
            <a:ext cx="546674" cy="274320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2" name="Bar2"/>
          <p:cNvSpPr/>
          <p:nvPr/>
        </p:nvSpPr>
        <p:spPr>
          <a:xfrm>
            <a:off x="7217497" y="3607308"/>
            <a:ext cx="546674" cy="23317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77" name="Text 74"/>
          <p:cNvSpPr txBox="1"/>
          <p:nvPr/>
        </p:nvSpPr>
        <p:spPr>
          <a:xfrm>
            <a:off x="7114627" y="268833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63"/>
          </a:p>
        </p:txBody>
      </p:sp>
      <p:sp>
        <p:nvSpPr>
          <p:cNvPr id="163" name="Val2"/>
          <p:cNvSpPr txBox="1"/>
          <p:nvPr/>
        </p:nvSpPr>
        <p:spPr>
          <a:xfrm>
            <a:off x="7114627" y="3470148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563"/>
          </a:p>
        </p:txBody>
      </p:sp>
      <p:sp>
        <p:nvSpPr>
          <p:cNvPr id="78" name="Text 75"/>
          <p:cNvSpPr txBox="1"/>
          <p:nvPr/>
        </p:nvSpPr>
        <p:spPr>
          <a:xfrm>
            <a:off x="7080337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2026Q2</a:t>
            </a:r>
            <a:endParaRPr lang="en-US" sz="488"/>
          </a:p>
        </p:txBody>
      </p:sp>
      <p:sp>
        <p:nvSpPr>
          <p:cNvPr id="79" name="Shape 76"/>
          <p:cNvSpPr/>
          <p:nvPr/>
        </p:nvSpPr>
        <p:spPr>
          <a:xfrm>
            <a:off x="4571314" y="3099816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53" name="Shape 76"/>
          <p:cNvSpPr/>
          <p:nvPr/>
        </p:nvSpPr>
        <p:spPr>
          <a:xfrm>
            <a:off x="4571314" y="3840480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0" name="Shape 77"/>
          <p:cNvSpPr/>
          <p:nvPr/>
        </p:nvSpPr>
        <p:spPr>
          <a:xfrm>
            <a:off x="8072780" y="1069848"/>
            <a:ext cx="3624911" cy="246888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1" name="Text 78"/>
          <p:cNvSpPr txBox="1"/>
          <p:nvPr/>
        </p:nvSpPr>
        <p:spPr>
          <a:xfrm>
            <a:off x="8155076" y="1069848"/>
            <a:ext cx="1522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Recurrente</a:t>
            </a:r>
            <a:endParaRPr lang="en-US" sz="825"/>
          </a:p>
        </p:txBody>
      </p:sp>
      <p:sp>
        <p:nvSpPr>
          <p:cNvPr id="82" name="Shape 79"/>
          <p:cNvSpPr/>
          <p:nvPr/>
        </p:nvSpPr>
        <p:spPr>
          <a:xfrm>
            <a:off x="9666761" y="1104138"/>
            <a:ext cx="1051224" cy="178308"/>
          </a:xfrm>
          <a:prstGeom prst="roundRect">
            <a:avLst>
              <a:gd name="adj" fmla="val 23077"/>
            </a:avLst>
          </a:prstGeom>
          <a:solidFill>
            <a:srgbClr val="0B2E2C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3" name="Text 80"/>
          <p:cNvSpPr txBox="1"/>
          <p:nvPr/>
        </p:nvSpPr>
        <p:spPr>
          <a:xfrm>
            <a:off x="9666761" y="1104138"/>
            <a:ext cx="105122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TEA 5,2 pp</a:t>
            </a:r>
            <a:endParaRPr lang="en-US" sz="563"/>
          </a:p>
        </p:txBody>
      </p:sp>
      <p:sp>
        <p:nvSpPr>
          <p:cNvPr id="84" name="Shape 81"/>
          <p:cNvSpPr/>
          <p:nvPr/>
        </p:nvSpPr>
        <p:spPr>
          <a:xfrm>
            <a:off x="10772849" y="1104138"/>
            <a:ext cx="869978" cy="17830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5" name="Text 82"/>
          <p:cNvSpPr txBox="1"/>
          <p:nvPr/>
        </p:nvSpPr>
        <p:spPr>
          <a:xfrm>
            <a:off x="10772849" y="1104138"/>
            <a:ext cx="8699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13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+23 pp</a:t>
            </a:r>
            <a:endParaRPr lang="en-US" sz="563"/>
          </a:p>
        </p:txBody>
      </p:sp>
      <p:sp>
        <p:nvSpPr>
          <p:cNvPr id="86" name="Shape 83"/>
          <p:cNvSpPr/>
          <p:nvPr/>
        </p:nvSpPr>
        <p:spPr>
          <a:xfrm>
            <a:off x="8072780" y="1316736"/>
            <a:ext cx="3624911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7" name="Text 84"/>
          <p:cNvSpPr txBox="1"/>
          <p:nvPr/>
        </p:nvSpPr>
        <p:spPr>
          <a:xfrm>
            <a:off x="8113928" y="1412748"/>
            <a:ext cx="274320" cy="923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525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5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25"/>
          </a:p>
        </p:txBody>
      </p:sp>
      <p:sp>
        <p:nvSpPr>
          <p:cNvPr id="88" name="Shape 85"/>
          <p:cNvSpPr/>
          <p:nvPr/>
        </p:nvSpPr>
        <p:spPr>
          <a:xfrm flipV="1">
            <a:off x="8388249" y="1610702"/>
            <a:ext cx="803357" cy="108590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89" name="Shape 86"/>
          <p:cNvSpPr/>
          <p:nvPr/>
        </p:nvSpPr>
        <p:spPr>
          <a:xfrm>
            <a:off x="9191607" y="1610702"/>
            <a:ext cx="803357" cy="122345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0" name="Shape 87"/>
          <p:cNvSpPr/>
          <p:nvPr/>
        </p:nvSpPr>
        <p:spPr>
          <a:xfrm>
            <a:off x="9994964" y="1733047"/>
            <a:ext cx="803357" cy="144063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1" name="Shape 88"/>
          <p:cNvSpPr/>
          <p:nvPr/>
        </p:nvSpPr>
        <p:spPr>
          <a:xfrm>
            <a:off x="10798321" y="1877110"/>
            <a:ext cx="803357" cy="36196"/>
          </a:xfrm>
          <a:prstGeom prst="line">
            <a:avLst/>
          </a:prstGeom>
          <a:noFill/>
          <a:ln w="19050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2" name="Shape 89"/>
          <p:cNvSpPr/>
          <p:nvPr/>
        </p:nvSpPr>
        <p:spPr>
          <a:xfrm>
            <a:off x="8388249" y="2080861"/>
            <a:ext cx="803357" cy="65928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3" name="Shape 90"/>
          <p:cNvSpPr/>
          <p:nvPr/>
        </p:nvSpPr>
        <p:spPr>
          <a:xfrm>
            <a:off x="9191607" y="2146789"/>
            <a:ext cx="803357" cy="7808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4" name="Shape 91"/>
          <p:cNvSpPr/>
          <p:nvPr/>
        </p:nvSpPr>
        <p:spPr>
          <a:xfrm>
            <a:off x="9994964" y="2154598"/>
            <a:ext cx="803357" cy="102036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5" name="Shape 92"/>
          <p:cNvSpPr/>
          <p:nvPr/>
        </p:nvSpPr>
        <p:spPr>
          <a:xfrm flipV="1">
            <a:off x="10798321" y="2091349"/>
            <a:ext cx="803357" cy="165285"/>
          </a:xfrm>
          <a:prstGeom prst="line">
            <a:avLst/>
          </a:prstGeom>
          <a:noFill/>
          <a:ln w="19050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96" name="Text 93"/>
          <p:cNvSpPr txBox="1"/>
          <p:nvPr/>
        </p:nvSpPr>
        <p:spPr>
          <a:xfrm>
            <a:off x="8148218" y="1568416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25,4</a:t>
            </a:r>
            <a:endParaRPr lang="en-US" sz="525"/>
          </a:p>
        </p:txBody>
      </p:sp>
      <p:sp>
        <p:nvSpPr>
          <p:cNvPr id="97" name="Text 94"/>
          <p:cNvSpPr txBox="1"/>
          <p:nvPr/>
        </p:nvSpPr>
        <p:spPr>
          <a:xfrm>
            <a:off x="11361649" y="1762430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</a:t>
            </a:r>
            <a:endParaRPr lang="en-US" sz="525"/>
          </a:p>
        </p:txBody>
      </p:sp>
      <p:sp>
        <p:nvSpPr>
          <p:cNvPr id="98" name="Text 95"/>
          <p:cNvSpPr txBox="1"/>
          <p:nvPr/>
        </p:nvSpPr>
        <p:spPr>
          <a:xfrm>
            <a:off x="8148218" y="2122010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</a:t>
            </a:r>
            <a:endParaRPr lang="en-US" sz="525"/>
          </a:p>
        </p:txBody>
      </p:sp>
      <p:sp>
        <p:nvSpPr>
          <p:cNvPr id="99" name="Text 96"/>
          <p:cNvSpPr txBox="1"/>
          <p:nvPr/>
        </p:nvSpPr>
        <p:spPr>
          <a:xfrm>
            <a:off x="11361649" y="2132496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5" b="1">
                <a:solidFill>
                  <a:srgbClr val="C87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20,3</a:t>
            </a:r>
            <a:endParaRPr lang="en-US" sz="525"/>
          </a:p>
        </p:txBody>
      </p:sp>
      <p:sp>
        <p:nvSpPr>
          <p:cNvPr id="100" name="Text 97"/>
          <p:cNvSpPr txBox="1"/>
          <p:nvPr/>
        </p:nvSpPr>
        <p:spPr>
          <a:xfrm>
            <a:off x="8118500" y="2395728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525" dirty="0"/>
          </a:p>
        </p:txBody>
      </p:sp>
      <p:sp>
        <p:nvSpPr>
          <p:cNvPr id="164" name="Heading2"/>
          <p:cNvSpPr txBox="1"/>
          <p:nvPr/>
        </p:nvSpPr>
        <p:spPr>
          <a:xfrm>
            <a:off x="8118500" y="313639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25" b="1" dirty="0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r>
              <a:rPr lang="en-US" sz="525" b="1" dirty="0" err="1">
                <a:solidFill>
                  <a:srgbClr val="44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525" dirty="0"/>
          </a:p>
        </p:txBody>
      </p:sp>
      <p:sp>
        <p:nvSpPr>
          <p:cNvPr id="101" name="Shape 98"/>
          <p:cNvSpPr/>
          <p:nvPr/>
        </p:nvSpPr>
        <p:spPr>
          <a:xfrm>
            <a:off x="8436255" y="2802636"/>
            <a:ext cx="546674" cy="297180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6" name="Bar2"/>
          <p:cNvSpPr/>
          <p:nvPr/>
        </p:nvSpPr>
        <p:spPr>
          <a:xfrm>
            <a:off x="8436255" y="3639312"/>
            <a:ext cx="546674" cy="20116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02" name="Text 99"/>
          <p:cNvSpPr txBox="1"/>
          <p:nvPr/>
        </p:nvSpPr>
        <p:spPr>
          <a:xfrm>
            <a:off x="8333385" y="266547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563"/>
          </a:p>
        </p:txBody>
      </p:sp>
      <p:sp>
        <p:nvSpPr>
          <p:cNvPr id="167" name="Val2"/>
          <p:cNvSpPr txBox="1"/>
          <p:nvPr/>
        </p:nvSpPr>
        <p:spPr>
          <a:xfrm>
            <a:off x="8333385" y="350215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563"/>
          </a:p>
        </p:txBody>
      </p:sp>
      <p:sp>
        <p:nvSpPr>
          <p:cNvPr id="103" name="Text 100"/>
          <p:cNvSpPr txBox="1"/>
          <p:nvPr/>
        </p:nvSpPr>
        <p:spPr>
          <a:xfrm>
            <a:off x="8299095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2025Q2</a:t>
            </a:r>
            <a:endParaRPr lang="en-US" sz="488"/>
          </a:p>
        </p:txBody>
      </p:sp>
      <p:sp>
        <p:nvSpPr>
          <p:cNvPr id="104" name="Shape 101"/>
          <p:cNvSpPr/>
          <p:nvPr/>
        </p:nvSpPr>
        <p:spPr>
          <a:xfrm>
            <a:off x="9078941" y="2793492"/>
            <a:ext cx="546674" cy="306324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8" name="Bar2"/>
          <p:cNvSpPr/>
          <p:nvPr/>
        </p:nvSpPr>
        <p:spPr>
          <a:xfrm>
            <a:off x="9078941" y="3616452"/>
            <a:ext cx="546674" cy="22402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05" name="Text 102"/>
          <p:cNvSpPr txBox="1"/>
          <p:nvPr/>
        </p:nvSpPr>
        <p:spPr>
          <a:xfrm>
            <a:off x="8976071" y="265633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563"/>
          </a:p>
        </p:txBody>
      </p:sp>
      <p:sp>
        <p:nvSpPr>
          <p:cNvPr id="169" name="Val2"/>
          <p:cNvSpPr txBox="1"/>
          <p:nvPr/>
        </p:nvSpPr>
        <p:spPr>
          <a:xfrm>
            <a:off x="8976071" y="347929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563"/>
          </a:p>
        </p:txBody>
      </p:sp>
      <p:sp>
        <p:nvSpPr>
          <p:cNvPr id="106" name="Text 103"/>
          <p:cNvSpPr txBox="1"/>
          <p:nvPr/>
        </p:nvSpPr>
        <p:spPr>
          <a:xfrm>
            <a:off x="8941781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2025Q3</a:t>
            </a:r>
            <a:endParaRPr lang="en-US" sz="488"/>
          </a:p>
        </p:txBody>
      </p:sp>
      <p:sp>
        <p:nvSpPr>
          <p:cNvPr id="107" name="Shape 104"/>
          <p:cNvSpPr/>
          <p:nvPr/>
        </p:nvSpPr>
        <p:spPr>
          <a:xfrm>
            <a:off x="9721627" y="2880360"/>
            <a:ext cx="546674" cy="219456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70" name="Bar2"/>
          <p:cNvSpPr/>
          <p:nvPr/>
        </p:nvSpPr>
        <p:spPr>
          <a:xfrm>
            <a:off x="9721627" y="3648456"/>
            <a:ext cx="546674" cy="192024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08" name="Text 105"/>
          <p:cNvSpPr txBox="1"/>
          <p:nvPr/>
        </p:nvSpPr>
        <p:spPr>
          <a:xfrm>
            <a:off x="9618757" y="274320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563"/>
          </a:p>
        </p:txBody>
      </p:sp>
      <p:sp>
        <p:nvSpPr>
          <p:cNvPr id="171" name="Val2"/>
          <p:cNvSpPr txBox="1"/>
          <p:nvPr/>
        </p:nvSpPr>
        <p:spPr>
          <a:xfrm>
            <a:off x="9618757" y="351129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563"/>
          </a:p>
        </p:txBody>
      </p:sp>
      <p:sp>
        <p:nvSpPr>
          <p:cNvPr id="109" name="Text 106"/>
          <p:cNvSpPr txBox="1"/>
          <p:nvPr/>
        </p:nvSpPr>
        <p:spPr>
          <a:xfrm>
            <a:off x="9584467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2025Q4</a:t>
            </a:r>
            <a:endParaRPr lang="en-US" sz="488"/>
          </a:p>
        </p:txBody>
      </p:sp>
      <p:sp>
        <p:nvSpPr>
          <p:cNvPr id="110" name="Shape 107"/>
          <p:cNvSpPr/>
          <p:nvPr/>
        </p:nvSpPr>
        <p:spPr>
          <a:xfrm>
            <a:off x="10364313" y="2825496"/>
            <a:ext cx="546674" cy="274320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72" name="Bar2"/>
          <p:cNvSpPr/>
          <p:nvPr/>
        </p:nvSpPr>
        <p:spPr>
          <a:xfrm>
            <a:off x="10364313" y="3616452"/>
            <a:ext cx="546674" cy="224028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1" name="Text 108"/>
          <p:cNvSpPr txBox="1"/>
          <p:nvPr/>
        </p:nvSpPr>
        <p:spPr>
          <a:xfrm>
            <a:off x="10261443" y="2688336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63"/>
          </a:p>
        </p:txBody>
      </p:sp>
      <p:sp>
        <p:nvSpPr>
          <p:cNvPr id="173" name="Val2"/>
          <p:cNvSpPr txBox="1"/>
          <p:nvPr/>
        </p:nvSpPr>
        <p:spPr>
          <a:xfrm>
            <a:off x="10261443" y="3479292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563"/>
          </a:p>
        </p:txBody>
      </p:sp>
      <p:sp>
        <p:nvSpPr>
          <p:cNvPr id="112" name="Text 109"/>
          <p:cNvSpPr txBox="1"/>
          <p:nvPr/>
        </p:nvSpPr>
        <p:spPr>
          <a:xfrm>
            <a:off x="10227153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2026Q1</a:t>
            </a:r>
            <a:endParaRPr lang="en-US" sz="488"/>
          </a:p>
        </p:txBody>
      </p:sp>
      <p:sp>
        <p:nvSpPr>
          <p:cNvPr id="113" name="Shape 110"/>
          <p:cNvSpPr/>
          <p:nvPr/>
        </p:nvSpPr>
        <p:spPr>
          <a:xfrm>
            <a:off x="11006999" y="2697480"/>
            <a:ext cx="546674" cy="402336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74" name="Bar2"/>
          <p:cNvSpPr/>
          <p:nvPr/>
        </p:nvSpPr>
        <p:spPr>
          <a:xfrm>
            <a:off x="11006999" y="3474720"/>
            <a:ext cx="546674" cy="365760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4" name="Text 111"/>
          <p:cNvSpPr txBox="1"/>
          <p:nvPr/>
        </p:nvSpPr>
        <p:spPr>
          <a:xfrm>
            <a:off x="10904129" y="256032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563"/>
          </a:p>
        </p:txBody>
      </p:sp>
      <p:sp>
        <p:nvSpPr>
          <p:cNvPr id="175" name="Val2"/>
          <p:cNvSpPr txBox="1"/>
          <p:nvPr/>
        </p:nvSpPr>
        <p:spPr>
          <a:xfrm>
            <a:off x="10904129" y="3337560"/>
            <a:ext cx="75241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63" b="1">
                <a:solidFill>
                  <a:srgbClr val="0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63"/>
          </a:p>
        </p:txBody>
      </p:sp>
      <p:sp>
        <p:nvSpPr>
          <p:cNvPr id="115" name="Text 112"/>
          <p:cNvSpPr txBox="1"/>
          <p:nvPr/>
        </p:nvSpPr>
        <p:spPr>
          <a:xfrm>
            <a:off x="10869839" y="3867912"/>
            <a:ext cx="82099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2026Q2</a:t>
            </a:r>
            <a:endParaRPr lang="en-US" sz="488"/>
          </a:p>
        </p:txBody>
      </p:sp>
      <p:sp>
        <p:nvSpPr>
          <p:cNvPr id="116" name="Shape 113"/>
          <p:cNvSpPr/>
          <p:nvPr/>
        </p:nvSpPr>
        <p:spPr>
          <a:xfrm>
            <a:off x="8360816" y="3099816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65" name="Shape 113"/>
          <p:cNvSpPr/>
          <p:nvPr/>
        </p:nvSpPr>
        <p:spPr>
          <a:xfrm>
            <a:off x="8360816" y="3840480"/>
            <a:ext cx="3268295" cy="0"/>
          </a:xfrm>
          <a:prstGeom prst="line">
            <a:avLst/>
          </a:prstGeom>
          <a:noFill/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7" name="Shape 114"/>
          <p:cNvSpPr/>
          <p:nvPr/>
        </p:nvSpPr>
        <p:spPr>
          <a:xfrm>
            <a:off x="493776" y="4219956"/>
            <a:ext cx="150876" cy="9601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76" name="Shape 114"/>
          <p:cNvSpPr/>
          <p:nvPr/>
        </p:nvSpPr>
        <p:spPr>
          <a:xfrm>
            <a:off x="2089404" y="4219956"/>
            <a:ext cx="150876" cy="96012"/>
          </a:xfrm>
          <a:prstGeom prst="rect">
            <a:avLst/>
          </a:prstGeom>
          <a:solidFill>
            <a:srgbClr val="10B4AD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18" name="Text 115"/>
          <p:cNvSpPr txBox="1"/>
          <p:nvPr/>
        </p:nvSpPr>
        <p:spPr>
          <a:xfrm>
            <a:off x="672084" y="4192524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sales oferta relevante</a:t>
            </a:r>
            <a:endParaRPr lang="en-US" sz="638"/>
          </a:p>
        </p:txBody>
      </p:sp>
      <p:sp>
        <p:nvSpPr>
          <p:cNvPr id="177" name="Text 115"/>
          <p:cNvSpPr txBox="1"/>
          <p:nvPr/>
        </p:nvSpPr>
        <p:spPr>
          <a:xfrm>
            <a:off x="2263140" y="4192524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sales oferta relevante considerando los no gestionados</a:t>
            </a:r>
            <a:endParaRPr lang="en-US" sz="638"/>
          </a:p>
        </p:txBody>
      </p:sp>
      <p:sp>
        <p:nvSpPr>
          <p:cNvPr id="119" name="Shape 116"/>
          <p:cNvSpPr/>
          <p:nvPr/>
        </p:nvSpPr>
        <p:spPr>
          <a:xfrm>
            <a:off x="5154930" y="4267962"/>
            <a:ext cx="240030" cy="0"/>
          </a:xfrm>
          <a:prstGeom prst="line">
            <a:avLst/>
          </a:prstGeom>
          <a:noFill/>
          <a:ln w="22225">
            <a:solidFill>
              <a:srgbClr val="0B2E2C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0" name="Text 117"/>
          <p:cNvSpPr txBox="1"/>
          <p:nvPr/>
        </p:nvSpPr>
        <p:spPr>
          <a:xfrm>
            <a:off x="5429250" y="4192524"/>
            <a:ext cx="9601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Ofertada</a:t>
            </a:r>
            <a:endParaRPr lang="en-US" sz="638"/>
          </a:p>
        </p:txBody>
      </p:sp>
      <p:sp>
        <p:nvSpPr>
          <p:cNvPr id="121" name="Shape 118"/>
          <p:cNvSpPr/>
          <p:nvPr/>
        </p:nvSpPr>
        <p:spPr>
          <a:xfrm>
            <a:off x="6389370" y="4267962"/>
            <a:ext cx="240030" cy="0"/>
          </a:xfrm>
          <a:prstGeom prst="line">
            <a:avLst/>
          </a:prstGeom>
          <a:noFill/>
          <a:ln w="22225">
            <a:solidFill>
              <a:srgbClr val="C87A0B"/>
            </a:solidFill>
            <a:prstDash val="dash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2" name="Text 119"/>
          <p:cNvSpPr txBox="1"/>
          <p:nvPr/>
        </p:nvSpPr>
        <p:spPr>
          <a:xfrm>
            <a:off x="6663690" y="4192524"/>
            <a:ext cx="1234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Desembolsada</a:t>
            </a:r>
            <a:endParaRPr lang="en-US" sz="638"/>
          </a:p>
        </p:txBody>
      </p:sp>
      <p:sp>
        <p:nvSpPr>
          <p:cNvPr id="123" name="Text 120"/>
          <p:cNvSpPr txBox="1"/>
          <p:nvPr/>
        </p:nvSpPr>
        <p:spPr>
          <a:xfrm>
            <a:off x="8572500" y="4192524"/>
            <a:ext cx="30861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600" i="1">
                <a:solidFill>
                  <a:srgbClr val="6E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sobre la barra = % de share de cada serie</a:t>
            </a:r>
            <a:endParaRPr lang="en-US" sz="600"/>
          </a:p>
        </p:txBody>
      </p:sp>
      <p:sp>
        <p:nvSpPr>
          <p:cNvPr id="124" name="Shape 121"/>
          <p:cNvSpPr/>
          <p:nvPr/>
        </p:nvSpPr>
        <p:spPr>
          <a:xfrm>
            <a:off x="493776" y="4425696"/>
            <a:ext cx="11203915" cy="2036826"/>
          </a:xfrm>
          <a:prstGeom prst="rect">
            <a:avLst/>
          </a:prstGeom>
          <a:solidFill>
            <a:srgbClr val="ECF6F5"/>
          </a:solidFill>
          <a:ln w="9525">
            <a:solidFill>
              <a:srgbClr val="D5DFDE"/>
            </a:solidFill>
            <a:prstDash val="solid"/>
          </a:ln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5" name="Shape 122"/>
          <p:cNvSpPr/>
          <p:nvPr/>
        </p:nvSpPr>
        <p:spPr>
          <a:xfrm>
            <a:off x="493776" y="4425696"/>
            <a:ext cx="41148" cy="2036826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 sz="1013"/>
          </a:p>
        </p:txBody>
      </p:sp>
      <p:sp>
        <p:nvSpPr>
          <p:cNvPr id="126" name="Text 123"/>
          <p:cNvSpPr txBox="1"/>
          <p:nvPr/>
        </p:nvSpPr>
        <p:spPr>
          <a:xfrm>
            <a:off x="685800" y="450799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>
                <a:solidFill>
                  <a:srgbClr val="13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75"/>
          </a:p>
        </p:txBody>
      </p:sp>
      <p:pic>
        <p:nvPicPr>
          <p:cNvPr id="133" name="Picture 86">
            <a:extLst>
              <a:ext uri="{FF2B5EF4-FFF2-40B4-BE49-F238E27FC236}">
                <a16:creationId xmlns:a16="http://schemas.microsoft.com/office/drawing/2014/main" id="{8259A2E7-4E2E-BE14-F7ED-27859B5CE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134" name="TextBox 1">
            <a:extLst>
              <a:ext uri="{FF2B5EF4-FFF2-40B4-BE49-F238E27FC236}">
                <a16:creationId xmlns:a16="http://schemas.microsoft.com/office/drawing/2014/main" id="{50526783-9D04-FFF7-37EC-6AE1D817AFDE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>
                <a:solidFill>
                  <a:srgbClr val="6E7E7D"/>
                </a:solidFill>
                <a:ea typeface="Calibri"/>
                <a:cs typeface="Calibri"/>
              </a:rPr>
              <a:t>OFERTA RELEVANTE </a:t>
            </a:r>
            <a:r>
              <a:rPr lang="es-ES"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· SHARE OF SALES · SIN DEUDA · MONTO</a:t>
            </a:r>
          </a:p>
        </p:txBody>
      </p:sp>
      <p:sp>
        <p:nvSpPr>
          <p:cNvPr id="136" name="TextBox 2">
            <a:extLst>
              <a:ext uri="{FF2B5EF4-FFF2-40B4-BE49-F238E27FC236}">
                <a16:creationId xmlns:a16="http://schemas.microsoft.com/office/drawing/2014/main" id="{DCEC55E7-85A4-20E7-B1C9-CCC44D33B41F}"/>
              </a:ext>
            </a:extLst>
          </p:cNvPr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E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En la cartera sin deuda la historia se invierte: los 3 segmentos mejoran, por precio en Izipay y Nuevo en Expansión, y también por gestión en Próximo Recurrente</a:t>
            </a:r>
          </a:p>
        </p:txBody>
      </p:sp>
      <p:pic>
        <p:nvPicPr>
          <p:cNvPr id="137" name="Icono Emprendedor Izipay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376" y="1124712"/>
            <a:ext cx="137160" cy="137160"/>
          </a:xfrm>
          <a:prstGeom prst="rect">
            <a:avLst/>
          </a:prstGeom>
        </p:spPr>
      </p:pic>
      <p:pic>
        <p:nvPicPr>
          <p:cNvPr id="138" name="Icono Nuevo en Expansión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92" y="1124712"/>
            <a:ext cx="137160" cy="137160"/>
          </a:xfrm>
          <a:prstGeom prst="rect">
            <a:avLst/>
          </a:prstGeom>
        </p:spPr>
      </p:pic>
      <p:pic>
        <p:nvPicPr>
          <p:cNvPr id="139" name="Icono Próximo Recurrente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5752" y="1124712"/>
            <a:ext cx="137160" cy="137160"/>
          </a:xfrm>
          <a:prstGeom prst="rect">
            <a:avLst/>
          </a:prstGeom>
        </p:spPr>
      </p:pic>
      <p:sp>
        <p:nvSpPr>
          <p:cNvPr id="1027" name="Forma 1027"/>
          <p:cNvSpPr/>
          <p:nvPr/>
        </p:nvSpPr>
        <p:spPr>
          <a:xfrm>
            <a:off x="685800" y="4713732"/>
            <a:ext cx="11000000" cy="1666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s-PE" sz="1300" b="0" i="0" dirty="0">
                <a:solidFill>
                  <a:srgbClr val="2F3B3A"/>
                </a:solidFill>
                <a:latin typeface="Calibri"/>
                <a:cs typeface="Calibri"/>
              </a:rPr>
              <a:t>Suben parecido en ambos shares, la mejora viene de precio: Izipay (+33 pp relevante vs. +31 pp ajustado) y Nuevo en Expansión (+5 pp en ambos).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s-PE" sz="1300" b="0" i="0" dirty="0">
                <a:solidFill>
                  <a:srgbClr val="2F3B3A"/>
                </a:solidFill>
                <a:latin typeface="Calibri"/>
                <a:cs typeface="Calibri"/>
              </a:rPr>
              <a:t>Sube más en share ajustado, a la mejora de precio se suma mejor gestión: Próximo Recurrente (+23 pp relevante vs. +36 pp ajustado).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s-PE" sz="1300" b="0" i="0" dirty="0">
                <a:solidFill>
                  <a:srgbClr val="2F3B3A"/>
                </a:solidFill>
                <a:latin typeface="Calibri"/>
                <a:cs typeface="Calibri"/>
              </a:rPr>
              <a:t>Hay espacio para testear alzas de tasa, empezando por Próximo Recurrente, una vez confirmado que la recuperación se sostiene.</a:t>
            </a:r>
          </a:p>
        </p:txBody>
      </p:sp>
      <p:sp>
        <p:nvSpPr>
          <p:cNvPr id="907" name="Alerta 907"/>
          <p:cNvSpPr/>
          <p:nvPr/>
        </p:nvSpPr>
        <p:spPr>
          <a:xfrm>
            <a:off x="956231" y="1344848"/>
            <a:ext cx="2700000" cy="17500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13807B"/>
                </a:solidFill>
                <a:latin typeface="Calibri"/>
                <a:cs typeface="Calibri"/>
              </a:rPr>
              <a:t>✓ Suben parecido ambos shares → mejora por precio</a:t>
            </a:r>
          </a:p>
        </p:txBody>
      </p:sp>
      <p:sp>
        <p:nvSpPr>
          <p:cNvPr id="908" name="Alerta 908"/>
          <p:cNvSpPr/>
          <p:nvPr/>
        </p:nvSpPr>
        <p:spPr>
          <a:xfrm>
            <a:off x="4745733" y="1344848"/>
            <a:ext cx="2700000" cy="17500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13807B"/>
                </a:solidFill>
                <a:latin typeface="Calibri"/>
                <a:cs typeface="Calibri"/>
              </a:rPr>
              <a:t>✓ Suben parecido ambos shares → mejora por precio</a:t>
            </a:r>
          </a:p>
        </p:txBody>
      </p:sp>
      <p:sp>
        <p:nvSpPr>
          <p:cNvPr id="909" name="Alerta 909"/>
          <p:cNvSpPr/>
          <p:nvPr/>
        </p:nvSpPr>
        <p:spPr>
          <a:xfrm>
            <a:off x="8535235" y="1344848"/>
            <a:ext cx="2700000" cy="17500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txBody>
          <a:bodyPr wrap="square" lIns="36000" tIns="0" rIns="3600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50" b="1" i="0" dirty="0">
                <a:solidFill>
                  <a:srgbClr val="13807B"/>
                </a:solidFill>
                <a:latin typeface="Calibri"/>
                <a:cs typeface="Calibri"/>
              </a:rPr>
              <a:t>✓ Sube más el share ajustado → precio y gestión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581D-377F-7E2B-B319-5600E6F5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6">
            <a:extLst>
              <a:ext uri="{FF2B5EF4-FFF2-40B4-BE49-F238E27FC236}">
                <a16:creationId xmlns:a16="http://schemas.microsoft.com/office/drawing/2014/main" id="{F0143BA4-96AB-21CF-D708-1BDAFB95D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787445A7-D8CB-2E6F-8F80-E9401B1300ED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 i="0">
                <a:solidFill>
                  <a:srgbClr val="6E7E7D"/>
                </a:solidFill>
                <a:latin typeface="Calibri"/>
                <a:cs typeface="Calibri"/>
              </a:rPr>
              <a:t>OFERTA RELEVANTE · PRÓXIMOS PASOS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4A1AE28-C98B-525D-F941-94FAE65F3613}"/>
              </a:ext>
            </a:extLst>
          </p:cNvPr>
          <p:cNvSpPr txBox="1"/>
          <p:nvPr/>
        </p:nvSpPr>
        <p:spPr>
          <a:xfrm>
            <a:off x="493776" y="425196"/>
            <a:ext cx="10312923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lang="es-PE" sz="1600" b="1" i="0">
                <a:solidFill>
                  <a:srgbClr val="13807B"/>
                </a:solidFill>
                <a:latin typeface="Poppins"/>
                <a:cs typeface="Poppins"/>
              </a:rPr>
              <a:t>Próximos pasos: con el criterio aceptado, llevamos el share relevante y las tasas inferidas al modelo de sensibilidad</a:t>
            </a:r>
          </a:p>
        </p:txBody>
      </p:sp>
      <p:cxnSp>
        <p:nvCxnSpPr>
          <p:cNvPr id="7" name="Connector 3">
            <a:extLst>
              <a:ext uri="{FF2B5EF4-FFF2-40B4-BE49-F238E27FC236}">
                <a16:creationId xmlns:a16="http://schemas.microsoft.com/office/drawing/2014/main" id="{B5EAB924-1CC7-D21E-82A1-11EC272205E3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" name="Forma 901"/>
          <p:cNvSpPr/>
          <p:nvPr/>
        </p:nvSpPr>
        <p:spPr>
          <a:xfrm>
            <a:off x="493776" y="1450000"/>
            <a:ext cx="3481487" cy="330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02" name="Forma 902"/>
          <p:cNvSpPr/>
          <p:nvPr/>
        </p:nvSpPr>
        <p:spPr>
          <a:xfrm>
            <a:off x="493776" y="1450000"/>
            <a:ext cx="3481487" cy="7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72000" tIns="45720" rIns="72000" bIns="45720" anchor="t">
            <a:normAutofit fontScale="25000" lnSpcReduction="20000"/>
          </a:bodyPr>
          <a:lstStyle/>
          <a:p>
            <a:endParaRPr lang="es-PE" sz="600"/>
          </a:p>
        </p:txBody>
      </p:sp>
      <p:sp>
        <p:nvSpPr>
          <p:cNvPr id="903" name="Forma 903"/>
          <p:cNvSpPr/>
          <p:nvPr/>
        </p:nvSpPr>
        <p:spPr>
          <a:xfrm>
            <a:off x="673776" y="1750000"/>
            <a:ext cx="560000" cy="560000"/>
          </a:xfrm>
          <a:prstGeom prst="ellipse">
            <a:avLst/>
          </a:prstGeom>
          <a:solidFill>
            <a:srgbClr val="13807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904" name="Forma 904"/>
          <p:cNvSpPr/>
          <p:nvPr/>
        </p:nvSpPr>
        <p:spPr>
          <a:xfrm>
            <a:off x="1393776" y="1750000"/>
            <a:ext cx="2431487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 i="0" dirty="0">
                <a:solidFill>
                  <a:srgbClr val="2F3B3A"/>
                </a:solidFill>
                <a:latin typeface="Calibri"/>
                <a:cs typeface="Calibri"/>
              </a:rPr>
              <a:t>Aceptar el criterio</a:t>
            </a:r>
          </a:p>
        </p:txBody>
      </p:sp>
      <p:sp>
        <p:nvSpPr>
          <p:cNvPr id="905" name="Forma 905"/>
          <p:cNvSpPr/>
          <p:nvPr/>
        </p:nvSpPr>
        <p:spPr>
          <a:xfrm>
            <a:off x="673776" y="2530000"/>
            <a:ext cx="3121487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F3B3A"/>
                </a:solidFill>
                <a:latin typeface="Calibri"/>
                <a:cs typeface="Calibri"/>
              </a:rPr>
              <a:t>Validar con el negocio que los desembolsos &lt;70% vuelven al share relevante.</a:t>
            </a:r>
          </a:p>
        </p:txBody>
      </p:sp>
      <p:sp>
        <p:nvSpPr>
          <p:cNvPr id="906" name="Forma 906"/>
          <p:cNvSpPr/>
          <p:nvPr/>
        </p:nvSpPr>
        <p:spPr>
          <a:xfrm>
            <a:off x="673776" y="4000000"/>
            <a:ext cx="3121487" cy="56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s-PE" sz="850" b="1" i="0" dirty="0">
                <a:solidFill>
                  <a:srgbClr val="13807B"/>
                </a:solidFill>
                <a:latin typeface="Calibri"/>
                <a:cs typeface="Calibri"/>
              </a:rPr>
              <a:t>RESULTADO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50" b="1" i="0" dirty="0">
                <a:solidFill>
                  <a:srgbClr val="2F3B3A"/>
                </a:solidFill>
                <a:latin typeface="Calibri"/>
                <a:cs typeface="Calibri"/>
              </a:rPr>
              <a:t>Base relevante definida por segmento</a:t>
            </a:r>
          </a:p>
        </p:txBody>
      </p:sp>
      <p:sp>
        <p:nvSpPr>
          <p:cNvPr id="907" name="Forma 907"/>
          <p:cNvSpPr/>
          <p:nvPr/>
        </p:nvSpPr>
        <p:spPr>
          <a:xfrm>
            <a:off x="4035263" y="2960000"/>
            <a:ext cx="260000" cy="280000"/>
          </a:xfrm>
          <a:prstGeom prst="rightArrow">
            <a:avLst/>
          </a:prstGeom>
          <a:solidFill>
            <a:srgbClr val="C9D3D2"/>
          </a:solidFill>
          <a:ln>
            <a:noFill/>
          </a:ln>
        </p:spPr>
        <p:txBody>
          <a:bodyPr wrap="square" lIns="72000" tIns="45720" rIns="72000" bIns="45720" anchor="t">
            <a:normAutofit fontScale="55000" lnSpcReduction="20000"/>
          </a:bodyPr>
          <a:lstStyle/>
          <a:p>
            <a:endParaRPr lang="es-PE" sz="600"/>
          </a:p>
        </p:txBody>
      </p:sp>
      <p:sp>
        <p:nvSpPr>
          <p:cNvPr id="908" name="Forma 908"/>
          <p:cNvSpPr/>
          <p:nvPr/>
        </p:nvSpPr>
        <p:spPr>
          <a:xfrm>
            <a:off x="4355263" y="1450000"/>
            <a:ext cx="3481487" cy="330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09" name="Forma 909"/>
          <p:cNvSpPr/>
          <p:nvPr/>
        </p:nvSpPr>
        <p:spPr>
          <a:xfrm>
            <a:off x="4355263" y="1450000"/>
            <a:ext cx="3481487" cy="7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72000" tIns="45720" rIns="72000" bIns="45720" anchor="t">
            <a:normAutofit fontScale="25000" lnSpcReduction="20000"/>
          </a:bodyPr>
          <a:lstStyle/>
          <a:p>
            <a:endParaRPr lang="es-PE" sz="600"/>
          </a:p>
        </p:txBody>
      </p:sp>
      <p:sp>
        <p:nvSpPr>
          <p:cNvPr id="910" name="Forma 910"/>
          <p:cNvSpPr/>
          <p:nvPr/>
        </p:nvSpPr>
        <p:spPr>
          <a:xfrm>
            <a:off x="4535263" y="1750000"/>
            <a:ext cx="560000" cy="560000"/>
          </a:xfrm>
          <a:prstGeom prst="ellipse">
            <a:avLst/>
          </a:prstGeom>
          <a:solidFill>
            <a:srgbClr val="13807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911" name="Forma 911"/>
          <p:cNvSpPr/>
          <p:nvPr/>
        </p:nvSpPr>
        <p:spPr>
          <a:xfrm>
            <a:off x="5255263" y="1750000"/>
            <a:ext cx="2431487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 i="0" dirty="0">
                <a:solidFill>
                  <a:srgbClr val="2F3B3A"/>
                </a:solidFill>
                <a:latin typeface="Calibri"/>
                <a:cs typeface="Calibri"/>
              </a:rPr>
              <a:t>Incorporar las tasas inferidas</a:t>
            </a:r>
          </a:p>
        </p:txBody>
      </p:sp>
      <p:sp>
        <p:nvSpPr>
          <p:cNvPr id="912" name="Forma 912"/>
          <p:cNvSpPr/>
          <p:nvPr/>
        </p:nvSpPr>
        <p:spPr>
          <a:xfrm>
            <a:off x="4535263" y="2530000"/>
            <a:ext cx="3121487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F3B3A"/>
                </a:solidFill>
                <a:latin typeface="Calibri"/>
                <a:cs typeface="Calibri"/>
              </a:rPr>
              <a:t>Sumar al panel la tasa de la competencia que estima el modelo de inferencia, como referencia de mercado frente a la tasa ofertada por IBK.</a:t>
            </a:r>
          </a:p>
        </p:txBody>
      </p:sp>
      <p:sp>
        <p:nvSpPr>
          <p:cNvPr id="913" name="Forma 913"/>
          <p:cNvSpPr/>
          <p:nvPr/>
        </p:nvSpPr>
        <p:spPr>
          <a:xfrm>
            <a:off x="4535263" y="4000000"/>
            <a:ext cx="3121487" cy="56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109728" tIns="45720" rIns="109728" bIns="45720" anchor="ctr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s-PE" sz="850" b="1" i="0" dirty="0">
                <a:solidFill>
                  <a:srgbClr val="13807B"/>
                </a:solidFill>
                <a:latin typeface="Calibri"/>
                <a:cs typeface="Calibri"/>
              </a:rPr>
              <a:t>RESULTADO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50" b="1" i="0" dirty="0">
                <a:solidFill>
                  <a:srgbClr val="2F3B3A"/>
                </a:solidFill>
                <a:latin typeface="Calibri"/>
                <a:cs typeface="Calibri"/>
              </a:rPr>
              <a:t>Spread IBK vs. mercado por segmento y periodo</a:t>
            </a:r>
          </a:p>
        </p:txBody>
      </p:sp>
      <p:sp>
        <p:nvSpPr>
          <p:cNvPr id="914" name="Forma 914"/>
          <p:cNvSpPr/>
          <p:nvPr/>
        </p:nvSpPr>
        <p:spPr>
          <a:xfrm>
            <a:off x="7896750" y="2960000"/>
            <a:ext cx="260000" cy="280000"/>
          </a:xfrm>
          <a:prstGeom prst="rightArrow">
            <a:avLst/>
          </a:prstGeom>
          <a:solidFill>
            <a:srgbClr val="C9D3D2"/>
          </a:solidFill>
          <a:ln>
            <a:noFill/>
          </a:ln>
        </p:spPr>
        <p:txBody>
          <a:bodyPr wrap="square" lIns="72000" tIns="45720" rIns="72000" bIns="45720" anchor="t">
            <a:normAutofit fontScale="55000" lnSpcReduction="20000"/>
          </a:bodyPr>
          <a:lstStyle/>
          <a:p>
            <a:endParaRPr lang="es-PE" sz="600"/>
          </a:p>
        </p:txBody>
      </p:sp>
      <p:sp>
        <p:nvSpPr>
          <p:cNvPr id="915" name="Forma 915"/>
          <p:cNvSpPr/>
          <p:nvPr/>
        </p:nvSpPr>
        <p:spPr>
          <a:xfrm>
            <a:off x="8216750" y="1450000"/>
            <a:ext cx="3481487" cy="3300000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72000" tIns="45720" rIns="72000" bIns="45720" anchor="t">
            <a:normAutofit/>
          </a:bodyPr>
          <a:lstStyle/>
          <a:p>
            <a:endParaRPr lang="es-PE" sz="600"/>
          </a:p>
        </p:txBody>
      </p:sp>
      <p:sp>
        <p:nvSpPr>
          <p:cNvPr id="916" name="Forma 916"/>
          <p:cNvSpPr/>
          <p:nvPr/>
        </p:nvSpPr>
        <p:spPr>
          <a:xfrm>
            <a:off x="8216750" y="1450000"/>
            <a:ext cx="3481487" cy="7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72000" tIns="45720" rIns="72000" bIns="45720" anchor="t">
            <a:normAutofit fontScale="25000" lnSpcReduction="20000"/>
          </a:bodyPr>
          <a:lstStyle/>
          <a:p>
            <a:endParaRPr lang="es-PE" sz="600"/>
          </a:p>
        </p:txBody>
      </p:sp>
      <p:sp>
        <p:nvSpPr>
          <p:cNvPr id="917" name="Forma 917"/>
          <p:cNvSpPr/>
          <p:nvPr/>
        </p:nvSpPr>
        <p:spPr>
          <a:xfrm>
            <a:off x="8396750" y="1750000"/>
            <a:ext cx="560000" cy="560000"/>
          </a:xfrm>
          <a:prstGeom prst="ellipse">
            <a:avLst/>
          </a:prstGeom>
          <a:solidFill>
            <a:srgbClr val="13807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918" name="Forma 918"/>
          <p:cNvSpPr/>
          <p:nvPr/>
        </p:nvSpPr>
        <p:spPr>
          <a:xfrm>
            <a:off x="9116750" y="1750000"/>
            <a:ext cx="2431487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b="1" i="0" dirty="0">
                <a:solidFill>
                  <a:srgbClr val="2F3B3A"/>
                </a:solidFill>
                <a:latin typeface="Calibri"/>
                <a:cs typeface="Calibri"/>
              </a:rPr>
              <a:t>Modelo de sensibilidad</a:t>
            </a:r>
          </a:p>
        </p:txBody>
      </p:sp>
      <p:sp>
        <p:nvSpPr>
          <p:cNvPr id="919" name="Forma 919"/>
          <p:cNvSpPr/>
          <p:nvPr/>
        </p:nvSpPr>
        <p:spPr>
          <a:xfrm>
            <a:off x="8396750" y="2530000"/>
            <a:ext cx="3121487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50" b="0" i="0" dirty="0">
                <a:solidFill>
                  <a:srgbClr val="2F3B3A"/>
                </a:solidFill>
                <a:latin typeface="Calibri"/>
                <a:cs typeface="Calibri"/>
              </a:rPr>
              <a:t>Estimar el panel dinámico sobre la base del share relevante: elasticidad a la tasa IBK y sensibilidad al spread con el mercado.</a:t>
            </a:r>
          </a:p>
        </p:txBody>
      </p:sp>
      <p:sp>
        <p:nvSpPr>
          <p:cNvPr id="920" name="Forma 920"/>
          <p:cNvSpPr/>
          <p:nvPr/>
        </p:nvSpPr>
        <p:spPr>
          <a:xfrm>
            <a:off x="8396750" y="4000000"/>
            <a:ext cx="3121487" cy="56000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txBody>
          <a:bodyPr wrap="square" lIns="109728" tIns="45720" rIns="109728" bIns="4572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s-PE" sz="850" b="1" i="0" dirty="0">
                <a:solidFill>
                  <a:srgbClr val="13807B"/>
                </a:solidFill>
                <a:latin typeface="Calibri"/>
                <a:cs typeface="Calibri"/>
              </a:rPr>
              <a:t>RESULTADO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50" b="1" i="0" dirty="0">
                <a:solidFill>
                  <a:srgbClr val="2F3B3A"/>
                </a:solidFill>
                <a:latin typeface="Calibri"/>
                <a:cs typeface="Calibri"/>
              </a:rPr>
              <a:t>Sensibilidad al precio de cada segmento</a:t>
            </a:r>
          </a:p>
        </p:txBody>
      </p:sp>
      <p:sp>
        <p:nvSpPr>
          <p:cNvPr id="921" name="Forma 921"/>
          <p:cNvSpPr/>
          <p:nvPr/>
        </p:nvSpPr>
        <p:spPr>
          <a:xfrm>
            <a:off x="493776" y="5050000"/>
            <a:ext cx="11204463" cy="90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txBody>
          <a:bodyPr wrap="square" lIns="182880" tIns="91440" rIns="182880" bIns="9144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s-PE" sz="1000" b="1" i="0" dirty="0">
                <a:solidFill>
                  <a:srgbClr val="FFFFFF"/>
                </a:solidFill>
                <a:latin typeface="Calibri"/>
                <a:cs typeface="Calibri"/>
              </a:rPr>
              <a:t>PARA QUÉ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i="0" dirty="0">
                <a:solidFill>
                  <a:srgbClr val="FFFFFF"/>
                </a:solidFill>
                <a:latin typeface="Calibri"/>
                <a:cs typeface="Calibri"/>
              </a:rPr>
              <a:t>Separar la elasticidad a nuestra tasa de la sensibilidad al spread con el mercado: evita bajar la tasa cuando el problema no es el precio, y evita defenderla cuando sí lo es. Con esto se completa la capa 3 del marco: a qué precio juega el mercado.</a:t>
            </a:r>
          </a:p>
        </p:txBody>
      </p:sp>
    </p:spTree>
    <p:extLst>
      <p:ext uri="{BB962C8B-B14F-4D97-AF65-F5344CB8AC3E}">
        <p14:creationId xmlns:p14="http://schemas.microsoft.com/office/powerpoint/2010/main" val="3061618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F8537C-99A7-EA32-2644-43684C328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83750C7D-439F-32C2-5E2F-07DC64056E6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469725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22" imgW="7772400" imgH="10058400" progId="TCLayout.ActiveDocument.1">
                  <p:embed/>
                </p:oleObj>
              </mc:Choice>
              <mc:Fallback>
                <p:oleObj name="Diapositiva de thinkcell" r:id="rId122" imgW="7772400" imgH="10058400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750C7D-439F-32C2-5E2F-07DC64056E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3B4BB4E3-86AC-DFA7-2B43-8D66D10FB5A3}"/>
              </a:ext>
            </a:extLst>
          </p:cNvPr>
          <p:cNvSpPr/>
          <p:nvPr/>
        </p:nvSpPr>
        <p:spPr>
          <a:xfrm>
            <a:off x="331788" y="952501"/>
            <a:ext cx="3711575" cy="27051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1CB7D6-9D63-B9A6-0573-3577127A6834}"/>
              </a:ext>
            </a:extLst>
          </p:cNvPr>
          <p:cNvSpPr/>
          <p:nvPr/>
        </p:nvSpPr>
        <p:spPr>
          <a:xfrm>
            <a:off x="324573" y="3977305"/>
            <a:ext cx="3711575" cy="27072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1309263-9C9F-35D6-D377-EF98A865D5E8}"/>
              </a:ext>
            </a:extLst>
          </p:cNvPr>
          <p:cNvSpPr/>
          <p:nvPr/>
        </p:nvSpPr>
        <p:spPr>
          <a:xfrm>
            <a:off x="4235450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063866B-F6B2-0EAF-225C-8036C3FC4CE3}"/>
              </a:ext>
            </a:extLst>
          </p:cNvPr>
          <p:cNvSpPr/>
          <p:nvPr/>
        </p:nvSpPr>
        <p:spPr>
          <a:xfrm>
            <a:off x="4227513" y="3983038"/>
            <a:ext cx="3711575" cy="2701467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1F181D-DD1B-E56B-B8A0-9C758D47E49E}"/>
              </a:ext>
            </a:extLst>
          </p:cNvPr>
          <p:cNvSpPr/>
          <p:nvPr/>
        </p:nvSpPr>
        <p:spPr>
          <a:xfrm>
            <a:off x="8137525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35AFC1-704B-DFAE-6258-FF9015942297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439863" y="15970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D53D3AB9-2B3E-CC53-D602-312261AF202F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2036763" y="16446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162A84B0-EBF9-51B5-AB66-0E5D690C2F0B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33663" y="16446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38C4D12-A700-DB68-A19F-F2468EFA9F81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228975" y="18240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Chart 3">
            <a:extLst>
              <a:ext uri="{FF2B5EF4-FFF2-40B4-BE49-F238E27FC236}">
                <a16:creationId xmlns:a16="http://schemas.microsoft.com/office/drawing/2014/main" id="{2CC94622-5C26-AB2F-83EA-8761D65F8C0B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13001242"/>
              </p:ext>
            </p:extLst>
          </p:nvPr>
        </p:nvGraphicFramePr>
        <p:xfrm>
          <a:off x="314325" y="1181100"/>
          <a:ext cx="3743325" cy="219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7D5053-0C72-09FE-0ECE-C69A9F3756E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2275" y="33226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0136777-4318-466F-8310-F6679DBBC7FF}" type="datetime'Des''''''embolsos R''''C''C ''c''on ''''Le''ad''''''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F12AF32-D4B6-8170-9B2D-71987E32E2F8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16000" y="33226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72BAA74-6DCE-4FB0-AF6C-C6180AAFCEB0}" type="datetime'''D''''es''em''''bo''lso''s RC''C s''in Otr''o''s'' IB''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39298B-0072-6ABC-D0DC-DD25235FE8B7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809750" y="1566863"/>
            <a:ext cx="155575" cy="109538"/>
          </a:xfrm>
          <a:prstGeom prst="rect">
            <a:avLst/>
          </a:prstGeom>
          <a:solidFill>
            <a:srgbClr val="A1A1A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6CB446E-77AD-4AAF-9284-5EF49A943314}" type="datetime'''''''''''''''0'''''',''''''''''''''''''''''''''''''''''8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0,8</a:t>
            </a:fld>
            <a:endParaRPr lang="en-GB" sz="80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F9D1BA0-BEDF-A532-4962-54AD30F56CC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604963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8EC2D87-09DB-4C33-85BD-C13C806C86AE}" type="datetime'''D''''''es''e''mbol''s''o''''''s'' RC''''C Ofe''rta &gt;1''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329" name="Text Placeholder 2">
            <a:extLst>
              <a:ext uri="{FF2B5EF4-FFF2-40B4-BE49-F238E27FC236}">
                <a16:creationId xmlns:a16="http://schemas.microsoft.com/office/drawing/2014/main" id="{8CCFD3A6-E53E-1CF3-24EA-282DEAA32148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2352675" y="21494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9E98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FFB0294-5E0D-4DAA-9277-2A04F01CF9E8}" type="datetime'''''''2''''''''''0'''''''''''''''''''''',''''''3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20,3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CCA20D4B-2F2E-44A0-BE14-5BA4C5FDD701}" type="datetime'7''''''''''''''''''''''''''''5%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A6A52E69-E8A1-3B2A-39C7-DFC5CAF8E319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2406650" y="303212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460E254-003F-44FF-A452-82A891D9967A}" type="datetime'''''''''''''''7'',''''''''''''''''''''''0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7,0</a:t>
            </a:fld>
            <a:endParaRPr lang="en-GB" sz="800" dirty="0"/>
          </a:p>
        </p:txBody>
      </p:sp>
      <p:sp>
        <p:nvSpPr>
          <p:cNvPr id="294" name="Text Placeholder 2">
            <a:extLst>
              <a:ext uri="{FF2B5EF4-FFF2-40B4-BE49-F238E27FC236}">
                <a16:creationId xmlns:a16="http://schemas.microsoft.com/office/drawing/2014/main" id="{68E07623-1F03-A9F9-31F4-032B00558C89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244725" y="33226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66C586D-4D4C-4828-8994-0B00040501F1}" type="datetime'Share Aju''st''a''do ''p''o''r Tick''et y'' ''''produc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DB0B8A5-58AF-0507-072A-38CE592F672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2797175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D988294-4704-448F-8214-3EC8043175BF}" type="datetime'Desembols''os'' ''RC''''''C ''No Ge''''stio''''''''n''ad''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EEBCED4-F216-DF17-CF03-4899BA73BE76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3544888" y="23288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3807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E91C0C5-BE31-41A8-BC99-B6DE772122F1}" type="datetime'''''''''''''''2''''''''''0'''''''''''',3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20,3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B1CBF38D-76ED-45D4-BB37-AF29D4F35F1A}" type="datetime'''''''''8''''''4''''''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84%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A50ED3A-78B7-BFF8-2FB6-13B8FA520932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3598863" y="312102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AC2151-6538-4014-9B77-D465F79D6D0B}" type="datetime'''''''''''4,0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en-GB" sz="80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9A716BD-0F87-B9ED-70D8-077938D9ADEF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3419475" y="33226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23E4DE1-5D40-42E0-A942-D4639DB9B6BF}" type="datetime'S''''h''''''are'''''' ''''R''''el''ev''''a''''''''''nt''''''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A5FA22-FDA5-42E2-9403-58FEFACA13FD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592138" y="11287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D44ACAA-2633-4485-956C-356003B36904}" type="datetime'''3''3'',''''''''''6''''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33,6</a:t>
            </a:fld>
            <a:endParaRPr lang="en-GB" altLang="en-US" sz="80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62D2F01-CE90-756A-1774-45E8CA4C4187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1187450" y="14620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D4E9398-A1B9-47B8-8A9F-15BE3D3CB4B6}" type="datetime'''''''''''''''''''''''''''''''2''''''''8'''',''1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28,1</a:t>
            </a:fld>
            <a:endParaRPr lang="en-GB" sz="800"/>
          </a:p>
        </p:txBody>
      </p:sp>
      <p:sp>
        <p:nvSpPr>
          <p:cNvPr id="332" name="Text Placeholder 2">
            <a:extLst>
              <a:ext uri="{FF2B5EF4-FFF2-40B4-BE49-F238E27FC236}">
                <a16:creationId xmlns:a16="http://schemas.microsoft.com/office/drawing/2014/main" id="{7025CB8E-0A8B-42CB-0981-587721E08EB6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2381250" y="15097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FF172A7-4FF3-4D26-AF40-92377F5FA6A0}" type="datetime'''''''''''''''''2''''''''''''''7'''''',''''''''3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27,3</a:t>
            </a:fld>
            <a:endParaRPr lang="en-GB" sz="80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FE2D735-1BE6-EC48-F813-66409E109F9E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3573463" y="16891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D090394-A7AA-4BA9-9C8A-7785B65BCCE1}" type="datetime'''''''''''''''2''''''''''''''''''''''4,''''3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24,3</a:t>
            </a:fld>
            <a:endParaRPr lang="en-GB" sz="8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7DCEB73-86DD-597C-9B42-88C8E7012B2C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001963" y="167957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9E98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4EFE468-F45C-4273-BB51-593EDFC85FB6}" type="datetime'''''''''''3,''''''''''''0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3,0</a:t>
            </a:fld>
            <a:endParaRPr lang="en-GB" sz="800" dirty="0">
              <a:solidFill>
                <a:schemeClr val="bg1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2654503-B1B2-D279-4E7D-3A1795F23DA6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318125" y="12906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6E7E199C-45C9-6045-2DF4-A1405226DAEF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915025" y="137318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C3B4EC13-68C7-C09B-CBEF-7967BF05E82F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510338" y="13731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2C05EE-09BD-3108-4DC4-35904084F184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107238" y="156686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5" name="Chart 3">
            <a:extLst>
              <a:ext uri="{FF2B5EF4-FFF2-40B4-BE49-F238E27FC236}">
                <a16:creationId xmlns:a16="http://schemas.microsoft.com/office/drawing/2014/main" id="{F8DEBBD9-25EE-6A12-62EE-6CC591EBEC8E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4094652798"/>
              </p:ext>
            </p:extLst>
          </p:nvPr>
        </p:nvGraphicFramePr>
        <p:xfrm>
          <a:off x="4192588" y="1181100"/>
          <a:ext cx="3741737" cy="219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5990CE02-3267-AE12-6FBF-21E9FCDE3929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300538" y="33226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15072EF-8E0C-483D-949B-BC3923FFE85D}" type="datetime'D''es''em''b''ols''os RC''C'''''' co''''n ''Lead IB''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A33F136-A101-A0DC-B314-B8500E5BAE60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894263" y="33226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6D952F3-90A5-4668-BF98-F892FA7FC40B}" type="datetime'''''''Desemb''ols''os RCC'' ''''s''in ''O''''tro''s IB''K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18109902-244C-4444-96E3-008E671CCA47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5688013" y="1277938"/>
            <a:ext cx="155575" cy="109538"/>
          </a:xfrm>
          <a:prstGeom prst="rect">
            <a:avLst/>
          </a:prstGeom>
          <a:solidFill>
            <a:srgbClr val="A1A1A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838513E-4BDF-4924-B331-FCCFA1B68FF1}" type="datetime'''''''''''''''1'''''',''9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1,9</a:t>
            </a:fld>
            <a:endParaRPr lang="en-GB" sz="80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44629A14-CC08-D2E9-B8C9-E50BBFBB255A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483225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BE77C55-1619-4C12-998B-A28FE5B80497}" type="datetime'D''''''esem''''''b''o''''ls''os ''RCC'''' O''fer''''ta &gt;1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392" name="Text Placeholder 2">
            <a:extLst>
              <a:ext uri="{FF2B5EF4-FFF2-40B4-BE49-F238E27FC236}">
                <a16:creationId xmlns:a16="http://schemas.microsoft.com/office/drawing/2014/main" id="{F0CEA32F-015D-C806-3CB8-3C1D04B0A10F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6229350" y="19145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A3E0F38-603D-4338-A25F-2A290BBA6B77}" type="datetime'''''''''''''2''''''9'',''''''''''''''''5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29,5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C6509A3F-A6F8-4881-9171-12F8913C0A02}" type="datetime'''''''''''''''''''''''6''''8''''''''''''''''''''%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397" name="Text Placeholder 2">
            <a:extLst>
              <a:ext uri="{FF2B5EF4-FFF2-40B4-BE49-F238E27FC236}">
                <a16:creationId xmlns:a16="http://schemas.microsoft.com/office/drawing/2014/main" id="{EDEF03F0-D7EF-4C42-AD7A-82FE22C24247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257925" y="293211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1788A70-F76E-4F5E-B379-5C492E077BAF}" type="datetime'''''''''''1''''''''''''''''''4'',''''1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14,1</a:t>
            </a:fld>
            <a:endParaRPr lang="en-GB" sz="800"/>
          </a:p>
        </p:txBody>
      </p:sp>
      <p:sp>
        <p:nvSpPr>
          <p:cNvPr id="390" name="Text Placeholder 2">
            <a:extLst>
              <a:ext uri="{FF2B5EF4-FFF2-40B4-BE49-F238E27FC236}">
                <a16:creationId xmlns:a16="http://schemas.microsoft.com/office/drawing/2014/main" id="{218A0966-157F-B6FA-4E53-60529C382456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6121400" y="33226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54764AA-3E57-40D3-BDD3-DA8D082CF1CD}" type="datetime'S''h''a''re Ajust''ado po''''r'' Ticket'' ''y Pr''od''u''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74AB3C9F-5B41-8F40-8D86-F92B9F3E6B2E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880225" y="14160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B7148FC-BB98-4895-A9DC-9D359B537961}" type="datetime'''4'''''''''',''''''''''''4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4,4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CD682D82-5C4D-0BA8-7EB1-F901C95AD9C7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675438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08F0F9B-525C-4821-9655-94B816F5E7C4}" type="datetime'D''''''e''''se''mb''olsos RCC'' N''o'''' Gest''io''''na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031D1333-CB76-C0DC-12A3-13F66A1F1201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421563" y="21082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6B6125-BE2C-4578-AEAC-078A5FA77D5A}" type="datetime'''''''2''''''''''9'''''''''',''''''''''''5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29,5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CAD9BBB0-5839-4061-89A0-4DE55015FD51}" type="datetime'''''''''''''''''''''''''''''''''7''''''5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DFB62FD3-F5E1-2974-6E33-627B963C754B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7475538" y="3028950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A4EC058-7885-4F45-B106-2368802083ED}" type="datetime'''9'''''''''''''',''''''''''''''''''''''''''''''''''''7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9,7</a:t>
            </a:fld>
            <a:endParaRPr lang="en-GB" sz="80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C566BF52-D6C5-9396-8A35-0E842E42C42C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7296150" y="33226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C462D69-1846-41A2-B8EC-4BE324C969FB}" type="datetime'S''''''har''e ''Relev''''''''''''''''''a''''''''''''''nte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A040FB01-D332-2ECD-EFA8-A719B94B3DD0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470400" y="11287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133D1C5-A38F-4050-B440-135A6FD9EA24}" type="datetime'4''''''''''''''''''''''''''''''''''''''''6'''''''''''',0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46,0</a:t>
            </a:fld>
            <a:endParaRPr lang="en-US" sz="80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DEBD0EAB-D873-C832-7A37-D2BEF7D7A9B4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5065713" y="11557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ABC13E2-FBB8-4B3C-9B29-AA3622C7BBA2}" type="datetime'''''''''''''''''4''''''''5'',''''''''4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45,4</a:t>
            </a:fld>
            <a:endParaRPr lang="en-GB" sz="800"/>
          </a:p>
        </p:txBody>
      </p:sp>
      <p:sp>
        <p:nvSpPr>
          <p:cNvPr id="396" name="Text Placeholder 2">
            <a:extLst>
              <a:ext uri="{FF2B5EF4-FFF2-40B4-BE49-F238E27FC236}">
                <a16:creationId xmlns:a16="http://schemas.microsoft.com/office/drawing/2014/main" id="{17E89281-4055-C756-CAEF-A3168A6170C6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257925" y="12382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3083665-2475-4CFA-BB35-D1FB72C7029F}" type="datetime'4''''''''''''3'''''''',''''''''''''''''''''''''''5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en-GB" sz="800"/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C8D77035-E163-F1C1-1C8A-8811435FEE74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450138" y="14319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7A3E777-9059-4438-9339-3E7D0E2CCA5B}" type="datetime'''''''''''''3''''''9'''''''''''''''''''',''2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39,2</a:t>
            </a:fld>
            <a:endParaRPr lang="en-GB" sz="80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148D00B-7162-8A07-383B-3DD5344BE9FD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9251950" y="13811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F464C115-19AC-AC5D-2D2F-9F5A2215EED1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9848850" y="16160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0C980554-D4D8-CCAD-8854-20144824ED8D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0445750" y="16160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24E56284-3686-B0BD-BA7E-8C7779BE6B3F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1041063" y="19446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8" name="Chart 3">
            <a:extLst>
              <a:ext uri="{FF2B5EF4-FFF2-40B4-BE49-F238E27FC236}">
                <a16:creationId xmlns:a16="http://schemas.microsoft.com/office/drawing/2014/main" id="{6D28CB1C-147A-6C86-4FA9-0B80AD85AD36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1310486888"/>
              </p:ext>
            </p:extLst>
          </p:nvPr>
        </p:nvGraphicFramePr>
        <p:xfrm>
          <a:off x="8126413" y="1181100"/>
          <a:ext cx="3743325" cy="219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8A37908E-380C-DE22-6E65-4A04BE458447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auto">
          <a:xfrm>
            <a:off x="8234363" y="33226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9097CD5-BC54-499B-A76A-73153CDF864D}" type="datetime'D''''esem''bo''''lsos'' RC''C'' ''co''n ''''''''Le''ad I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BDCFEC3B-227C-E5AE-C1E1-C2AD22EC2907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auto">
          <a:xfrm>
            <a:off x="8828088" y="33226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F9BE7D6-938E-4328-8391-693C5DE5F368}" type="datetime'Des''e''''''mbols''os RCC ''s''i''n ''''''Ot''''ro''''s''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30912AC1-5964-29DD-BEF9-C8990E973660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621838" y="144462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274A9C9-EE35-4B5E-A2CB-2A0C59202E9E}" type="datetime'6'''''''''''',''''''''''''''''''''''''''''''''''''''2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6,2</a:t>
            </a:fld>
            <a:endParaRPr lang="en-GB" sz="800"/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9A3D1979-8A7B-0D3F-3164-5CD81A66217E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9417050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C22CE21-530B-4F51-A189-9450F4E91872}" type="datetime'De''''sembo''ls''''''''''os ''RC''''C'' Ofer''ta'' &gt;''1''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435" name="Text Placeholder 2">
            <a:extLst>
              <a:ext uri="{FF2B5EF4-FFF2-40B4-BE49-F238E27FC236}">
                <a16:creationId xmlns:a16="http://schemas.microsoft.com/office/drawing/2014/main" id="{11CB568B-0006-72BE-34E0-6323BE11206D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0164763" y="20161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91F7E65-4141-46D4-8D5B-3F94463E3B77}" type="datetime'''''''''27'''''''''',''''''''''''2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27,2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50A53FAB-37E1-4575-A32B-4EE4000888A0}" type="datetime'''''''''''''6''''''''''''''''''1''''''''''''''''''%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61%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440" name="Text Placeholder 2">
            <a:extLst>
              <a:ext uri="{FF2B5EF4-FFF2-40B4-BE49-F238E27FC236}">
                <a16:creationId xmlns:a16="http://schemas.microsoft.com/office/drawing/2014/main" id="{A922A2ED-9787-5CAD-2EAE-248234344EBB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0193338" y="291147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77D6B0B-AEEE-48C8-957F-6D0B04DD04FA}" type="datetime'''''''''1''''''''7'''''''''''''''''',''''''''''''''6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17,6</a:t>
            </a:fld>
            <a:endParaRPr lang="en-GB" sz="800"/>
          </a:p>
        </p:txBody>
      </p:sp>
      <p:sp>
        <p:nvSpPr>
          <p:cNvPr id="468" name="Text Placeholder 2">
            <a:extLst>
              <a:ext uri="{FF2B5EF4-FFF2-40B4-BE49-F238E27FC236}">
                <a16:creationId xmlns:a16="http://schemas.microsoft.com/office/drawing/2014/main" id="{7C54781B-B08B-CCD6-A688-E0D482F6F153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056813" y="33226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49016A1-BEA8-4564-9F5A-8838B67D1D26}" type="datetime'S''''hare Ajus''tado'' por ''''Tic''''''k''et y ''Produc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457" name="Text Placeholder 2">
            <a:extLst>
              <a:ext uri="{FF2B5EF4-FFF2-40B4-BE49-F238E27FC236}">
                <a16:creationId xmlns:a16="http://schemas.microsoft.com/office/drawing/2014/main" id="{8114F6FB-98F1-2797-CD19-8353872AE9A3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814050" y="17256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7709802-F792-43EC-A690-62C856FCBECC}" type="datetime'''''''''''''''''''''8'''''''''''''',''''8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8,8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A4E255B3-AFCB-2F5B-CF2E-4EBD8C46A638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609263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3D0CAC8-81E6-4A27-A1A0-0FB46249EC88}" type="datetime'''Desem''''bol''''sos R''C''C'' No Ges''t''io''nad''''o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725364AC-1EBD-6606-9D9F-C62A7EFFD771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356975" y="23447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6160A49-275C-494A-B8D5-261A92D034FE}" type="datetime'''''''''''2''''''''''''7'''''''''''''''''''''',''''''''''2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27,2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94DD348C-BBCD-460B-A2AF-77A73ED25797}" type="datetime'''''''''''''''''''''''''''''7''''''''''''''''''''''5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49B84196-0CF2-0A6B-A836-7C98208B3C67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410950" y="307657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2621C13-DD28-4943-9EE8-B83B63902114}" type="datetime'''''''''8'''''''''''''''',''''''''''''''8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8,8</a:t>
            </a:fld>
            <a:endParaRPr lang="en-GB" sz="800"/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5FC51BDC-FAF4-0AB0-680B-3FBCAC79E495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11231563" y="33226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5FC1C16-7A7A-4427-B527-928F389EEE53}" type="datetime'''''S''''h''''ar''''''''''e'' ''Re''''le''''''''v''an''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E737F758-BFE4-720D-2C06-B00DDD62703A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8404225" y="11287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FB934C0-1F9D-41B4-A709-DEFA36861578}" type="datetime'''''''''''''''''''''54'''''''',''''2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54,2</a:t>
            </a:fld>
            <a:endParaRPr lang="en-US" sz="800"/>
          </a:p>
        </p:txBody>
      </p:sp>
      <p:sp>
        <p:nvSpPr>
          <p:cNvPr id="92" name="Text Placeholder 2">
            <a:extLst>
              <a:ext uri="{FF2B5EF4-FFF2-40B4-BE49-F238E27FC236}">
                <a16:creationId xmlns:a16="http://schemas.microsoft.com/office/drawing/2014/main" id="{F6B64046-FCA2-6A27-A6DB-9CA8455D8144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8999538" y="12461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959C468-ABEB-4D87-852A-B869B8B15A73}" type="datetime'''''''5''''''1'''''''''''''''''',0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51,0</a:t>
            </a:fld>
            <a:endParaRPr lang="en-GB" sz="800"/>
          </a:p>
        </p:txBody>
      </p:sp>
      <p:sp>
        <p:nvSpPr>
          <p:cNvPr id="439" name="Text Placeholder 2">
            <a:extLst>
              <a:ext uri="{FF2B5EF4-FFF2-40B4-BE49-F238E27FC236}">
                <a16:creationId xmlns:a16="http://schemas.microsoft.com/office/drawing/2014/main" id="{E4923654-9A21-51D4-97C9-079B29ED53BC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10193338" y="14811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58875D-3979-4D9C-9156-A6991F905D08}" type="datetime'4''''''''''4'''''''''''''''',''8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44,8</a:t>
            </a:fld>
            <a:endParaRPr lang="en-GB" sz="800"/>
          </a:p>
        </p:txBody>
      </p:sp>
      <p:sp>
        <p:nvSpPr>
          <p:cNvPr id="94" name="Text Placeholder 2">
            <a:extLst>
              <a:ext uri="{FF2B5EF4-FFF2-40B4-BE49-F238E27FC236}">
                <a16:creationId xmlns:a16="http://schemas.microsoft.com/office/drawing/2014/main" id="{DEC3B08C-D3A8-6234-0B5A-96CE9DF2F6CD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11385550" y="18097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6510990-5E58-44A1-9E5B-742B11C6C812}" type="datetime'''''''''''''''''''''3''6'''''''''''',''''''''0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36,0</a:t>
            </a:fld>
            <a:endParaRPr lang="en-GB" sz="800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2E124D9-C357-28BC-CFE1-8D291A861F28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439863" y="45561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1846F88-2909-7D6A-49C0-C56371791024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2036763" y="48387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0E35E236-AE21-77E0-1F9B-AC0389144906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2633663" y="483870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93CDF96-93B2-D0D0-E0BA-4705561A492F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228975" y="52022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82" name="Chart 3">
            <a:extLst>
              <a:ext uri="{FF2B5EF4-FFF2-40B4-BE49-F238E27FC236}">
                <a16:creationId xmlns:a16="http://schemas.microsoft.com/office/drawing/2014/main" id="{8C0E4FF1-73FF-A386-2DBD-925B2ECD8175}"/>
              </a:ext>
            </a:extLst>
          </p:cNvPr>
          <p:cNvGraphicFramePr/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1176085007"/>
              </p:ext>
            </p:extLst>
          </p:nvPr>
        </p:nvGraphicFramePr>
        <p:xfrm>
          <a:off x="314325" y="4232275"/>
          <a:ext cx="3743325" cy="219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7"/>
          </a:graphicData>
        </a:graphic>
      </p:graphicFrame>
      <p:sp>
        <p:nvSpPr>
          <p:cNvPr id="102" name="Text Placeholder 2">
            <a:extLst>
              <a:ext uri="{FF2B5EF4-FFF2-40B4-BE49-F238E27FC236}">
                <a16:creationId xmlns:a16="http://schemas.microsoft.com/office/drawing/2014/main" id="{0567BB4A-4681-3C2A-0A00-D9D5E3A5A414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22275" y="637381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E14CC90-4C1B-4A41-8E4B-062CF6152B70}" type="datetime'''D''e''sembo''lsos'''''' R''''''C''C'' co''n'' Lead 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A14EBBEA-5BBA-6AAB-6F6F-49AC3205E9CE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1016000" y="637381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D6A40FC-ADDF-4B02-9034-5130A1B35BCC}" type="datetime'De''sem''''bols''os RCC'''' sin'''''''' O''''t''r''''os ''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DF14EF9F-C8E6-A1BA-2F50-E84CAEBF18C6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784350" y="46434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69A3821-C9BD-4785-97BF-61B57CA5A124}" type="datetime'''''''''''''''''''''1''''''0'',''''9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10,9</a:t>
            </a:fld>
            <a:endParaRPr lang="en-GB" sz="800"/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9148FDBB-AE43-6C31-B171-10D9DF918EB9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1604963" y="637381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BA15E23-E4F7-459A-8F6C-3BA240B81E2A}" type="datetime'D''''''''es''e''mbolsos RCC Of''ert''a'' &gt;1''''''2''''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476" name="Text Placeholder 2">
            <a:extLst>
              <a:ext uri="{FF2B5EF4-FFF2-40B4-BE49-F238E27FC236}">
                <a16:creationId xmlns:a16="http://schemas.microsoft.com/office/drawing/2014/main" id="{6FB277E3-1627-7262-C61E-B7B5B4B05D4A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gray">
          <a:xfrm>
            <a:off x="2352675" y="51069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A17CB8D-1B3A-4B4A-98E5-6962511EB18B}" type="datetime'''''''''''''''''''2''''''8'''',''''''''9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28,9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B499D6AC-4ADB-4FC9-BFF5-F7FF1C81A36C}" type="datetime'''''5''''''''''''''''''''''''0''''%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481" name="Text Placeholder 2">
            <a:extLst>
              <a:ext uri="{FF2B5EF4-FFF2-40B4-BE49-F238E27FC236}">
                <a16:creationId xmlns:a16="http://schemas.microsoft.com/office/drawing/2014/main" id="{6AB8FFA0-C70A-349C-9A78-4F6112B02CF3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gray">
          <a:xfrm>
            <a:off x="2381250" y="591661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07C64C9-7870-499C-B68C-C5A4015A961B}" type="datetime'''''''''''''2''8,9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28,9</a:t>
            </a:fld>
            <a:endParaRPr lang="en-GB" sz="800" dirty="0"/>
          </a:p>
        </p:txBody>
      </p:sp>
      <p:sp>
        <p:nvSpPr>
          <p:cNvPr id="473" name="Text Placeholder 2">
            <a:extLst>
              <a:ext uri="{FF2B5EF4-FFF2-40B4-BE49-F238E27FC236}">
                <a16:creationId xmlns:a16="http://schemas.microsoft.com/office/drawing/2014/main" id="{1E2D58A6-A391-026C-4356-73CB14271395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2244725" y="637381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7D37177-F017-4B3C-B697-1E16C217F4AB}" type="datetime'S''har''''e A''justa''do por Tick''''et'' y Prod''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D50815B7-7294-3C31-2A07-5B60F3882F21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gray">
          <a:xfrm>
            <a:off x="2976563" y="49657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47909DA-BD59-418F-BB29-E46DB592F109}" type="datetime'1''''''''''''''''3'''''''''''''',''''''''''''''''9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13,9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8F5EF8A3-7E5C-6683-4627-869FDE8CA3E7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2797175" y="637381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999D592-568E-48AB-A067-09B0E43577CA}" type="datetime'Desemb''''''olsos ''R''CC No'' G''''''esti''on''ado''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C675947C-7D02-3531-C477-59912A3ABED4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gray">
          <a:xfrm>
            <a:off x="3544888" y="54689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A559D9-9064-47D1-A74D-40C70C3F01B2}" type="datetime'''''''''''''''2''''''8'',''''''''9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28,9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39046BAD-54C7-4FFA-9CD5-2BAF05C26557}" type="datetime'''''''''''''''''6''''''''''''''''''''''''''''''6''''%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4D40936C-2FFF-DE65-4B83-A7EAF4FAA562}"/>
              </a:ext>
            </a:extLst>
          </p:cNvPr>
          <p:cNvSpPr txBox="1">
            <a:spLocks/>
          </p:cNvSpPr>
          <p:nvPr>
            <p:custDataLst>
              <p:tags r:id="rId80"/>
            </p:custDataLst>
          </p:nvPr>
        </p:nvSpPr>
        <p:spPr bwMode="gray">
          <a:xfrm>
            <a:off x="3573463" y="6097588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D1C6C9A-5A20-49CB-93AF-ADD34D20704E}" type="datetime'''''''''15'''''''''''',''''''''''''''''''0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15,0</a:t>
            </a:fld>
            <a:endParaRPr lang="en-GB" sz="800"/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40BB40FB-182F-95CC-6B58-87232A6690E6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auto">
          <a:xfrm>
            <a:off x="3419475" y="637381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863CC9-AA18-4094-B750-E92D35BFE573}" type="datetime'''S''''h''''''''''''''''are ''''R''''''''''''''''elev''an''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F1398E92-A898-BE5C-F1B7-1664A6BF1A60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592138" y="41798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9F820D8-CB25-46EF-8AFD-2B2AF9B03098}" type="datetime'''''''''''''''''''''7''7,''''''''''''''''''''''''''''''''8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77,8</a:t>
            </a:fld>
            <a:endParaRPr lang="en-US" sz="800"/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7348442-0237-9E58-D1F1-748402B9B235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1187450" y="44211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D3F2375-44B3-408D-B3FC-8518CC101B81}" type="datetime'''''''''''''''''''''6''''''''8,''''''''''''''6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68,6</a:t>
            </a:fld>
            <a:endParaRPr lang="en-GB" sz="800"/>
          </a:p>
        </p:txBody>
      </p:sp>
      <p:sp>
        <p:nvSpPr>
          <p:cNvPr id="480" name="Text Placeholder 2">
            <a:extLst>
              <a:ext uri="{FF2B5EF4-FFF2-40B4-BE49-F238E27FC236}">
                <a16:creationId xmlns:a16="http://schemas.microsoft.com/office/drawing/2014/main" id="{7A90E38C-5D58-B9B4-4475-2BFC0E5C8085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2381250" y="47037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FE739DF-1B7F-4F65-B500-FF8428FAE71A}" type="datetime'''''5''''''7'''''''''''''''''''''''''''''',''''7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57,7</a:t>
            </a:fld>
            <a:endParaRPr lang="en-GB" sz="800"/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1807DC5B-38CE-A321-B80D-3D1127C7BBD0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3573463" y="50673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D41316B-A71F-4E5F-9E9E-D7FB6F125F88}" type="datetime'''''''''''4''''''''''3'',9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43,9</a:t>
            </a:fld>
            <a:endParaRPr lang="en-GB" sz="80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EA9819D-1CAD-6849-815A-284765472A69}"/>
              </a:ext>
            </a:extLst>
          </p:cNvPr>
          <p:cNvCxnSpPr/>
          <p:nvPr>
            <p:custDataLst>
              <p:tags r:id="rId86"/>
            </p:custDataLst>
          </p:nvPr>
        </p:nvCxnSpPr>
        <p:spPr bwMode="auto">
          <a:xfrm>
            <a:off x="5335588" y="4814888"/>
            <a:ext cx="2635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B0E73ADC-9C6B-AA38-5609-EE7B08B1B88A}"/>
              </a:ext>
            </a:extLst>
          </p:cNvPr>
          <p:cNvCxnSpPr/>
          <p:nvPr>
            <p:custDataLst>
              <p:tags r:id="rId87"/>
            </p:custDataLst>
          </p:nvPr>
        </p:nvCxnSpPr>
        <p:spPr bwMode="auto">
          <a:xfrm>
            <a:off x="5930900" y="4979988"/>
            <a:ext cx="2651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A916E640-2AB0-CEC3-D5A6-66086C252601}"/>
              </a:ext>
            </a:extLst>
          </p:cNvPr>
          <p:cNvCxnSpPr/>
          <p:nvPr>
            <p:custDataLst>
              <p:tags r:id="rId88"/>
            </p:custDataLst>
          </p:nvPr>
        </p:nvCxnSpPr>
        <p:spPr bwMode="auto">
          <a:xfrm>
            <a:off x="6527800" y="4979988"/>
            <a:ext cx="2635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A9292F2-B2FF-2487-F698-8F87D5A1C060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>
            <a:off x="7123113" y="5443538"/>
            <a:ext cx="2651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90" name="Chart 3">
            <a:extLst>
              <a:ext uri="{FF2B5EF4-FFF2-40B4-BE49-F238E27FC236}">
                <a16:creationId xmlns:a16="http://schemas.microsoft.com/office/drawing/2014/main" id="{8DF64CB0-D811-D556-7435-2D7FBB2741E9}"/>
              </a:ext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2199278227"/>
              </p:ext>
            </p:extLst>
          </p:nvPr>
        </p:nvGraphicFramePr>
        <p:xfrm>
          <a:off x="4192588" y="4232275"/>
          <a:ext cx="3741737" cy="2181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8"/>
          </a:graphicData>
        </a:graphic>
      </p:graphicFrame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E22501BB-2917-59D7-567B-E34E6E6477FB}"/>
              </a:ext>
            </a:extLst>
          </p:cNvPr>
          <p:cNvSpPr txBox="1">
            <a:spLocks/>
          </p:cNvSpPr>
          <p:nvPr>
            <p:custDataLst>
              <p:tags r:id="rId91"/>
            </p:custDataLst>
          </p:nvPr>
        </p:nvSpPr>
        <p:spPr bwMode="auto">
          <a:xfrm>
            <a:off x="4894263" y="6356350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A76C118-5571-4BC5-9F08-7D4B3D134F5B}" type="datetime'''D''e''s''e''''mbols''''os ''RCC'' s''in Otr''''''os IBK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1C35D28-139D-0312-A63B-6824D0F5DF15}"/>
              </a:ext>
            </a:extLst>
          </p:cNvPr>
          <p:cNvSpPr txBox="1">
            <a:spLocks/>
          </p:cNvSpPr>
          <p:nvPr>
            <p:custDataLst>
              <p:tags r:id="rId92"/>
            </p:custDataLst>
          </p:nvPr>
        </p:nvSpPr>
        <p:spPr bwMode="gray">
          <a:xfrm>
            <a:off x="5686425" y="48434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FBC9DD3-2331-49ED-A780-521948AE04AC}" type="datetime'''''''''''''''''''''''6'''''''''',''''''0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6,0</a:t>
            </a:fld>
            <a:endParaRPr lang="en-GB" sz="800"/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D1AF4129-FA03-416E-CF36-6FE7342203BD}"/>
              </a:ext>
            </a:extLst>
          </p:cNvPr>
          <p:cNvSpPr txBox="1">
            <a:spLocks/>
          </p:cNvSpPr>
          <p:nvPr>
            <p:custDataLst>
              <p:tags r:id="rId93"/>
            </p:custDataLst>
          </p:nvPr>
        </p:nvSpPr>
        <p:spPr bwMode="auto">
          <a:xfrm>
            <a:off x="5481638" y="635635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E31169F-C552-45B9-B086-0111BEB0CFC7}" type="datetime'Dese''''mbol''''''''sos RCC ''''''''Of''erta &gt;1''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496" name="Text Placeholder 2">
            <a:extLst>
              <a:ext uri="{FF2B5EF4-FFF2-40B4-BE49-F238E27FC236}">
                <a16:creationId xmlns:a16="http://schemas.microsoft.com/office/drawing/2014/main" id="{8142BA23-1AA1-1E2F-AD41-62851067A969}"/>
              </a:ext>
            </a:extLst>
          </p:cNvPr>
          <p:cNvSpPr txBox="1">
            <a:spLocks/>
          </p:cNvSpPr>
          <p:nvPr>
            <p:custDataLst>
              <p:tags r:id="rId94"/>
            </p:custDataLst>
          </p:nvPr>
        </p:nvSpPr>
        <p:spPr bwMode="gray">
          <a:xfrm>
            <a:off x="6229350" y="51101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50AD599-E2B5-4FE5-B45B-3C0A505E4923}" type="datetime'''''''1''''''''''''''''''''''7'''''''',''''4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17,4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D7596F04-A05F-41C2-B542-D15830439C13}" type="datetime'''''3''6''''''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501" name="Text Placeholder 2">
            <a:extLst>
              <a:ext uri="{FF2B5EF4-FFF2-40B4-BE49-F238E27FC236}">
                <a16:creationId xmlns:a16="http://schemas.microsoft.com/office/drawing/2014/main" id="{AADD83DE-8CA4-276D-AE78-0FC14FD722B1}"/>
              </a:ext>
            </a:extLst>
          </p:cNvPr>
          <p:cNvSpPr txBox="1">
            <a:spLocks/>
          </p:cNvSpPr>
          <p:nvPr>
            <p:custDataLst>
              <p:tags r:id="rId95"/>
            </p:custDataLst>
          </p:nvPr>
        </p:nvSpPr>
        <p:spPr bwMode="gray">
          <a:xfrm>
            <a:off x="6257925" y="584200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530AB6C-8AE6-4571-9582-48EA215637EE}" type="datetime'3''''1'''''''''''''',''3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31,3</a:t>
            </a:fld>
            <a:endParaRPr lang="en-GB" sz="800"/>
          </a:p>
        </p:txBody>
      </p:sp>
      <p:sp>
        <p:nvSpPr>
          <p:cNvPr id="131" name="Text Placeholder 2">
            <a:extLst>
              <a:ext uri="{FF2B5EF4-FFF2-40B4-BE49-F238E27FC236}">
                <a16:creationId xmlns:a16="http://schemas.microsoft.com/office/drawing/2014/main" id="{628BE033-2560-8A4B-2CE8-13526E480013}"/>
              </a:ext>
            </a:extLst>
          </p:cNvPr>
          <p:cNvSpPr txBox="1">
            <a:spLocks/>
          </p:cNvSpPr>
          <p:nvPr>
            <p:custDataLst>
              <p:tags r:id="rId96"/>
            </p:custDataLst>
          </p:nvPr>
        </p:nvSpPr>
        <p:spPr bwMode="gray">
          <a:xfrm>
            <a:off x="6853238" y="51577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35896F8-9FFA-44F8-8030-5C5630F04F5F}" type="datetime'''''''16'''''''',''''''''''''''7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16,7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F47078E7-2B0B-9B21-6133-620CBC46779D}"/>
              </a:ext>
            </a:extLst>
          </p:cNvPr>
          <p:cNvSpPr txBox="1">
            <a:spLocks/>
          </p:cNvSpPr>
          <p:nvPr>
            <p:custDataLst>
              <p:tags r:id="rId97"/>
            </p:custDataLst>
          </p:nvPr>
        </p:nvSpPr>
        <p:spPr bwMode="auto">
          <a:xfrm>
            <a:off x="6673850" y="635635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CD883CA-8F8B-4624-87B9-FF3AB7D308E8}" type="datetime'D''es''e''''mbo''lsos RC''''C'' ''No ''''Gest''io''''nad''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BB659394-B375-A167-2703-90D27785A7C5}"/>
              </a:ext>
            </a:extLst>
          </p:cNvPr>
          <p:cNvSpPr txBox="1">
            <a:spLocks/>
          </p:cNvSpPr>
          <p:nvPr>
            <p:custDataLst>
              <p:tags r:id="rId98"/>
            </p:custDataLst>
          </p:nvPr>
        </p:nvSpPr>
        <p:spPr bwMode="gray">
          <a:xfrm>
            <a:off x="7421563" y="55753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3807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9EFE791-FA9A-4E15-96BE-684E59396678}" type="datetime'''''''''''''''''''''''''1''''''''7'',''''''''''''''''4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17,4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595331AA-6197-4DDF-9AB2-BA29D704B85F}" type="datetime'''''''''''''5''''''''''''''4''''''''''''''''%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54%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8F62EBEE-CE76-0F22-2622-87380FF8284B}"/>
              </a:ext>
            </a:extLst>
          </p:cNvPr>
          <p:cNvSpPr txBox="1">
            <a:spLocks/>
          </p:cNvSpPr>
          <p:nvPr>
            <p:custDataLst>
              <p:tags r:id="rId99"/>
            </p:custDataLst>
          </p:nvPr>
        </p:nvSpPr>
        <p:spPr bwMode="gray">
          <a:xfrm>
            <a:off x="7450138" y="607377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8B65231-AEFD-48B7-ACC6-DF8104428CA1}" type="datetime'''''''''1''''''''''''''''''4'''''''''',''''6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14,6</a:t>
            </a:fld>
            <a:endParaRPr lang="en-GB" sz="800"/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4F4FD4E7-FA49-D8E9-2525-D67D316803AC}"/>
              </a:ext>
            </a:extLst>
          </p:cNvPr>
          <p:cNvSpPr txBox="1">
            <a:spLocks/>
          </p:cNvSpPr>
          <p:nvPr>
            <p:custDataLst>
              <p:tags r:id="rId100"/>
            </p:custDataLst>
          </p:nvPr>
        </p:nvSpPr>
        <p:spPr bwMode="auto">
          <a:xfrm>
            <a:off x="7296150" y="6356350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8980EF2-78A0-4417-BC2D-8F0D5B8998A7}" type="datetime'S''''hare R''e''le''''va''n''''''''''''''''''''''''''''''''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7858C4CC-975D-C236-BC5C-F7E37E61ABCB}"/>
              </a:ext>
            </a:extLst>
          </p:cNvPr>
          <p:cNvSpPr txBox="1">
            <a:spLocks/>
          </p:cNvSpPr>
          <p:nvPr>
            <p:custDataLst>
              <p:tags r:id="rId101"/>
            </p:custDataLst>
          </p:nvPr>
        </p:nvSpPr>
        <p:spPr bwMode="gray">
          <a:xfrm>
            <a:off x="4468813" y="41798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8AFEA97-C12A-4BB4-9848-688D721F4FD6}" type="datetime'''''''''7''''''''''''''2'',''''''7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72,7</a:t>
            </a:fld>
            <a:endParaRPr lang="en-US" sz="800"/>
          </a:p>
        </p:txBody>
      </p:sp>
      <p:sp>
        <p:nvSpPr>
          <p:cNvPr id="138" name="Text Placeholder 2">
            <a:extLst>
              <a:ext uri="{FF2B5EF4-FFF2-40B4-BE49-F238E27FC236}">
                <a16:creationId xmlns:a16="http://schemas.microsoft.com/office/drawing/2014/main" id="{B5BB9490-FD97-CD43-D99E-9F5956FE7EE8}"/>
              </a:ext>
            </a:extLst>
          </p:cNvPr>
          <p:cNvSpPr txBox="1">
            <a:spLocks/>
          </p:cNvSpPr>
          <p:nvPr>
            <p:custDataLst>
              <p:tags r:id="rId102"/>
            </p:custDataLst>
          </p:nvPr>
        </p:nvSpPr>
        <p:spPr bwMode="gray">
          <a:xfrm>
            <a:off x="5065713" y="46799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A498CF6-31BC-4A9F-8A6A-5DFA87353C85}" type="datetime'''''''''''''54,''''''7''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54,7</a:t>
            </a:fld>
            <a:endParaRPr lang="en-GB" sz="800"/>
          </a:p>
        </p:txBody>
      </p:sp>
      <p:sp>
        <p:nvSpPr>
          <p:cNvPr id="500" name="Text Placeholder 2">
            <a:extLst>
              <a:ext uri="{FF2B5EF4-FFF2-40B4-BE49-F238E27FC236}">
                <a16:creationId xmlns:a16="http://schemas.microsoft.com/office/drawing/2014/main" id="{21B41E82-5149-15AD-8E1A-CC23F9AB8EDB}"/>
              </a:ext>
            </a:extLst>
          </p:cNvPr>
          <p:cNvSpPr txBox="1">
            <a:spLocks/>
          </p:cNvSpPr>
          <p:nvPr>
            <p:custDataLst>
              <p:tags r:id="rId103"/>
            </p:custDataLst>
          </p:nvPr>
        </p:nvSpPr>
        <p:spPr bwMode="gray">
          <a:xfrm>
            <a:off x="6257925" y="48450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A211387-3E37-4CAF-8672-E069AB778CA4}" type="datetime'''''4''''''''''8,''''''''''''''''''''''''7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48,7</a:t>
            </a:fld>
            <a:endParaRPr lang="en-GB" sz="800"/>
          </a:p>
        </p:txBody>
      </p:sp>
      <p:sp>
        <p:nvSpPr>
          <p:cNvPr id="140" name="Text Placeholder 2">
            <a:extLst>
              <a:ext uri="{FF2B5EF4-FFF2-40B4-BE49-F238E27FC236}">
                <a16:creationId xmlns:a16="http://schemas.microsoft.com/office/drawing/2014/main" id="{1E88308D-F675-4072-9250-6BF92617A466}"/>
              </a:ext>
            </a:extLst>
          </p:cNvPr>
          <p:cNvSpPr txBox="1">
            <a:spLocks/>
          </p:cNvSpPr>
          <p:nvPr>
            <p:custDataLst>
              <p:tags r:id="rId104"/>
            </p:custDataLst>
          </p:nvPr>
        </p:nvSpPr>
        <p:spPr bwMode="gray">
          <a:xfrm>
            <a:off x="7450138" y="53086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8A4BB38-BA25-47E4-8CF6-718480F4548B}" type="datetime'''''''''''''''''''3''''''''''''''2'''''',''''''''''0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32,0</a:t>
            </a:fld>
            <a:endParaRPr lang="en-GB" sz="800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2850B423-1DE2-6BF0-9160-B5BEA5519A41}"/>
              </a:ext>
            </a:extLst>
          </p:cNvPr>
          <p:cNvSpPr/>
          <p:nvPr/>
        </p:nvSpPr>
        <p:spPr>
          <a:xfrm>
            <a:off x="324573" y="750962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2025Q2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A690E734-08AC-39CE-F3DF-1266A5CB1D22}"/>
              </a:ext>
            </a:extLst>
          </p:cNvPr>
          <p:cNvSpPr/>
          <p:nvPr/>
        </p:nvSpPr>
        <p:spPr>
          <a:xfrm>
            <a:off x="4226009" y="747737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2025Q3</a:t>
            </a: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FAB68251-CAB7-9EF7-EC49-C6C025967EF9}"/>
              </a:ext>
            </a:extLst>
          </p:cNvPr>
          <p:cNvSpPr/>
          <p:nvPr/>
        </p:nvSpPr>
        <p:spPr>
          <a:xfrm>
            <a:off x="8132329" y="748011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2025Q4</a:t>
            </a:r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53EBE3BF-8849-249B-4316-B33456257ACC}"/>
              </a:ext>
            </a:extLst>
          </p:cNvPr>
          <p:cNvSpPr/>
          <p:nvPr/>
        </p:nvSpPr>
        <p:spPr>
          <a:xfrm>
            <a:off x="311150" y="3761073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2026Q1</a:t>
            </a:r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1D35F621-C688-4577-E82F-19ADFB7DFDB9}"/>
              </a:ext>
            </a:extLst>
          </p:cNvPr>
          <p:cNvSpPr/>
          <p:nvPr/>
        </p:nvSpPr>
        <p:spPr>
          <a:xfrm>
            <a:off x="4220846" y="3754310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202604-202605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610B4C37-A347-EA60-27D4-227199F4E953}"/>
              </a:ext>
            </a:extLst>
          </p:cNvPr>
          <p:cNvSpPr txBox="1"/>
          <p:nvPr/>
        </p:nvSpPr>
        <p:spPr>
          <a:xfrm>
            <a:off x="324573" y="213075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Cliente Ancla: Cae por precio cada trimestre y, desde 2025Q4, también por gestión</a:t>
            </a:r>
          </a:p>
        </p:txBody>
      </p:sp>
      <p:graphicFrame>
        <p:nvGraphicFramePr>
          <p:cNvPr id="488" name="Chart 3">
            <a:extLst>
              <a:ext uri="{FF2B5EF4-FFF2-40B4-BE49-F238E27FC236}">
                <a16:creationId xmlns:a16="http://schemas.microsoft.com/office/drawing/2014/main" id="{3ECB7A0D-465F-589A-8391-144D660440B1}"/>
              </a:ext>
            </a:extLst>
          </p:cNvPr>
          <p:cNvGraphicFramePr/>
          <p:nvPr>
            <p:custDataLst>
              <p:tags r:id="rId105"/>
            </p:custDataLst>
            <p:extLst>
              <p:ext uri="{D42A27DB-BD31-4B8C-83A1-F6EECF244321}">
                <p14:modId xmlns:p14="http://schemas.microsoft.com/office/powerpoint/2010/main" val="3937304766"/>
              </p:ext>
            </p:extLst>
          </p:nvPr>
        </p:nvGraphicFramePr>
        <p:xfrm>
          <a:off x="8320088" y="4675188"/>
          <a:ext cx="3549650" cy="114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9"/>
          </a:graphicData>
        </a:graphic>
      </p:graphicFrame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D1A23825-62F3-107A-87FC-FEBFD517C055}"/>
              </a:ext>
            </a:extLst>
          </p:cNvPr>
          <p:cNvCxnSpPr>
            <a:cxnSpLocks/>
          </p:cNvCxnSpPr>
          <p:nvPr>
            <p:custDataLst>
              <p:tags r:id="rId106"/>
            </p:custDataLst>
          </p:nvPr>
        </p:nvCxnSpPr>
        <p:spPr bwMode="auto">
          <a:xfrm>
            <a:off x="8945563" y="3976687"/>
            <a:ext cx="1692275" cy="4572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3BDA3CAC-07C2-7B3C-5A66-E62A7F0A1465}"/>
              </a:ext>
            </a:extLst>
          </p:cNvPr>
          <p:cNvCxnSpPr>
            <a:cxnSpLocks/>
          </p:cNvCxnSpPr>
          <p:nvPr>
            <p:custDataLst>
              <p:tags r:id="rId107"/>
            </p:custDataLst>
          </p:nvPr>
        </p:nvCxnSpPr>
        <p:spPr bwMode="auto">
          <a:xfrm>
            <a:off x="9550400" y="4500563"/>
            <a:ext cx="1692275" cy="34448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EABCDAB-5CC8-6E29-4968-2DF2985E9183}"/>
              </a:ext>
            </a:extLst>
          </p:cNvPr>
          <p:cNvSpPr txBox="1">
            <a:spLocks/>
          </p:cNvSpPr>
          <p:nvPr>
            <p:custDataLst>
              <p:tags r:id="rId108"/>
            </p:custDataLst>
          </p:nvPr>
        </p:nvSpPr>
        <p:spPr bwMode="auto">
          <a:xfrm>
            <a:off x="9082088" y="577373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131BE8C-BF38-44D7-BF4F-ACF05815E672}" type="datetime'''''''''''''''''2''''''''''0''''''2''''''5Q''''''''2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2025Q2</a:t>
            </a:fld>
            <a:endParaRPr lang="en-GB" sz="80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2FD935FA-FDCC-21BB-1026-165CF589172A}"/>
              </a:ext>
            </a:extLst>
          </p:cNvPr>
          <p:cNvSpPr txBox="1">
            <a:spLocks/>
          </p:cNvSpPr>
          <p:nvPr>
            <p:custDataLst>
              <p:tags r:id="rId109"/>
            </p:custDataLst>
          </p:nvPr>
        </p:nvSpPr>
        <p:spPr bwMode="auto">
          <a:xfrm>
            <a:off x="10774363" y="577373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6976C73-DED2-426B-B85C-D40FCD785AD1}" type="datetime'20''''''''''''''2''''''6''''''''''Q''2''''''''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2026Q2</a:t>
            </a:fld>
            <a:endParaRPr lang="en-GB" sz="800"/>
          </a:p>
        </p:txBody>
      </p:sp>
      <p:sp>
        <p:nvSpPr>
          <p:cNvPr id="416" name="Text Placeholder 2">
            <a:extLst>
              <a:ext uri="{FF2B5EF4-FFF2-40B4-BE49-F238E27FC236}">
                <a16:creationId xmlns:a16="http://schemas.microsoft.com/office/drawing/2014/main" id="{68FB7904-2FBB-1E35-A7B4-36D66930F21C}"/>
              </a:ext>
            </a:extLst>
          </p:cNvPr>
          <p:cNvSpPr txBox="1">
            <a:spLocks/>
          </p:cNvSpPr>
          <p:nvPr>
            <p:custDataLst>
              <p:tags r:id="rId110"/>
            </p:custDataLst>
          </p:nvPr>
        </p:nvSpPr>
        <p:spPr bwMode="gray">
          <a:xfrm>
            <a:off x="8843963" y="4729163"/>
            <a:ext cx="203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BD19272-89DF-45D7-BF4D-8BAF22CC69AD}" type="datetime'''7''''''''''''''''''''''5''''''''''''''%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75%</a:t>
            </a:fld>
            <a:endParaRPr lang="en-GB" sz="800"/>
          </a:p>
        </p:txBody>
      </p:sp>
      <p:sp>
        <p:nvSpPr>
          <p:cNvPr id="417" name="Text Placeholder 2">
            <a:extLst>
              <a:ext uri="{FF2B5EF4-FFF2-40B4-BE49-F238E27FC236}">
                <a16:creationId xmlns:a16="http://schemas.microsoft.com/office/drawing/2014/main" id="{6F077148-9EE4-0163-2095-49E6DC2AFCFF}"/>
              </a:ext>
            </a:extLst>
          </p:cNvPr>
          <p:cNvSpPr txBox="1">
            <a:spLocks/>
          </p:cNvSpPr>
          <p:nvPr>
            <p:custDataLst>
              <p:tags r:id="rId111"/>
            </p:custDataLst>
          </p:nvPr>
        </p:nvSpPr>
        <p:spPr bwMode="gray">
          <a:xfrm>
            <a:off x="9448800" y="4622800"/>
            <a:ext cx="203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7744AB4-EE1D-41EE-BE0B-0B643EE3166B}" type="datetime'''''''''8''4''''''%''''''''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84%</a:t>
            </a:fld>
            <a:endParaRPr lang="en-GB" sz="800"/>
          </a:p>
        </p:txBody>
      </p:sp>
      <p:sp>
        <p:nvSpPr>
          <p:cNvPr id="424" name="Text Placeholder 2">
            <a:extLst>
              <a:ext uri="{FF2B5EF4-FFF2-40B4-BE49-F238E27FC236}">
                <a16:creationId xmlns:a16="http://schemas.microsoft.com/office/drawing/2014/main" id="{8236E2CF-D382-0100-DC35-E0E259A7C3D5}"/>
              </a:ext>
            </a:extLst>
          </p:cNvPr>
          <p:cNvSpPr txBox="1">
            <a:spLocks/>
          </p:cNvSpPr>
          <p:nvPr>
            <p:custDataLst>
              <p:tags r:id="rId112"/>
            </p:custDataLst>
          </p:nvPr>
        </p:nvSpPr>
        <p:spPr bwMode="gray">
          <a:xfrm>
            <a:off x="10536238" y="5186363"/>
            <a:ext cx="203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1A0CEF4-3001-4819-ACB1-E9C3A12173D9}" type="datetime'''''3''''''''6''''''''''''''''''''''''%''''''''''''''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36%</a:t>
            </a:fld>
            <a:endParaRPr lang="en-GB" sz="800"/>
          </a:p>
        </p:txBody>
      </p:sp>
      <p:sp>
        <p:nvSpPr>
          <p:cNvPr id="425" name="Text Placeholder 2">
            <a:extLst>
              <a:ext uri="{FF2B5EF4-FFF2-40B4-BE49-F238E27FC236}">
                <a16:creationId xmlns:a16="http://schemas.microsoft.com/office/drawing/2014/main" id="{A2896D44-97CC-1033-2398-92691F218E0D}"/>
              </a:ext>
            </a:extLst>
          </p:cNvPr>
          <p:cNvSpPr txBox="1">
            <a:spLocks/>
          </p:cNvSpPr>
          <p:nvPr>
            <p:custDataLst>
              <p:tags r:id="rId113"/>
            </p:custDataLst>
          </p:nvPr>
        </p:nvSpPr>
        <p:spPr bwMode="gray">
          <a:xfrm>
            <a:off x="11141075" y="4967288"/>
            <a:ext cx="203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097B539-1D2C-435D-9412-6DE93876C8CA}" type="datetime'''''''''''''''''''''''''''5''''''''4''''''''''''''''%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54%</a:t>
            </a:fld>
            <a:endParaRPr lang="en-GB" sz="800"/>
          </a:p>
        </p:txBody>
      </p:sp>
      <p:sp>
        <p:nvSpPr>
          <p:cNvPr id="183" name="Text Placeholder 2">
            <a:extLst>
              <a:ext uri="{FF2B5EF4-FFF2-40B4-BE49-F238E27FC236}">
                <a16:creationId xmlns:a16="http://schemas.microsoft.com/office/drawing/2014/main" id="{F08A2ADC-A7B5-646C-6B90-61BE5B16AF7B}"/>
              </a:ext>
            </a:extLst>
          </p:cNvPr>
          <p:cNvSpPr txBox="1">
            <a:spLocks/>
          </p:cNvSpPr>
          <p:nvPr>
            <p:custDataLst>
              <p:tags r:id="rId114"/>
            </p:custDataLst>
          </p:nvPr>
        </p:nvSpPr>
        <p:spPr bwMode="auto">
          <a:xfrm>
            <a:off x="9463088" y="4068763"/>
            <a:ext cx="658813" cy="273050"/>
          </a:xfrm>
          <a:prstGeom prst="ellipse">
            <a:avLst/>
          </a:prstGeom>
          <a:solidFill>
            <a:srgbClr val="2F9E98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7266C89-4EF3-46A7-9AC2-BE82960AAF18}" type="datetime'''''''''''''-''''3''''''''9'''''' ''p''''''''''''p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-39 pp</a:t>
            </a:fld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180" name="Text Placeholder 2">
            <a:extLst>
              <a:ext uri="{FF2B5EF4-FFF2-40B4-BE49-F238E27FC236}">
                <a16:creationId xmlns:a16="http://schemas.microsoft.com/office/drawing/2014/main" id="{9AB8E3B9-277D-D06F-E9DE-9BE349786993}"/>
              </a:ext>
            </a:extLst>
          </p:cNvPr>
          <p:cNvSpPr txBox="1">
            <a:spLocks/>
          </p:cNvSpPr>
          <p:nvPr>
            <p:custDataLst>
              <p:tags r:id="rId115"/>
            </p:custDataLst>
          </p:nvPr>
        </p:nvSpPr>
        <p:spPr bwMode="auto">
          <a:xfrm>
            <a:off x="10067925" y="4535488"/>
            <a:ext cx="658813" cy="273050"/>
          </a:xfrm>
          <a:prstGeom prst="ellipse">
            <a:avLst/>
          </a:prstGeom>
          <a:solidFill>
            <a:srgbClr val="13807B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9324752-B559-464C-9ED7-53B70E97A58B}" type="datetime'''''''-''''''''''''2''''''9 ''p''p''''''''''''''''''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-29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4936CE9-3378-7013-1BB0-65DB99AAF16B}"/>
              </a:ext>
            </a:extLst>
          </p:cNvPr>
          <p:cNvSpPr/>
          <p:nvPr>
            <p:custDataLst>
              <p:tags r:id="rId116"/>
            </p:custDataLst>
          </p:nvPr>
        </p:nvSpPr>
        <p:spPr bwMode="auto">
          <a:xfrm>
            <a:off x="8701088" y="5986463"/>
            <a:ext cx="142875" cy="106363"/>
          </a:xfrm>
          <a:prstGeom prst="rect">
            <a:avLst/>
          </a:prstGeom>
          <a:solidFill>
            <a:srgbClr val="10B4A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5E31BEF-443A-86B4-C72E-9737E1CEA85B}"/>
              </a:ext>
            </a:extLst>
          </p:cNvPr>
          <p:cNvSpPr/>
          <p:nvPr>
            <p:custDataLst>
              <p:tags r:id="rId117"/>
            </p:custDataLst>
          </p:nvPr>
        </p:nvSpPr>
        <p:spPr bwMode="auto">
          <a:xfrm>
            <a:off x="10290175" y="5986463"/>
            <a:ext cx="142875" cy="106363"/>
          </a:xfrm>
          <a:prstGeom prst="rect">
            <a:avLst/>
          </a:prstGeom>
          <a:solidFill>
            <a:srgbClr val="13807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Text Placeholder 2">
            <a:extLst>
              <a:ext uri="{FF2B5EF4-FFF2-40B4-BE49-F238E27FC236}">
                <a16:creationId xmlns:a16="http://schemas.microsoft.com/office/drawing/2014/main" id="{F1C300A3-1DCD-BF57-377B-60226ADD2418}"/>
              </a:ext>
            </a:extLst>
          </p:cNvPr>
          <p:cNvSpPr txBox="1">
            <a:spLocks/>
          </p:cNvSpPr>
          <p:nvPr>
            <p:custDataLst>
              <p:tags r:id="rId118"/>
            </p:custDataLst>
          </p:nvPr>
        </p:nvSpPr>
        <p:spPr bwMode="auto">
          <a:xfrm>
            <a:off x="8894763" y="5991225"/>
            <a:ext cx="1293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6F6FB84-E713-4656-B71B-F986C087F283}" type="datetime'''''S''ha''re'''' Ajusta''do Tic''''ket Pro''duc''''''to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Ajustado Ticket Producto</a:t>
            </a:fld>
            <a:endParaRPr lang="en-GB" sz="800"/>
          </a:p>
        </p:txBody>
      </p:sp>
      <p:sp>
        <p:nvSpPr>
          <p:cNvPr id="164" name="Text Placeholder 2">
            <a:extLst>
              <a:ext uri="{FF2B5EF4-FFF2-40B4-BE49-F238E27FC236}">
                <a16:creationId xmlns:a16="http://schemas.microsoft.com/office/drawing/2014/main" id="{E8A78456-B7AE-B730-EA90-61ED7EAAA5E9}"/>
              </a:ext>
            </a:extLst>
          </p:cNvPr>
          <p:cNvSpPr txBox="1">
            <a:spLocks/>
          </p:cNvSpPr>
          <p:nvPr>
            <p:custDataLst>
              <p:tags r:id="rId119"/>
            </p:custDataLst>
          </p:nvPr>
        </p:nvSpPr>
        <p:spPr bwMode="auto">
          <a:xfrm>
            <a:off x="10483850" y="5991225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B37B621C-997C-418E-A3D8-CD528264CD31}" type="datetime'''S''''h''a''r''e'''' ''Re''''''''lev''a''''''''nt''''''''''e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Relevante</a:t>
            </a:fld>
            <a:endParaRPr lang="en-GB" sz="80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CFA1514-72DB-6D09-0A94-426301865E00}"/>
              </a:ext>
            </a:extLst>
          </p:cNvPr>
          <p:cNvPicPr>
            <a:picLocks noChangeAspect="1"/>
          </p:cNvPicPr>
          <p:nvPr/>
        </p:nvPicPr>
        <p:blipFill>
          <a:blip r:embed="rId130"/>
          <a:srcRect t="1" r="9121" b="14302"/>
          <a:stretch>
            <a:fillRect/>
          </a:stretch>
        </p:blipFill>
        <p:spPr>
          <a:xfrm>
            <a:off x="8694738" y="6194371"/>
            <a:ext cx="144000" cy="121497"/>
          </a:xfrm>
          <a:prstGeom prst="rect">
            <a:avLst/>
          </a:prstGeom>
        </p:spPr>
      </p:pic>
      <p:sp>
        <p:nvSpPr>
          <p:cNvPr id="517" name="TextBox 516">
            <a:extLst>
              <a:ext uri="{FF2B5EF4-FFF2-40B4-BE49-F238E27FC236}">
                <a16:creationId xmlns:a16="http://schemas.microsoft.com/office/drawing/2014/main" id="{56B31936-5529-44B3-28A7-E7A0E0D8002C}"/>
              </a:ext>
            </a:extLst>
          </p:cNvPr>
          <p:cNvSpPr txBox="1"/>
          <p:nvPr/>
        </p:nvSpPr>
        <p:spPr>
          <a:xfrm>
            <a:off x="8819213" y="6142718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err="1"/>
              <a:t>Desembolsos</a:t>
            </a:r>
            <a:r>
              <a:rPr lang="en-GB" sz="800"/>
              <a:t> </a:t>
            </a:r>
            <a:r>
              <a:rPr lang="en-GB" sz="800" err="1"/>
              <a:t>Competencia</a:t>
            </a:r>
            <a:endParaRPr lang="en-GB" sz="800"/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2FBFAEB4-2F19-C71F-6735-EF28139F74BB}"/>
              </a:ext>
            </a:extLst>
          </p:cNvPr>
          <p:cNvSpPr txBox="1"/>
          <p:nvPr/>
        </p:nvSpPr>
        <p:spPr>
          <a:xfrm>
            <a:off x="8451850" y="6394219"/>
            <a:ext cx="3346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PE" sz="800" dirty="0"/>
              <a:t>La gestión pasó de no ser un problema a pesar casi tanto como el precio.</a:t>
            </a:r>
            <a:endParaRPr lang="en-GB" sz="800" dirty="0"/>
          </a:p>
        </p:txBody>
      </p:sp>
      <p:pic>
        <p:nvPicPr>
          <p:cNvPr id="5" name="Picture 86">
            <a:extLst>
              <a:ext uri="{FF2B5EF4-FFF2-40B4-BE49-F238E27FC236}">
                <a16:creationId xmlns:a16="http://schemas.microsoft.com/office/drawing/2014/main" id="{83C71192-83DB-72D3-91BB-4D7C95F89551}"/>
              </a:ext>
            </a:extLst>
      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pic>
        <p:nvPicPr>
          <p:cNvPr id="6" name="Icono Cliente Ancla">
            <a:hlinkClick r:id="rId132" action="ppaction://hlinksldjump"/>
            <a:extLst>
              <a:ext uri="{FF2B5EF4-FFF2-40B4-BE49-F238E27FC236}">
                <a16:creationId xmlns:a16="http://schemas.microsoft.com/office/drawing/2014/main" id="{BD75066F-7BC8-074E-A89B-4A9FCEC4BDDC}"/>
              </a:ext>
            </a:extLst>
          </p:cNvPr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10636250" y="228728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95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02BDE8-C5CE-350E-6F00-BC7DD55B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B28B1079-AE09-8375-5B3F-FD7FE5A9737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5299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20" imgW="7772400" imgH="10058400" progId="TCLayout.ActiveDocument.1">
                  <p:embed/>
                </p:oleObj>
              </mc:Choice>
              <mc:Fallback>
                <p:oleObj name="Diapositiva de thinkcell" r:id="rId120" imgW="7772400" imgH="10058400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8B1079-AE09-8375-5B3F-FD7FE5A973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5C9D6EB9-B53E-2470-B27B-B0D934DE63B1}"/>
              </a:ext>
            </a:extLst>
          </p:cNvPr>
          <p:cNvSpPr/>
          <p:nvPr/>
        </p:nvSpPr>
        <p:spPr>
          <a:xfrm>
            <a:off x="331788" y="952501"/>
            <a:ext cx="3711575" cy="27051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6DB6A2-845F-B4B3-1232-2D24B7F23762}"/>
              </a:ext>
            </a:extLst>
          </p:cNvPr>
          <p:cNvSpPr/>
          <p:nvPr/>
        </p:nvSpPr>
        <p:spPr>
          <a:xfrm>
            <a:off x="324573" y="3977305"/>
            <a:ext cx="3711575" cy="27072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B2B5471-3E89-554A-4457-4A2C853DBB54}"/>
              </a:ext>
            </a:extLst>
          </p:cNvPr>
          <p:cNvSpPr/>
          <p:nvPr/>
        </p:nvSpPr>
        <p:spPr>
          <a:xfrm>
            <a:off x="4235450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E759C4-B4A7-DE53-26A4-60B253231A7B}"/>
              </a:ext>
            </a:extLst>
          </p:cNvPr>
          <p:cNvSpPr/>
          <p:nvPr/>
        </p:nvSpPr>
        <p:spPr>
          <a:xfrm>
            <a:off x="4227513" y="3983038"/>
            <a:ext cx="3711575" cy="2701467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ED9CBA-4AA7-DF46-FAFF-E54E193F05D9}"/>
              </a:ext>
            </a:extLst>
          </p:cNvPr>
          <p:cNvSpPr/>
          <p:nvPr/>
        </p:nvSpPr>
        <p:spPr>
          <a:xfrm>
            <a:off x="8137525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0DF8595D-BCCA-BFC0-4FB1-22B9A410E287}"/>
              </a:ext>
            </a:extLst>
          </p:cNvPr>
          <p:cNvSpPr/>
          <p:nvPr/>
        </p:nvSpPr>
        <p:spPr>
          <a:xfrm>
            <a:off x="324573" y="750962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2025Q2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34E0A6D2-8F84-5906-77DD-DB801E644229}"/>
              </a:ext>
            </a:extLst>
          </p:cNvPr>
          <p:cNvSpPr/>
          <p:nvPr/>
        </p:nvSpPr>
        <p:spPr>
          <a:xfrm>
            <a:off x="4226009" y="747737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2025Q3</a:t>
            </a: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64114622-A1BC-B52D-BC6A-F3C51A7C62AF}"/>
              </a:ext>
            </a:extLst>
          </p:cNvPr>
          <p:cNvSpPr/>
          <p:nvPr/>
        </p:nvSpPr>
        <p:spPr>
          <a:xfrm>
            <a:off x="8132329" y="748011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2025Q4</a:t>
            </a:r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360B4587-7F5E-5581-9BF6-0F1BC118640D}"/>
              </a:ext>
            </a:extLst>
          </p:cNvPr>
          <p:cNvSpPr/>
          <p:nvPr/>
        </p:nvSpPr>
        <p:spPr>
          <a:xfrm>
            <a:off x="311150" y="3761073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2026Q1</a:t>
            </a:r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9F3EF833-FB6B-242D-62FA-F1994231980F}"/>
              </a:ext>
            </a:extLst>
          </p:cNvPr>
          <p:cNvSpPr/>
          <p:nvPr/>
        </p:nvSpPr>
        <p:spPr>
          <a:xfrm>
            <a:off x="4220846" y="3754310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202604-202605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A78E955B-8901-F7C0-3C79-DE7677CBD717}"/>
              </a:ext>
            </a:extLst>
          </p:cNvPr>
          <p:cNvSpPr txBox="1"/>
          <p:nvPr/>
        </p:nvSpPr>
        <p:spPr>
          <a:xfrm>
            <a:off x="324572" y="213075"/>
            <a:ext cx="10424160" cy="70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Socio en Crecimiento: El precio golpeó en 2025Q3 y el share no se recuperó</a:t>
            </a:r>
            <a:endParaRPr lang="es-ES" sz="1600" b="1" dirty="0">
              <a:solidFill>
                <a:srgbClr val="13807B"/>
              </a:solidFill>
              <a:latin typeface="Poppins"/>
              <a:ea typeface="Poppins"/>
              <a:cs typeface="Poppin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16FB42-71FF-5141-A949-13304D31D2F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439863" y="13144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9295B5D6-23E1-6CB9-66C0-C092F55187C9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036763" y="15097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10E9DC20-E824-4F17-EE51-CA78A3C47D9B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33663" y="150971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59C625-D370-FB08-D454-5163F8A202A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228975" y="21875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Chart 3">
            <a:extLst>
              <a:ext uri="{FF2B5EF4-FFF2-40B4-BE49-F238E27FC236}">
                <a16:creationId xmlns:a16="http://schemas.microsoft.com/office/drawing/2014/main" id="{3D304B97-D118-9A95-442D-5C59EF9367CC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383496854"/>
              </p:ext>
            </p:extLst>
          </p:nvPr>
        </p:nvGraphicFramePr>
        <p:xfrm>
          <a:off x="314325" y="1181100"/>
          <a:ext cx="3743325" cy="219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1E0155A-C3B9-6DB6-6CA3-50DEAB8DFDBC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2275" y="33226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18EC741-4BDD-4D2F-BB07-FC1569AC509A}" type="datetime'D''''e''''''se''mbolsos ''RC''''''''C co''n'' Lea''d 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318E0DF-38C3-A916-1CD7-D9A8507F86EE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16000" y="33226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B0981B6-42C8-43C6-B31F-DC2BAE16BDF2}" type="datetime'D''e''semb''o''ls''''''''os RC''C'' ''s''''in Ot''r''os ''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341" name="Text Placeholder 2">
            <a:extLst>
              <a:ext uri="{FF2B5EF4-FFF2-40B4-BE49-F238E27FC236}">
                <a16:creationId xmlns:a16="http://schemas.microsoft.com/office/drawing/2014/main" id="{A2AA528D-9668-1F1A-B667-F9F38D5E479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1809750" y="13573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9E98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2AAED02-9BD3-487A-9057-6F17A1F3A7D4}" type="datetime'3,''''''''''''''''''4'''''''''''''''''''''''''">
              <a:rPr lang="en-GB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3,4</a:t>
            </a:fld>
            <a:endParaRPr lang="en-GB" sz="80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DA424F1-C5EC-1E33-27FD-AD396601AFE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604963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115099C-0D2D-498C-B0F8-CCFB29BE2977}" type="datetime'''''''Des''em''bo''ls''''os R''CC ''''Oferta &gt;''''1''''2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332" name="Text Placeholder 2">
            <a:extLst>
              <a:ext uri="{FF2B5EF4-FFF2-40B4-BE49-F238E27FC236}">
                <a16:creationId xmlns:a16="http://schemas.microsoft.com/office/drawing/2014/main" id="{36CB2222-0FE6-1278-27B1-F47D7A0CC5B8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2352675" y="17446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9E98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899917B-DE35-490A-8770-73BF1CC0C43F}" type="datetime'1''''''''2'''''''''''',''''''''''''2''''''''''''''''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12,2</a:t>
            </a:fld>
            <a:br>
              <a:rPr lang="en-GB" altLang="en-US" sz="800">
                <a:solidFill>
                  <a:schemeClr val="bg1"/>
                </a:solidFill>
                <a:effectLst/>
              </a:rPr>
            </a:br>
            <a:r>
              <a:rPr lang="en-GB" altLang="en-US" sz="800">
                <a:solidFill>
                  <a:schemeClr val="bg1"/>
                </a:solidFill>
                <a:effectLst/>
              </a:rPr>
              <a:t>(</a:t>
            </a:r>
            <a:fld id="{9A3F2A08-9706-400E-BE65-437A67CC03BE}" type="datetime'''''3''''''''''''''9''''''''%''''''''''''''''''''''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39%</a:t>
            </a:fld>
            <a:r>
              <a:rPr lang="en-GB" altLang="en-US" sz="800">
                <a:solidFill>
                  <a:schemeClr val="bg1"/>
                </a:solidFill>
                <a:effectLst/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336" name="Text Placeholder 2">
            <a:extLst>
              <a:ext uri="{FF2B5EF4-FFF2-40B4-BE49-F238E27FC236}">
                <a16:creationId xmlns:a16="http://schemas.microsoft.com/office/drawing/2014/main" id="{A873C2A8-9981-8941-770A-0042AE6515A4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2381250" y="2693988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315EF0D-519F-4DFC-A330-3FA695DC8812}" type="datetime'''''''''''''''''''1''''''9'''''''',4'''''''">
              <a:rPr lang="en-GB" altLang="en-US" sz="8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19,4</a:t>
            </a:fld>
            <a:endParaRPr lang="en-GB" sz="800"/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9F37F6E7-DBE7-B1B1-690E-35DB88B0456C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244725" y="33226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8E24A0C-6BF6-4C3D-BD84-CC582DF4132C}" type="datetime'S''hare A''''justado p''or ''Ticke''t'''''''' y Produ''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343" name="Text Placeholder 2">
            <a:extLst>
              <a:ext uri="{FF2B5EF4-FFF2-40B4-BE49-F238E27FC236}">
                <a16:creationId xmlns:a16="http://schemas.microsoft.com/office/drawing/2014/main" id="{EC6F8797-497E-10D8-1270-063B1ACAC8F5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2976563" y="17938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9E98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BAF097D-1818-463E-9C4A-BA96F5EB2F6C}" type="datetime'''1''2'''''''''''''''''''''''',''0''''''''''''''''''''''''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12,0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7FB432F0-00A7-D8AB-184D-5998BA6FF95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797175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989D3BF-789F-45D9-8706-C5F4D18E4479}" type="datetime'Desembolsos ''R''C''C'''' No'' ''''G''''est''i''o''n''ado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335" name="Text Placeholder 2">
            <a:extLst>
              <a:ext uri="{FF2B5EF4-FFF2-40B4-BE49-F238E27FC236}">
                <a16:creationId xmlns:a16="http://schemas.microsoft.com/office/drawing/2014/main" id="{B6759439-3826-FA70-DB05-7C1CC564442E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3544888" y="24225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F9E98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D16C59C-B648-4630-8EB8-F2E8AC9FC408}" type="datetime'''''''''''''''''''''''''''''''1''''''''''2'''''''',''''2''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12,2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DF7E6E6A-FF0F-4370-962A-3DA378CB9E34}" type="datetime'''''''''''''6''''2''''''''''''''''''''''''''%''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62%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337" name="Text Placeholder 2">
            <a:extLst>
              <a:ext uri="{FF2B5EF4-FFF2-40B4-BE49-F238E27FC236}">
                <a16:creationId xmlns:a16="http://schemas.microsoft.com/office/drawing/2014/main" id="{C755118B-8DD3-04F8-AAC0-093EEAB076E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3598863" y="3033713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6C52D85-4FB5-4175-B8A7-4A4E81F8F1FA}" type="datetime'''7'''''''''''''''',''''''''''''''''''''''''4'''''''''''''">
              <a:rPr lang="en-GB" altLang="en-US" sz="8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7,4</a:t>
            </a:fld>
            <a:endParaRPr lang="en-GB" sz="80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7274E72C-F71C-060E-8C19-8978AD82B91C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3419475" y="33226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C7D59A9-6652-49E2-B5B7-471EA73EA627}" type="datetime'S''h''ar''e R''''''''e''l''''''''ev''a''''''''''''''nt''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F78566E-01B8-B41D-23AB-DEA588E0EBC0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92138" y="11287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DFC4DC8-7FE0-4C62-951B-774AB7E579F5}" type="datetime'''''''3''''''''''''''''''''5,''9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35,9</a:t>
            </a:fld>
            <a:endParaRPr lang="en-GB" altLang="en-US" sz="80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6BF786D7-A827-9604-086E-3A9D7BA077D4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187450" y="11795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0889B05-6CFD-41A2-A064-7BE2091FD986}" type="datetime'''''3''''''''''''5'''''''''''''''',''''''''''''''''''''''''0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35,0</a:t>
            </a:fld>
            <a:endParaRPr lang="en-GB" sz="800"/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0BD021DB-0662-A721-490F-A21144B66E97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2381250" y="13747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398E9BD-8EFC-4F4B-B55C-8B47E933E24C}" type="datetime'''''''''''''''3''1'''''''''''''''''',''''''''6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en-GB" sz="800"/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C96982B5-A6E1-F248-BBED-3777BC923D7F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573463" y="20526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6914EEB-AB93-46F5-A290-7B5DF17C1616}" type="datetime'''''''''''''1''''''''''9'''''''''',''''6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19,6</a:t>
            </a:fld>
            <a:endParaRPr lang="en-GB" sz="800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9415C8C-B3B5-6B6A-66CE-39FE82CA970A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318125" y="12874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FAF0CDA7-C9C2-69CB-AFD0-75D522DC8FB9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915025" y="140176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D7627B4C-920A-534B-BCFE-99E0C508A2E7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510338" y="14017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46B6BCF-A5B3-A7EE-AFCE-0B45271BBBD2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107238" y="201612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2" name="Chart 3">
            <a:extLst>
              <a:ext uri="{FF2B5EF4-FFF2-40B4-BE49-F238E27FC236}">
                <a16:creationId xmlns:a16="http://schemas.microsoft.com/office/drawing/2014/main" id="{2BEBE2DB-8D62-78A2-7BE0-047D3F70E5B8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064258304"/>
              </p:ext>
            </p:extLst>
          </p:nvPr>
        </p:nvGraphicFramePr>
        <p:xfrm>
          <a:off x="4192588" y="1181100"/>
          <a:ext cx="3741737" cy="219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170" name="Text Placeholder 2">
            <a:extLst>
              <a:ext uri="{FF2B5EF4-FFF2-40B4-BE49-F238E27FC236}">
                <a16:creationId xmlns:a16="http://schemas.microsoft.com/office/drawing/2014/main" id="{15197EEC-7DDA-24CE-BDE7-292E131E1E92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300538" y="33226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D9F8885-9F15-4E76-9B45-26CF5344B89C}" type="datetime'D''''''e''s''embo''l''sos'' RC''C ''co''n L''ea''''''d''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71" name="Text Placeholder 2">
            <a:extLst>
              <a:ext uri="{FF2B5EF4-FFF2-40B4-BE49-F238E27FC236}">
                <a16:creationId xmlns:a16="http://schemas.microsoft.com/office/drawing/2014/main" id="{5F5FC432-F930-C678-E709-22F1B4F6A651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894263" y="33226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A97951F-C0F2-4290-B012-68F842579F65}" type="datetime'''D''esem''bol''sos ''RC''C ''''sin ''''Ot''ros'' I''B''''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74" name="Text Placeholder 2">
            <a:extLst>
              <a:ext uri="{FF2B5EF4-FFF2-40B4-BE49-F238E27FC236}">
                <a16:creationId xmlns:a16="http://schemas.microsoft.com/office/drawing/2014/main" id="{FD7CBC80-1B3C-B0B3-2620-D597EF34C384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5688013" y="12906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2DB0F75-A4BF-4595-B0D9-88A7CB843A0C}" type="datetime'''''''''''''''''''''''''''3'''',5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3,5</a:t>
            </a:fld>
            <a:endParaRPr lang="en-GB" sz="800"/>
          </a:p>
        </p:txBody>
      </p:sp>
      <p:sp>
        <p:nvSpPr>
          <p:cNvPr id="175" name="Text Placeholder 2">
            <a:extLst>
              <a:ext uri="{FF2B5EF4-FFF2-40B4-BE49-F238E27FC236}">
                <a16:creationId xmlns:a16="http://schemas.microsoft.com/office/drawing/2014/main" id="{55C74DC8-55FC-B5F5-DAA7-BE066B658E2B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483225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CB31ADF-B080-4783-ABB6-7982620F0DAF}" type="datetime'D''''es''em''''''''''bolso''s R''''''CC O''fert''a ''&gt;''1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97" name="Text Placeholder 2">
            <a:extLst>
              <a:ext uri="{FF2B5EF4-FFF2-40B4-BE49-F238E27FC236}">
                <a16:creationId xmlns:a16="http://schemas.microsoft.com/office/drawing/2014/main" id="{21FB88D8-B977-0E81-7B7E-2E88F965C9D7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6229350" y="15541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7AE2BE6-9018-4AFD-8F94-3556A2843AE4}" type="datetime'''''1''''''''''''''''''''''''''''''''''''''''''5,''9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15,9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6F8156D2-0721-46E5-B491-0F1C7BE0302D}" type="datetime'''''''''''''''''''''''''''''''''''''''''''''''''''''''2''8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2" name="Text Placeholder 2">
            <a:extLst>
              <a:ext uri="{FF2B5EF4-FFF2-40B4-BE49-F238E27FC236}">
                <a16:creationId xmlns:a16="http://schemas.microsoft.com/office/drawing/2014/main" id="{735609AF-142F-0B89-3323-CBFB37F5AFB2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257925" y="255746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A810A0A-28C7-4605-8DE2-31D4E1E6512F}" type="datetime'''''''''''''''''4''''''''''1'''''''''''',''''''''''''3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41,3</a:t>
            </a:fld>
            <a:endParaRPr lang="en-GB" sz="800"/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91FAC038-D07F-F3C3-0B1C-9CF31568399F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6121400" y="33226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184C88C-6BD8-4741-BCB0-E5D4B0E91B76}" type="datetime'''S''har''e ''Ajust''ado por Ticke''t'' y ''Pro''''''duct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76" name="Text Placeholder 2">
            <a:extLst>
              <a:ext uri="{FF2B5EF4-FFF2-40B4-BE49-F238E27FC236}">
                <a16:creationId xmlns:a16="http://schemas.microsoft.com/office/drawing/2014/main" id="{407ECC9C-8FC5-074E-7F71-D6C4DB8BC839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854825" y="16541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AF0E05E-5EB5-4EA4-B792-747AEBF9B580}" type="datetime'''''''''''''''1''''''''8'''''''''''''''''''',''''''''5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18,5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77" name="Text Placeholder 2">
            <a:extLst>
              <a:ext uri="{FF2B5EF4-FFF2-40B4-BE49-F238E27FC236}">
                <a16:creationId xmlns:a16="http://schemas.microsoft.com/office/drawing/2014/main" id="{04E1BBF7-B024-4FB0-C03C-FDF74C6A3247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675438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4EB29F8-D6A0-48B8-B75A-FA9E320C42D0}" type="datetime'Desembolso''''''s'''''' RCC N''o G''''''''''estionad''os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79" name="Text Placeholder 2">
            <a:extLst>
              <a:ext uri="{FF2B5EF4-FFF2-40B4-BE49-F238E27FC236}">
                <a16:creationId xmlns:a16="http://schemas.microsoft.com/office/drawing/2014/main" id="{2ECDE032-12B5-E1A2-2B4C-91864BC64FFB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421563" y="21685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D1BFDE9-FE3E-4049-8FBA-C808EF5E6CFB}" type="datetime'''''''15'''''''''''''''',''''''''9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15,9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CFDF9A45-4FEF-4859-ACE1-B8DBEDEFAFEA}" type="datetime'''''''''''''41''''''''''''''''''''''''''''''''''''''%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41%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80" name="Text Placeholder 2">
            <a:extLst>
              <a:ext uri="{FF2B5EF4-FFF2-40B4-BE49-F238E27FC236}">
                <a16:creationId xmlns:a16="http://schemas.microsoft.com/office/drawing/2014/main" id="{DECBDAB7-33C5-EEA4-FECD-6A13B30C5851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7450138" y="2865438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EFFD350-8EB2-4845-950D-5619404FD165}" type="datetime'''2''''''''''''''''''''''''''''2'''''''''',''8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22,8</a:t>
            </a:fld>
            <a:endParaRPr lang="en-GB" sz="800"/>
          </a:p>
        </p:txBody>
      </p:sp>
      <p:sp>
        <p:nvSpPr>
          <p:cNvPr id="181" name="Text Placeholder 2">
            <a:extLst>
              <a:ext uri="{FF2B5EF4-FFF2-40B4-BE49-F238E27FC236}">
                <a16:creationId xmlns:a16="http://schemas.microsoft.com/office/drawing/2014/main" id="{B6C11DD9-AB9F-5EB3-2F57-8DA1B368BD75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7296150" y="33226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18743BE-96F9-456C-AFAE-C7F910D5A421}" type="datetime'''''S''''''''ha''''''r''''''''''e R''e''''''le''v''''ante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82" name="Text Placeholder 2">
            <a:extLst>
              <a:ext uri="{FF2B5EF4-FFF2-40B4-BE49-F238E27FC236}">
                <a16:creationId xmlns:a16="http://schemas.microsoft.com/office/drawing/2014/main" id="{E23DD44E-7BAB-8E5C-D6EB-B77DEBCD1154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470400" y="11287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145CEA2-6563-41B2-B084-BB0BCEF6A8B3}" type="datetime'''''''6''''1,''''''3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61,3</a:t>
            </a:fld>
            <a:endParaRPr lang="en-US" sz="800"/>
          </a:p>
        </p:txBody>
      </p:sp>
      <p:sp>
        <p:nvSpPr>
          <p:cNvPr id="183" name="Text Placeholder 2">
            <a:extLst>
              <a:ext uri="{FF2B5EF4-FFF2-40B4-BE49-F238E27FC236}">
                <a16:creationId xmlns:a16="http://schemas.microsoft.com/office/drawing/2014/main" id="{24E4A1EC-9C9B-9100-D118-30B7750D87FD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5065713" y="11525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3AA0705-7B74-4EDC-BECB-6697637389C7}" type="datetime'''''''''''''6''''0'''''''''''''''',''''6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60,6</a:t>
            </a:fld>
            <a:endParaRPr lang="en-GB" sz="800"/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93EC2618-7530-4A5F-38BA-C5B0516CA529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257925" y="12668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4FB707B-060A-4909-AF12-7EB088864656}" type="datetime'''''5''''''''''''''''''''''''''''7,''''''''''''''2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57,2</a:t>
            </a:fld>
            <a:endParaRPr lang="en-GB" sz="800"/>
          </a:p>
        </p:txBody>
      </p:sp>
      <p:sp>
        <p:nvSpPr>
          <p:cNvPr id="185" name="Text Placeholder 2">
            <a:extLst>
              <a:ext uri="{FF2B5EF4-FFF2-40B4-BE49-F238E27FC236}">
                <a16:creationId xmlns:a16="http://schemas.microsoft.com/office/drawing/2014/main" id="{C23887FF-4619-B41E-8ED2-D747B8649CA4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450138" y="18811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DFC2E9-0087-458A-A900-CF6AA05E522D}" type="datetime'''''''''3''''''''''''8'''''''''''''''''',''''''''''''''''6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38,6</a:t>
            </a:fld>
            <a:endParaRPr lang="en-GB" sz="800"/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7AC993D-1DCC-18C8-0EC0-CD593437625E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9251950" y="12811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D641A798-E703-352F-4146-A74790B751C1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9848850" y="14398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D45BD5A7-3F83-2113-8ADE-D36153FD89CC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0445750" y="143986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0F49BABD-9EB1-0371-1B12-6DCD2534C564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1041063" y="21002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4" name="Chart 3">
            <a:extLst>
              <a:ext uri="{FF2B5EF4-FFF2-40B4-BE49-F238E27FC236}">
                <a16:creationId xmlns:a16="http://schemas.microsoft.com/office/drawing/2014/main" id="{E4FCB8DF-1A00-7156-3BA1-508CE47CB997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3915873423"/>
              </p:ext>
            </p:extLst>
          </p:nvPr>
        </p:nvGraphicFramePr>
        <p:xfrm>
          <a:off x="8126413" y="1181100"/>
          <a:ext cx="3743325" cy="219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256" name="Text Placeholder 2">
            <a:extLst>
              <a:ext uri="{FF2B5EF4-FFF2-40B4-BE49-F238E27FC236}">
                <a16:creationId xmlns:a16="http://schemas.microsoft.com/office/drawing/2014/main" id="{029DACB5-27F9-1C6A-3E82-2C1B62653138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auto">
          <a:xfrm>
            <a:off x="8234363" y="33226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BB4B9FF-7CDB-440D-A496-CB267FAAAC45}" type="datetime'D''es''''e''mbol''sos R''CC'''''' con'' ''Lead ''''''IB''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257" name="Text Placeholder 2">
            <a:extLst>
              <a:ext uri="{FF2B5EF4-FFF2-40B4-BE49-F238E27FC236}">
                <a16:creationId xmlns:a16="http://schemas.microsoft.com/office/drawing/2014/main" id="{2F397FBE-B884-3623-B1DC-F6158CD9EDA1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auto">
          <a:xfrm>
            <a:off x="8828088" y="33226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14AC839-B7CA-4FB2-BACA-429D1E7B6028}" type="datetime'''De''sembols''o''s'' ''''RC''C s''i''n'' O''tro''''''s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260" name="Text Placeholder 2">
            <a:extLst>
              <a:ext uri="{FF2B5EF4-FFF2-40B4-BE49-F238E27FC236}">
                <a16:creationId xmlns:a16="http://schemas.microsoft.com/office/drawing/2014/main" id="{3A9DEAB6-C53D-6F3B-D127-20A824B78D8D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621838" y="13065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CFDE440-69D1-4E5D-896E-FB0E02B89A27}" type="datetime'''6'''',''''''''''''''''''''6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6,6</a:t>
            </a:fld>
            <a:endParaRPr lang="en-GB" sz="800"/>
          </a:p>
        </p:txBody>
      </p:sp>
      <p:sp>
        <p:nvSpPr>
          <p:cNvPr id="261" name="Text Placeholder 2">
            <a:extLst>
              <a:ext uri="{FF2B5EF4-FFF2-40B4-BE49-F238E27FC236}">
                <a16:creationId xmlns:a16="http://schemas.microsoft.com/office/drawing/2014/main" id="{1A368F5C-EE70-C9EA-1668-8E6EC57FD141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9417050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85F6D5D-AB82-4D7B-8CD4-FFF888E3A22C}" type="datetime'De''''se''mb''ol''''''so''s R''CC'' ''Ofe''r''ta &gt;1''2''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A1DCFCA9-7E8D-2CCE-3D25-EAA70781EE48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0164763" y="155575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F2A880E-048F-4B0A-BD2A-5BB303CB2D53}" type="datetime'''1''''''''''8'''',''''''''''''8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18,8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508A1B5E-6867-444C-993C-178EFD7DC752}" type="datetime'2''''''''4''''''''''''''''''''''''%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24%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D5089A3E-ADD0-CD03-9640-D70B1894B838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0193338" y="254000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7A606D4-E696-488B-90B3-B364B783B126}" type="datetime'''''''''''''''''''''''5''''''''8,''''''''''''''''4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58,4</a:t>
            </a:fld>
            <a:endParaRPr lang="en-GB" sz="80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88DE3FE5-1728-4B3B-0ECC-6D229634255E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056813" y="33226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0D080B4-0FCB-41F4-9DA8-835D64B6BBF4}" type="datetime'Sh''''are Ajustado por T''icket ''y'''' Prod''u''''ct''''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262" name="Text Placeholder 2">
            <a:extLst>
              <a:ext uri="{FF2B5EF4-FFF2-40B4-BE49-F238E27FC236}">
                <a16:creationId xmlns:a16="http://schemas.microsoft.com/office/drawing/2014/main" id="{1E27B940-E325-F9B3-D294-9A33FA4657F1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788650" y="17160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11FC26C-B87D-454B-8537-F46013CC67FD}" type="datetime'''''''''''''''''''''''''27'''''''''''''''',''''5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27,5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63" name="Text Placeholder 2">
            <a:extLst>
              <a:ext uri="{FF2B5EF4-FFF2-40B4-BE49-F238E27FC236}">
                <a16:creationId xmlns:a16="http://schemas.microsoft.com/office/drawing/2014/main" id="{1996D761-AA20-6541-1793-25ACF3639073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609263" y="33226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DE12A0E-CD41-4C67-90EA-28A8A30C28B0}" type="datetime'Des''''''e''''mbolsos'''' RCC'' N''o G''esti''onados''''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265" name="Text Placeholder 2">
            <a:extLst>
              <a:ext uri="{FF2B5EF4-FFF2-40B4-BE49-F238E27FC236}">
                <a16:creationId xmlns:a16="http://schemas.microsoft.com/office/drawing/2014/main" id="{4F736C30-D0AA-D616-E842-74B474BEB3FE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356975" y="221615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2DE0B36-B7BC-4182-B5F2-FDC353FC7B59}" type="datetime'''''1''''''''''''''''8'''',''''''''''8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18,8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B869CDD9-5319-4B28-9DC6-32629DCFB267}" type="datetime'''''3''''''8''''''''''%''''''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66" name="Text Placeholder 2">
            <a:extLst>
              <a:ext uri="{FF2B5EF4-FFF2-40B4-BE49-F238E27FC236}">
                <a16:creationId xmlns:a16="http://schemas.microsoft.com/office/drawing/2014/main" id="{6FB52154-446C-B09C-1A5C-9EA2815ABD7D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385550" y="287020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BF76740-8549-4283-A5A3-2A069607C8F4}" type="datetime'''''''''''''''''''''''''3''''''1'''''',0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31,0</a:t>
            </a:fld>
            <a:endParaRPr lang="en-GB" sz="800"/>
          </a:p>
        </p:txBody>
      </p:sp>
      <p:sp>
        <p:nvSpPr>
          <p:cNvPr id="267" name="Text Placeholder 2">
            <a:extLst>
              <a:ext uri="{FF2B5EF4-FFF2-40B4-BE49-F238E27FC236}">
                <a16:creationId xmlns:a16="http://schemas.microsoft.com/office/drawing/2014/main" id="{A4B9AAD8-411A-7CBB-8428-8B2C4BBE8319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11231563" y="33226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917F8C6-1EF7-49DC-8871-1B2355F3EFE2}" type="datetime'Sha''r''''''''''''''''''e'''''' R''e''''l''''ev''ant''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268" name="Text Placeholder 2">
            <a:extLst>
              <a:ext uri="{FF2B5EF4-FFF2-40B4-BE49-F238E27FC236}">
                <a16:creationId xmlns:a16="http://schemas.microsoft.com/office/drawing/2014/main" id="{B6E7B33B-FB58-0DC0-DB36-85874FDBABDB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8404225" y="11287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ECD60DD-BB7C-4981-9A11-57F1D89B838B}" type="datetime'''''''8''''''''''4'',''''''''''5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84,5</a:t>
            </a:fld>
            <a:endParaRPr lang="en-US" sz="800"/>
          </a:p>
        </p:txBody>
      </p:sp>
      <p:sp>
        <p:nvSpPr>
          <p:cNvPr id="269" name="Text Placeholder 2">
            <a:extLst>
              <a:ext uri="{FF2B5EF4-FFF2-40B4-BE49-F238E27FC236}">
                <a16:creationId xmlns:a16="http://schemas.microsoft.com/office/drawing/2014/main" id="{89CBBA68-2322-E6E2-E607-26DA266DB932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8999538" y="11461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7A817F8-B6F1-4F79-A4C0-024C3B1EC614}" type="datetime'''''''''''''''''''''''''8''''''3'''''''',''''''7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83,7</a:t>
            </a:fld>
            <a:endParaRPr lang="en-GB" sz="800"/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4B826F4A-61C2-E636-74D1-933D87C31E53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10193338" y="13049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8E5E4D1-8543-47A4-81F0-5BDBACF6B9DA}" type="datetime'''''7''''''''''7'''''''',''''2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77,2</a:t>
            </a:fld>
            <a:endParaRPr lang="en-GB" sz="800"/>
          </a:p>
        </p:txBody>
      </p:sp>
      <p:sp>
        <p:nvSpPr>
          <p:cNvPr id="271" name="Text Placeholder 2">
            <a:extLst>
              <a:ext uri="{FF2B5EF4-FFF2-40B4-BE49-F238E27FC236}">
                <a16:creationId xmlns:a16="http://schemas.microsoft.com/office/drawing/2014/main" id="{90E98E93-9163-6F2A-09E0-32D694142049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11385550" y="19653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EB99F3E-AA8F-4E79-AA3B-06471B18E16F}" type="datetime'''''''''4''''''''''''9'''''',7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49,7</a:t>
            </a:fld>
            <a:endParaRPr lang="en-GB" sz="800"/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56D28E39-328E-E5E4-E9CF-0F91914B215D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439863" y="44338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D66D769-D157-6067-E6EF-BC411D24BC6B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2036763" y="45720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17567E90-9AF2-8A5F-F301-0B18AC7EDD96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2633663" y="457200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0578D7E9-8E77-192A-21CA-5F4B355E65E3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228975" y="51339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8" name="Chart 3">
            <a:extLst>
              <a:ext uri="{FF2B5EF4-FFF2-40B4-BE49-F238E27FC236}">
                <a16:creationId xmlns:a16="http://schemas.microsoft.com/office/drawing/2014/main" id="{5CDE267F-A8B5-CBB2-03E5-7316367AD87D}"/>
              </a:ext>
            </a:extLst>
          </p:cNvPr>
          <p:cNvGraphicFramePr/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3766316899"/>
              </p:ext>
            </p:extLst>
          </p:nvPr>
        </p:nvGraphicFramePr>
        <p:xfrm>
          <a:off x="314325" y="4240213"/>
          <a:ext cx="3743325" cy="2174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sp>
        <p:nvSpPr>
          <p:cNvPr id="278" name="Text Placeholder 2">
            <a:extLst>
              <a:ext uri="{FF2B5EF4-FFF2-40B4-BE49-F238E27FC236}">
                <a16:creationId xmlns:a16="http://schemas.microsoft.com/office/drawing/2014/main" id="{AA0DD522-844A-009B-8A65-9EA032BA9282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22275" y="63579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4B1473D-E1D7-4CC2-8822-DC75F43C5AD6}" type="datetime'''D''es''''embol''''''sos ''RCC'' con Le''a''d'' IB''K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279" name="Text Placeholder 2">
            <a:extLst>
              <a:ext uri="{FF2B5EF4-FFF2-40B4-BE49-F238E27FC236}">
                <a16:creationId xmlns:a16="http://schemas.microsoft.com/office/drawing/2014/main" id="{A91ABCC9-C835-AE51-36E0-2CBDE8F7FA6F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1016000" y="63579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0314DCD-93BE-44AC-A7AB-4E1E2647834C}" type="datetime'Desem''''bols''os'''' R''''CC si''''n Otros ''''I''''B''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282" name="Text Placeholder 2">
            <a:extLst>
              <a:ext uri="{FF2B5EF4-FFF2-40B4-BE49-F238E27FC236}">
                <a16:creationId xmlns:a16="http://schemas.microsoft.com/office/drawing/2014/main" id="{75BFB3DD-1D4C-2CBF-D7B5-9945E5C3B785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809750" y="444817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A13ECB3-777C-4F75-8433-59EE9EB74B59}" type="datetime'''''''''''''''''5'''''''''''''',4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5,4</a:t>
            </a:fld>
            <a:endParaRPr lang="en-GB" sz="800"/>
          </a:p>
        </p:txBody>
      </p:sp>
      <p:sp>
        <p:nvSpPr>
          <p:cNvPr id="283" name="Text Placeholder 2">
            <a:extLst>
              <a:ext uri="{FF2B5EF4-FFF2-40B4-BE49-F238E27FC236}">
                <a16:creationId xmlns:a16="http://schemas.microsoft.com/office/drawing/2014/main" id="{CA7A0D63-AB18-CB3A-CA06-51503E8FEC93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1604963" y="63579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3703DAE-5E45-4554-A0C4-6AAD5DCB2020}" type="datetime'D''''ese''''mbol''s''''''''''os'''''' R''CC Oferta &gt;12''''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AF8870F5-C44C-4677-1919-1FD3C73FA062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gray">
          <a:xfrm>
            <a:off x="2352675" y="46323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F99EA78-6905-47F5-88DF-18AAE4DACFC7}" type="datetime'''''1''''''''''3'''''''''''''',''4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13,4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243806FE-D4B4-49A3-9C35-47308AF48F7D}" type="datetime'''''''''''''''''1''''''''''''9''''''''''''''''''''''''%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19%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7BD8A058-899E-00D3-3E86-9735F34C527C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gray">
          <a:xfrm>
            <a:off x="2381250" y="556895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3BBAAC7-5910-47A3-840E-39334389FFAD}" type="datetime'''''''''''''''''5''''''5'''''''''''''',''''''9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55,9</a:t>
            </a:fld>
            <a:endParaRPr lang="en-GB" sz="80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C34DFF53-ADA9-033E-10F2-6E4396B4107A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2244725" y="63579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EE1C907-3A97-499F-9197-36299A55D489}" type="datetime'Share'' Aj''ust''ad''o p''or'' Ticket'' y P''r''''odu''c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285" name="Text Placeholder 2">
            <a:extLst>
              <a:ext uri="{FF2B5EF4-FFF2-40B4-BE49-F238E27FC236}">
                <a16:creationId xmlns:a16="http://schemas.microsoft.com/office/drawing/2014/main" id="{9C80ACD6-A4ED-E6C7-3B5F-CC428B03A5A3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gray">
          <a:xfrm>
            <a:off x="2976563" y="47990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CA75362-4A50-4E57-8FC2-D5D4EB49594E}" type="datetime'''''''2''''2'''',''1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22,1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86" name="Text Placeholder 2">
            <a:extLst>
              <a:ext uri="{FF2B5EF4-FFF2-40B4-BE49-F238E27FC236}">
                <a16:creationId xmlns:a16="http://schemas.microsoft.com/office/drawing/2014/main" id="{41F81FAE-7193-7F3C-463E-2EA6638B5226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2797175" y="63579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30EBD72-4E54-465E-8491-408265433416}" type="datetime'''''''Desem''b''''''''''olsos'' RCC No G''''estiona''d''o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288" name="Text Placeholder 2">
            <a:extLst>
              <a:ext uri="{FF2B5EF4-FFF2-40B4-BE49-F238E27FC236}">
                <a16:creationId xmlns:a16="http://schemas.microsoft.com/office/drawing/2014/main" id="{B509F2F7-F8C6-3713-7F16-5F431C33AA1A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gray">
          <a:xfrm>
            <a:off x="3544888" y="51943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1A57024-367B-47C1-A825-0BEBB9839AFC}" type="datetime'''''13'''''''''''''''''''',''''''''''''''''''''''''''4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13,4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9B7464F7-086B-4267-8DFC-97A809CE553F}" type="datetime'''''''2''''''''''''''''''8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89" name="Text Placeholder 2">
            <a:extLst>
              <a:ext uri="{FF2B5EF4-FFF2-40B4-BE49-F238E27FC236}">
                <a16:creationId xmlns:a16="http://schemas.microsoft.com/office/drawing/2014/main" id="{9ED97596-E362-04D2-EB40-ADCF462212CC}"/>
              </a:ext>
            </a:extLst>
          </p:cNvPr>
          <p:cNvSpPr txBox="1">
            <a:spLocks/>
          </p:cNvSpPr>
          <p:nvPr>
            <p:custDataLst>
              <p:tags r:id="rId80"/>
            </p:custDataLst>
          </p:nvPr>
        </p:nvSpPr>
        <p:spPr bwMode="gray">
          <a:xfrm>
            <a:off x="3573463" y="584835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3C67BF0-C842-4B98-AF1E-6505814444F6}" type="datetime'''''''''''''''''''''''''''3''''3'''',''''''''8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33,8</a:t>
            </a:fld>
            <a:endParaRPr lang="en-GB" sz="800"/>
          </a:p>
        </p:txBody>
      </p:sp>
      <p:sp>
        <p:nvSpPr>
          <p:cNvPr id="290" name="Text Placeholder 2">
            <a:extLst>
              <a:ext uri="{FF2B5EF4-FFF2-40B4-BE49-F238E27FC236}">
                <a16:creationId xmlns:a16="http://schemas.microsoft.com/office/drawing/2014/main" id="{EAE069DE-1666-DFFF-41A3-4031DDFD22E7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auto">
          <a:xfrm>
            <a:off x="3419475" y="63579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C2A18A5-C7C9-46E2-9732-23E90A2B98C2}" type="datetime'''''S''''ha''''r''''e Re''''le''''''va''''''''''''''nt''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291" name="Text Placeholder 2">
            <a:extLst>
              <a:ext uri="{FF2B5EF4-FFF2-40B4-BE49-F238E27FC236}">
                <a16:creationId xmlns:a16="http://schemas.microsoft.com/office/drawing/2014/main" id="{F01B43A4-8FB7-BE49-589E-002B94C10F39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592138" y="41878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9FDA9FF-BC25-43EF-8FC8-DF2166F7962B}" type="datetime'''''''7''''''''9'',''''2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79,2</a:t>
            </a:fld>
            <a:endParaRPr lang="en-US" sz="800"/>
          </a:p>
        </p:txBody>
      </p:sp>
      <p:sp>
        <p:nvSpPr>
          <p:cNvPr id="292" name="Text Placeholder 2">
            <a:extLst>
              <a:ext uri="{FF2B5EF4-FFF2-40B4-BE49-F238E27FC236}">
                <a16:creationId xmlns:a16="http://schemas.microsoft.com/office/drawing/2014/main" id="{6B77CE20-A7BC-43D2-A1D4-0A9844243650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1187450" y="42989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9636285-44AA-460B-84FC-C88980E222AF}" type="datetime'''7''''4,''''''''''''''''''''''''''''''8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74,8</a:t>
            </a:fld>
            <a:endParaRPr lang="en-GB" sz="800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CB492F9F-A8F7-272E-1324-1F7CBBECE97E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2381250" y="44370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D361837-662E-4D5F-8450-DB49807E4B0A}" type="datetime'''''''''''''6''''''''9'''''''''''''''''''''',3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69,3</a:t>
            </a:fld>
            <a:endParaRPr lang="en-GB" sz="800"/>
          </a:p>
        </p:txBody>
      </p:sp>
      <p:sp>
        <p:nvSpPr>
          <p:cNvPr id="294" name="Text Placeholder 2">
            <a:extLst>
              <a:ext uri="{FF2B5EF4-FFF2-40B4-BE49-F238E27FC236}">
                <a16:creationId xmlns:a16="http://schemas.microsoft.com/office/drawing/2014/main" id="{E64A88FA-1276-039F-D8E8-F7A5BCD0D413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3573463" y="49990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F13CE4-60F0-4457-A28D-25EB88943359}" type="datetime'''''4''7'''''''''',''''''''''''''''''''''''2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47,2</a:t>
            </a:fld>
            <a:endParaRPr lang="en-GB" sz="800"/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E3C1DE4D-BD89-A62A-C1EE-C8D605D06814}"/>
              </a:ext>
            </a:extLst>
          </p:cNvPr>
          <p:cNvCxnSpPr/>
          <p:nvPr>
            <p:custDataLst>
              <p:tags r:id="rId86"/>
            </p:custDataLst>
          </p:nvPr>
        </p:nvCxnSpPr>
        <p:spPr bwMode="auto">
          <a:xfrm>
            <a:off x="5418138" y="44323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C1902CE-0CA5-54F9-458F-6DB567CDB30D}"/>
              </a:ext>
            </a:extLst>
          </p:cNvPr>
          <p:cNvCxnSpPr/>
          <p:nvPr>
            <p:custDataLst>
              <p:tags r:id="rId87"/>
            </p:custDataLst>
          </p:nvPr>
        </p:nvCxnSpPr>
        <p:spPr bwMode="auto">
          <a:xfrm>
            <a:off x="6015038" y="46513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B3C122AC-9AA7-AD49-35B1-416D48BFBF72}"/>
              </a:ext>
            </a:extLst>
          </p:cNvPr>
          <p:cNvCxnSpPr/>
          <p:nvPr>
            <p:custDataLst>
              <p:tags r:id="rId88"/>
            </p:custDataLst>
          </p:nvPr>
        </p:nvCxnSpPr>
        <p:spPr bwMode="auto">
          <a:xfrm>
            <a:off x="6611938" y="46513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21A2EC6D-1F29-481B-24DB-2DB30B82F5FC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>
            <a:off x="7207250" y="54117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2" name="Chart 3">
            <a:extLst>
              <a:ext uri="{FF2B5EF4-FFF2-40B4-BE49-F238E27FC236}">
                <a16:creationId xmlns:a16="http://schemas.microsoft.com/office/drawing/2014/main" id="{C6C547AE-11F8-6776-1A46-12B9A011E13D}"/>
              </a:ext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1245791740"/>
              </p:ext>
            </p:extLst>
          </p:nvPr>
        </p:nvGraphicFramePr>
        <p:xfrm>
          <a:off x="4292600" y="4240213"/>
          <a:ext cx="3743325" cy="2174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301" name="Text Placeholder 2">
            <a:extLst>
              <a:ext uri="{FF2B5EF4-FFF2-40B4-BE49-F238E27FC236}">
                <a16:creationId xmlns:a16="http://schemas.microsoft.com/office/drawing/2014/main" id="{0E1DCF50-C91C-92A1-7F28-C7C6B04F4262}"/>
              </a:ext>
            </a:extLst>
          </p:cNvPr>
          <p:cNvSpPr txBox="1">
            <a:spLocks/>
          </p:cNvSpPr>
          <p:nvPr>
            <p:custDataLst>
              <p:tags r:id="rId91"/>
            </p:custDataLst>
          </p:nvPr>
        </p:nvSpPr>
        <p:spPr bwMode="auto">
          <a:xfrm>
            <a:off x="4400550" y="63579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5892782-2A68-4CF5-BBF0-2D63A7BB6E14}" type="datetime'''Desembo''''lsos R''''CC co''n ''Le''ad'' ''''I''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302" name="Text Placeholder 2">
            <a:extLst>
              <a:ext uri="{FF2B5EF4-FFF2-40B4-BE49-F238E27FC236}">
                <a16:creationId xmlns:a16="http://schemas.microsoft.com/office/drawing/2014/main" id="{B5686F06-E3F2-180D-1941-5C3B0D6B9DF8}"/>
              </a:ext>
            </a:extLst>
          </p:cNvPr>
          <p:cNvSpPr txBox="1">
            <a:spLocks/>
          </p:cNvSpPr>
          <p:nvPr>
            <p:custDataLst>
              <p:tags r:id="rId92"/>
            </p:custDataLst>
          </p:nvPr>
        </p:nvSpPr>
        <p:spPr bwMode="auto">
          <a:xfrm>
            <a:off x="4994275" y="63579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BF49B24-E106-4E4E-A2BE-5A5641C187F4}" type="datetime'''D''''e''''s''e''m''bols''''''os'' ''RC''C s''in ''Otros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305" name="Text Placeholder 2">
            <a:extLst>
              <a:ext uri="{FF2B5EF4-FFF2-40B4-BE49-F238E27FC236}">
                <a16:creationId xmlns:a16="http://schemas.microsoft.com/office/drawing/2014/main" id="{1AFB2B5E-B072-943D-AB12-7C8E6558AEBC}"/>
              </a:ext>
            </a:extLst>
          </p:cNvPr>
          <p:cNvSpPr txBox="1">
            <a:spLocks/>
          </p:cNvSpPr>
          <p:nvPr>
            <p:custDataLst>
              <p:tags r:id="rId93"/>
            </p:custDataLst>
          </p:nvPr>
        </p:nvSpPr>
        <p:spPr bwMode="gray">
          <a:xfrm>
            <a:off x="5788025" y="44878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B5CD6AE-2762-4C87-BE1C-6E228F36F07C}" type="datetime'''''''''''''''''''6'''''''',''''''''''''''''''0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6,0</a:t>
            </a:fld>
            <a:endParaRPr lang="en-GB" sz="800"/>
          </a:p>
        </p:txBody>
      </p:sp>
      <p:sp>
        <p:nvSpPr>
          <p:cNvPr id="306" name="Text Placeholder 2">
            <a:extLst>
              <a:ext uri="{FF2B5EF4-FFF2-40B4-BE49-F238E27FC236}">
                <a16:creationId xmlns:a16="http://schemas.microsoft.com/office/drawing/2014/main" id="{C846DAEB-CC3C-20F1-6B8A-7BB5B298B713}"/>
              </a:ext>
            </a:extLst>
          </p:cNvPr>
          <p:cNvSpPr txBox="1">
            <a:spLocks/>
          </p:cNvSpPr>
          <p:nvPr>
            <p:custDataLst>
              <p:tags r:id="rId94"/>
            </p:custDataLst>
          </p:nvPr>
        </p:nvSpPr>
        <p:spPr bwMode="auto">
          <a:xfrm>
            <a:off x="5583238" y="63579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A6B4A10-7225-421E-B588-B88688BB772E}" type="datetime'De''s''emb''ols''os ''R''C''C ''''''Ofer''''ta &gt;1''2''''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09ACE418-93F0-F0D8-C53C-74B6547DCE83}"/>
              </a:ext>
            </a:extLst>
          </p:cNvPr>
          <p:cNvSpPr txBox="1">
            <a:spLocks/>
          </p:cNvSpPr>
          <p:nvPr>
            <p:custDataLst>
              <p:tags r:id="rId95"/>
            </p:custDataLst>
          </p:nvPr>
        </p:nvSpPr>
        <p:spPr bwMode="gray">
          <a:xfrm>
            <a:off x="6330950" y="467201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AE76947-86B9-45CA-9690-50C9717E782E}" type="datetime'''''7'''''''''''''',''''''''''''''''''''''''''2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9E2EC41-665F-4184-AC65-BEA75FD10090}" type="datetime'''''1''''6''''''''''''''''''''%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D7D50DF-557E-D657-05D2-84909397982B}"/>
              </a:ext>
            </a:extLst>
          </p:cNvPr>
          <p:cNvSpPr txBox="1">
            <a:spLocks/>
          </p:cNvSpPr>
          <p:nvPr>
            <p:custDataLst>
              <p:tags r:id="rId96"/>
            </p:custDataLst>
          </p:nvPr>
        </p:nvSpPr>
        <p:spPr bwMode="gray">
          <a:xfrm>
            <a:off x="6359525" y="556895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443B0D1-558E-4596-A86C-68E51E3CB69C}" type="datetime'''''''3''''''''''''''''9'''',''''''1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39,1</a:t>
            </a:fld>
            <a:endParaRPr lang="en-GB" sz="80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4FEF3D5-1251-0EF5-DC8A-F55C3B26BCF7}"/>
              </a:ext>
            </a:extLst>
          </p:cNvPr>
          <p:cNvSpPr txBox="1">
            <a:spLocks/>
          </p:cNvSpPr>
          <p:nvPr>
            <p:custDataLst>
              <p:tags r:id="rId97"/>
            </p:custDataLst>
          </p:nvPr>
        </p:nvSpPr>
        <p:spPr bwMode="auto">
          <a:xfrm>
            <a:off x="6223000" y="63579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F50EEA9-5DAA-409F-9B83-CCD024E772AE}" type="datetime'Sh''ar''''e Aju''s''''tado por ''Tic''ke''t y Pro''du''ct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307" name="Text Placeholder 2">
            <a:extLst>
              <a:ext uri="{FF2B5EF4-FFF2-40B4-BE49-F238E27FC236}">
                <a16:creationId xmlns:a16="http://schemas.microsoft.com/office/drawing/2014/main" id="{2B656647-07EC-60AA-FA7E-07AE733F2F1A}"/>
              </a:ext>
            </a:extLst>
          </p:cNvPr>
          <p:cNvSpPr txBox="1">
            <a:spLocks/>
          </p:cNvSpPr>
          <p:nvPr>
            <p:custDataLst>
              <p:tags r:id="rId98"/>
            </p:custDataLst>
          </p:nvPr>
        </p:nvSpPr>
        <p:spPr bwMode="gray">
          <a:xfrm>
            <a:off x="6954838" y="49768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EC1308F-A6C8-4CCB-959D-B6B48EB80EA0}" type="datetime'''''''''''''''''20'''''''''''''',''''''9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20,9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308" name="Text Placeholder 2">
            <a:extLst>
              <a:ext uri="{FF2B5EF4-FFF2-40B4-BE49-F238E27FC236}">
                <a16:creationId xmlns:a16="http://schemas.microsoft.com/office/drawing/2014/main" id="{6AA2A1AB-C08D-55FC-7520-9E8B4F5893C6}"/>
              </a:ext>
            </a:extLst>
          </p:cNvPr>
          <p:cNvSpPr txBox="1">
            <a:spLocks/>
          </p:cNvSpPr>
          <p:nvPr>
            <p:custDataLst>
              <p:tags r:id="rId99"/>
            </p:custDataLst>
          </p:nvPr>
        </p:nvSpPr>
        <p:spPr bwMode="auto">
          <a:xfrm>
            <a:off x="6775450" y="63579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7F97E7B-CB1A-4E4F-AA6C-869670758FF7}" type="datetime'D''''ese''''mbolsos RCC'''' No'' Ges''tion''''''''a''do''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310" name="Text Placeholder 2">
            <a:extLst>
              <a:ext uri="{FF2B5EF4-FFF2-40B4-BE49-F238E27FC236}">
                <a16:creationId xmlns:a16="http://schemas.microsoft.com/office/drawing/2014/main" id="{DAA0FAE7-BAEC-39C1-EF17-80B97027F070}"/>
              </a:ext>
            </a:extLst>
          </p:cNvPr>
          <p:cNvSpPr txBox="1">
            <a:spLocks/>
          </p:cNvSpPr>
          <p:nvPr>
            <p:custDataLst>
              <p:tags r:id="rId100"/>
            </p:custDataLst>
          </p:nvPr>
        </p:nvSpPr>
        <p:spPr bwMode="gray">
          <a:xfrm>
            <a:off x="7523163" y="54324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2A34881-861E-4E2A-BFBD-8885A0205F4C}" type="datetime'''''''''''''''''''''''''''''''''''''''''''7'''''''',''2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168DF92-7A14-4581-BC83-BFC7AC6AF6A7}" type="datetime'''''2''''''''''8%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311" name="Text Placeholder 2">
            <a:extLst>
              <a:ext uri="{FF2B5EF4-FFF2-40B4-BE49-F238E27FC236}">
                <a16:creationId xmlns:a16="http://schemas.microsoft.com/office/drawing/2014/main" id="{215F5D6D-A2C6-6197-BBF5-0EFB82F8C0C5}"/>
              </a:ext>
            </a:extLst>
          </p:cNvPr>
          <p:cNvSpPr txBox="1">
            <a:spLocks/>
          </p:cNvSpPr>
          <p:nvPr>
            <p:custDataLst>
              <p:tags r:id="rId101"/>
            </p:custDataLst>
          </p:nvPr>
        </p:nvSpPr>
        <p:spPr bwMode="gray">
          <a:xfrm>
            <a:off x="7551738" y="594836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F674D98-EB16-44D9-8097-466CF583C409}" type="datetime'''''1''''''''''''''''''''''''''8'''''''''''',''''''1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18,1</a:t>
            </a:fld>
            <a:endParaRPr lang="en-GB" sz="800"/>
          </a:p>
        </p:txBody>
      </p:sp>
      <p:sp>
        <p:nvSpPr>
          <p:cNvPr id="312" name="Text Placeholder 2">
            <a:extLst>
              <a:ext uri="{FF2B5EF4-FFF2-40B4-BE49-F238E27FC236}">
                <a16:creationId xmlns:a16="http://schemas.microsoft.com/office/drawing/2014/main" id="{85F6F2CE-AE4E-E51B-B11E-BA4056A13651}"/>
              </a:ext>
            </a:extLst>
          </p:cNvPr>
          <p:cNvSpPr txBox="1">
            <a:spLocks/>
          </p:cNvSpPr>
          <p:nvPr>
            <p:custDataLst>
              <p:tags r:id="rId102"/>
            </p:custDataLst>
          </p:nvPr>
        </p:nvSpPr>
        <p:spPr bwMode="auto">
          <a:xfrm>
            <a:off x="7397750" y="63579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9E22EFA-6F39-4C7B-BDE8-64F9E23FDDE7}" type="datetime'Shar''e'''''' R''''el''e''va''''''n''''''t''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313" name="Text Placeholder 2">
            <a:extLst>
              <a:ext uri="{FF2B5EF4-FFF2-40B4-BE49-F238E27FC236}">
                <a16:creationId xmlns:a16="http://schemas.microsoft.com/office/drawing/2014/main" id="{0ACDAE2B-F319-EC5C-3278-B54D00D810DD}"/>
              </a:ext>
            </a:extLst>
          </p:cNvPr>
          <p:cNvSpPr txBox="1">
            <a:spLocks/>
          </p:cNvSpPr>
          <p:nvPr>
            <p:custDataLst>
              <p:tags r:id="rId103"/>
            </p:custDataLst>
          </p:nvPr>
        </p:nvSpPr>
        <p:spPr bwMode="gray">
          <a:xfrm>
            <a:off x="4570413" y="41878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7F481EF-941F-46FB-B23E-DBAC9951DE98}" type="datetime'''''''5''''''''''''''5'''',''''3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55,3</a:t>
            </a:fld>
            <a:endParaRPr lang="en-US" sz="800"/>
          </a:p>
        </p:txBody>
      </p:sp>
      <p:sp>
        <p:nvSpPr>
          <p:cNvPr id="314" name="Text Placeholder 2">
            <a:extLst>
              <a:ext uri="{FF2B5EF4-FFF2-40B4-BE49-F238E27FC236}">
                <a16:creationId xmlns:a16="http://schemas.microsoft.com/office/drawing/2014/main" id="{663A2D72-3E5F-CBCC-4FBE-4EC510DEEDEB}"/>
              </a:ext>
            </a:extLst>
          </p:cNvPr>
          <p:cNvSpPr txBox="1">
            <a:spLocks/>
          </p:cNvSpPr>
          <p:nvPr>
            <p:custDataLst>
              <p:tags r:id="rId104"/>
            </p:custDataLst>
          </p:nvPr>
        </p:nvSpPr>
        <p:spPr bwMode="gray">
          <a:xfrm>
            <a:off x="5165725" y="42973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5EF758D-2271-4ED9-898A-8E813DEBDF28}" type="datetime'''''''''5''''''''''''''2'''''''''''''''''''''',''''''''2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52,2</a:t>
            </a:fld>
            <a:endParaRPr lang="en-GB" sz="80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2604119D-F684-281A-6B3A-490C65079A5A}"/>
              </a:ext>
            </a:extLst>
          </p:cNvPr>
          <p:cNvSpPr txBox="1">
            <a:spLocks/>
          </p:cNvSpPr>
          <p:nvPr>
            <p:custDataLst>
              <p:tags r:id="rId105"/>
            </p:custDataLst>
          </p:nvPr>
        </p:nvSpPr>
        <p:spPr bwMode="gray">
          <a:xfrm>
            <a:off x="6359525" y="45164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5AC2954-862D-4613-A720-6D15C9054913}" type="datetime'''4''''''''''''''''''''6'''''',''''''''''''''''''3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46,3</a:t>
            </a:fld>
            <a:endParaRPr lang="en-GB" sz="800"/>
          </a:p>
        </p:txBody>
      </p:sp>
      <p:sp>
        <p:nvSpPr>
          <p:cNvPr id="316" name="Text Placeholder 2">
            <a:extLst>
              <a:ext uri="{FF2B5EF4-FFF2-40B4-BE49-F238E27FC236}">
                <a16:creationId xmlns:a16="http://schemas.microsoft.com/office/drawing/2014/main" id="{CDE4F5E7-C087-B307-4FFA-3182F3F695D8}"/>
              </a:ext>
            </a:extLst>
          </p:cNvPr>
          <p:cNvSpPr txBox="1">
            <a:spLocks/>
          </p:cNvSpPr>
          <p:nvPr>
            <p:custDataLst>
              <p:tags r:id="rId106"/>
            </p:custDataLst>
          </p:nvPr>
        </p:nvSpPr>
        <p:spPr bwMode="gray">
          <a:xfrm>
            <a:off x="7551738" y="52768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551ECEF-E6C7-459C-973B-EAAE6A6826E1}" type="datetime'''2''''5'''''''''''',''''''''''''''3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25,3</a:t>
            </a:fld>
            <a:endParaRPr lang="en-GB" sz="800"/>
          </a:p>
        </p:txBody>
      </p:sp>
      <p:graphicFrame>
        <p:nvGraphicFramePr>
          <p:cNvPr id="66" name="Chart 3">
            <a:extLst>
              <a:ext uri="{FF2B5EF4-FFF2-40B4-BE49-F238E27FC236}">
                <a16:creationId xmlns:a16="http://schemas.microsoft.com/office/drawing/2014/main" id="{066A0359-C63D-19E7-CB6F-05B7F00AC481}"/>
              </a:ext>
            </a:extLst>
          </p:cNvPr>
          <p:cNvGraphicFramePr/>
          <p:nvPr>
            <p:custDataLst>
              <p:tags r:id="rId107"/>
            </p:custDataLst>
            <p:extLst>
              <p:ext uri="{D42A27DB-BD31-4B8C-83A1-F6EECF244321}">
                <p14:modId xmlns:p14="http://schemas.microsoft.com/office/powerpoint/2010/main" val="2847357927"/>
              </p:ext>
            </p:extLst>
          </p:nvPr>
        </p:nvGraphicFramePr>
        <p:xfrm>
          <a:off x="8320088" y="4418013"/>
          <a:ext cx="3549650" cy="159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7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8B2F44-B2CE-6B6E-9CFC-7220AA92A8AC}"/>
              </a:ext>
            </a:extLst>
          </p:cNvPr>
          <p:cNvCxnSpPr/>
          <p:nvPr>
            <p:custDataLst>
              <p:tags r:id="rId108"/>
            </p:custDataLst>
          </p:nvPr>
        </p:nvCxnSpPr>
        <p:spPr bwMode="auto">
          <a:xfrm>
            <a:off x="8945563" y="3976688"/>
            <a:ext cx="1692275" cy="4222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E862CB-0ACF-4940-271F-8920E7BFF85B}"/>
              </a:ext>
            </a:extLst>
          </p:cNvPr>
          <p:cNvCxnSpPr/>
          <p:nvPr>
            <p:custDataLst>
              <p:tags r:id="rId109"/>
            </p:custDataLst>
          </p:nvPr>
        </p:nvCxnSpPr>
        <p:spPr bwMode="auto">
          <a:xfrm>
            <a:off x="9550400" y="4425950"/>
            <a:ext cx="1692275" cy="6175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50F33C5-5AE7-1325-D37D-00B6543D139F}"/>
              </a:ext>
            </a:extLst>
          </p:cNvPr>
          <p:cNvSpPr txBox="1">
            <a:spLocks/>
          </p:cNvSpPr>
          <p:nvPr>
            <p:custDataLst>
              <p:tags r:id="rId110"/>
            </p:custDataLst>
          </p:nvPr>
        </p:nvSpPr>
        <p:spPr bwMode="auto">
          <a:xfrm>
            <a:off x="9082088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61EB077-FFF3-49EE-8112-24F2FFCDF0CD}" type="datetime'''''''''20''2''''''''''''''''''5''''''''Q''''''''2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2025Q2</a:t>
            </a:fld>
            <a:endParaRPr lang="en-GB" sz="8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8E230EB-265C-A96D-0A9F-6D44C0203A35}"/>
              </a:ext>
            </a:extLst>
          </p:cNvPr>
          <p:cNvSpPr txBox="1">
            <a:spLocks/>
          </p:cNvSpPr>
          <p:nvPr>
            <p:custDataLst>
              <p:tags r:id="rId111"/>
            </p:custDataLst>
          </p:nvPr>
        </p:nvSpPr>
        <p:spPr bwMode="auto">
          <a:xfrm>
            <a:off x="10774363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413A45F-9F95-4C1D-BFA8-8C42C9C89A29}" type="datetime'''''2''''026''''''Q''''''''''''''''''2''''''''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2026Q2</a:t>
            </a:fld>
            <a:endParaRPr lang="en-GB" sz="8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8F500F3-101F-B9BA-0B5D-E89BEB83A29D}"/>
              </a:ext>
            </a:extLst>
          </p:cNvPr>
          <p:cNvSpPr txBox="1">
            <a:spLocks/>
          </p:cNvSpPr>
          <p:nvPr>
            <p:custDataLst>
              <p:tags r:id="rId112"/>
            </p:custDataLst>
          </p:nvPr>
        </p:nvSpPr>
        <p:spPr bwMode="auto">
          <a:xfrm>
            <a:off x="9463088" y="4051300"/>
            <a:ext cx="658813" cy="273050"/>
          </a:xfrm>
          <a:prstGeom prst="ellipse">
            <a:avLst/>
          </a:prstGeom>
          <a:solidFill>
            <a:srgbClr val="2F9E98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3F15E73-5401-4FA4-80D9-63A9B7B17DD8}" type="datetime'''''-''''2''''''3 ''''''p''''''''''p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-23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42BA468-D76F-B31F-13BF-DB1EFDA643C1}"/>
              </a:ext>
            </a:extLst>
          </p:cNvPr>
          <p:cNvSpPr txBox="1">
            <a:spLocks/>
          </p:cNvSpPr>
          <p:nvPr>
            <p:custDataLst>
              <p:tags r:id="rId113"/>
            </p:custDataLst>
          </p:nvPr>
        </p:nvSpPr>
        <p:spPr bwMode="auto">
          <a:xfrm>
            <a:off x="10067925" y="4597400"/>
            <a:ext cx="658813" cy="273050"/>
          </a:xfrm>
          <a:prstGeom prst="ellipse">
            <a:avLst/>
          </a:prstGeom>
          <a:solidFill>
            <a:srgbClr val="13807B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AF3774A-5BA7-4342-BBE9-02E18C4DA060}" type="datetime'''''''-''''''''''''''''3''''''''4'''''' ''''''''p''''''p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-34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066E05-7FFC-EBF2-91C0-BE60E32526FD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8696325" y="5965825"/>
            <a:ext cx="142875" cy="106363"/>
          </a:xfrm>
          <a:prstGeom prst="rect">
            <a:avLst/>
          </a:prstGeom>
          <a:solidFill>
            <a:srgbClr val="10B4A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D4E1F-BDF6-8967-009E-4C147F8748FC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285413" y="5965825"/>
            <a:ext cx="142875" cy="106363"/>
          </a:xfrm>
          <a:prstGeom prst="rect">
            <a:avLst/>
          </a:prstGeom>
          <a:solidFill>
            <a:srgbClr val="13807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408767-5251-5F2F-FCC7-3537AB71D653}"/>
              </a:ext>
            </a:extLst>
          </p:cNvPr>
          <p:cNvSpPr txBox="1">
            <a:spLocks/>
          </p:cNvSpPr>
          <p:nvPr>
            <p:custDataLst>
              <p:tags r:id="rId116"/>
            </p:custDataLst>
          </p:nvPr>
        </p:nvSpPr>
        <p:spPr bwMode="auto">
          <a:xfrm>
            <a:off x="8890000" y="5970588"/>
            <a:ext cx="1293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A546D320-CF46-413A-8550-7E1B1A6B8015}" type="datetime'Sh''''a''re'' Ajustado'' T''''''i''cke''t'' P''''r''od''ucto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Ajustado Ticket Producto</a:t>
            </a:fld>
            <a:endParaRPr lang="en-GB" sz="8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1460D36-D2E7-B73B-A0FA-63258378F80F}"/>
              </a:ext>
            </a:extLst>
          </p:cNvPr>
          <p:cNvSpPr txBox="1">
            <a:spLocks/>
          </p:cNvSpPr>
          <p:nvPr>
            <p:custDataLst>
              <p:tags r:id="rId117"/>
            </p:custDataLst>
          </p:nvPr>
        </p:nvSpPr>
        <p:spPr bwMode="auto">
          <a:xfrm>
            <a:off x="10479088" y="5970588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82D83ED-3A13-49D0-8935-440C77AAD2BD}" type="datetime'S''h''''''''''a''r''''''''e'' Re''l''''''evan''''t''''''''e''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Relevante</a:t>
            </a:fld>
            <a:endParaRPr lang="en-GB" sz="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266F9A-AC2E-B265-5B64-79932EA7BECB}"/>
              </a:ext>
            </a:extLst>
          </p:cNvPr>
          <p:cNvSpPr txBox="1"/>
          <p:nvPr/>
        </p:nvSpPr>
        <p:spPr>
          <a:xfrm>
            <a:off x="8451850" y="6394219"/>
            <a:ext cx="3346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s-ES" sz="800" dirty="0"/>
              <a:t>Lo que cambió es el precio, la baja cobertura ya venía de antes.</a:t>
            </a:r>
          </a:p>
        </p:txBody>
      </p:sp>
      <p:pic>
        <p:nvPicPr>
          <p:cNvPr id="21" name="Picture 86">
            <a:extLst>
              <a:ext uri="{FF2B5EF4-FFF2-40B4-BE49-F238E27FC236}">
                <a16:creationId xmlns:a16="http://schemas.microsoft.com/office/drawing/2014/main" id="{00BDDB36-99F8-2149-10B2-E057AB81DDB2}"/>
              </a:ext>
            </a:extLst>
      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pic>
        <p:nvPicPr>
          <p:cNvPr id="27" name="Picture 515">
            <a:extLst>
              <a:ext uri="{FF2B5EF4-FFF2-40B4-BE49-F238E27FC236}">
                <a16:creationId xmlns:a16="http://schemas.microsoft.com/office/drawing/2014/main" id="{A93006AD-C19E-D780-0E7B-A116B583CEA3}"/>
              </a:ext>
            </a:extLst>
          </p:cNvPr>
          <p:cNvPicPr>
            <a:picLocks noChangeAspect="1"/>
          </p:cNvPicPr>
          <p:nvPr/>
        </p:nvPicPr>
        <p:blipFill>
          <a:blip r:embed="rId129"/>
          <a:srcRect t="1" r="9121" b="14302"/>
          <a:stretch>
            <a:fillRect/>
          </a:stretch>
        </p:blipFill>
        <p:spPr>
          <a:xfrm>
            <a:off x="8694738" y="6194371"/>
            <a:ext cx="144000" cy="121497"/>
          </a:xfrm>
          <a:prstGeom prst="rect">
            <a:avLst/>
          </a:prstGeom>
        </p:spPr>
      </p:pic>
      <p:sp>
        <p:nvSpPr>
          <p:cNvPr id="30" name="TextBox 516">
            <a:extLst>
              <a:ext uri="{FF2B5EF4-FFF2-40B4-BE49-F238E27FC236}">
                <a16:creationId xmlns:a16="http://schemas.microsoft.com/office/drawing/2014/main" id="{3DF38D2B-9B38-5B6E-598B-0253C765DB1C}"/>
              </a:ext>
            </a:extLst>
          </p:cNvPr>
          <p:cNvSpPr txBox="1"/>
          <p:nvPr/>
        </p:nvSpPr>
        <p:spPr>
          <a:xfrm>
            <a:off x="8819213" y="6142718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err="1"/>
              <a:t>Desembolsos</a:t>
            </a:r>
            <a:r>
              <a:rPr lang="en-GB" sz="800"/>
              <a:t> </a:t>
            </a:r>
            <a:r>
              <a:rPr lang="en-GB" sz="800" err="1"/>
              <a:t>Competencia</a:t>
            </a:r>
            <a:endParaRPr lang="en-GB" sz="800"/>
          </a:p>
        </p:txBody>
      </p:sp>
      <p:pic>
        <p:nvPicPr>
          <p:cNvPr id="61" name="Icono Socio en Crecimiento">
            <a:hlinkClick r:id="rId130" action="ppaction://hlinksldjump"/>
            <a:extLst>
              <a:ext uri="{FF2B5EF4-FFF2-40B4-BE49-F238E27FC236}">
                <a16:creationId xmlns:a16="http://schemas.microsoft.com/office/drawing/2014/main" id="{BD670059-7753-193A-F2EE-3B281B138E62}"/>
              </a:ext>
            </a:extLst>
      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0634789" y="259124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A0201B-7316-3A3F-14A2-CDEF5319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91218398-FEDF-C063-DAFB-56D38F558B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576705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20" imgW="7772400" imgH="10058400" progId="TCLayout.ActiveDocument.1">
                  <p:embed/>
                </p:oleObj>
              </mc:Choice>
              <mc:Fallback>
                <p:oleObj name="Diapositiva de thinkcell" r:id="rId120" imgW="7772400" imgH="10058400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218398-FEDF-C063-DAFB-56D38F558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799307B6-21EF-CEE5-639F-A059FAB0A684}"/>
              </a:ext>
            </a:extLst>
          </p:cNvPr>
          <p:cNvSpPr/>
          <p:nvPr/>
        </p:nvSpPr>
        <p:spPr>
          <a:xfrm>
            <a:off x="331788" y="952501"/>
            <a:ext cx="3711575" cy="27051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A38C54-8EF1-5625-3373-A343171165D2}"/>
              </a:ext>
            </a:extLst>
          </p:cNvPr>
          <p:cNvSpPr/>
          <p:nvPr/>
        </p:nvSpPr>
        <p:spPr>
          <a:xfrm>
            <a:off x="324573" y="3977305"/>
            <a:ext cx="3711575" cy="27072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9998CB-A5D7-FE3C-8D0A-0D9ED2E1EE20}"/>
              </a:ext>
            </a:extLst>
          </p:cNvPr>
          <p:cNvSpPr/>
          <p:nvPr/>
        </p:nvSpPr>
        <p:spPr>
          <a:xfrm>
            <a:off x="4235450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411CFF-3282-139E-D8D4-917A4CDAE42D}"/>
              </a:ext>
            </a:extLst>
          </p:cNvPr>
          <p:cNvSpPr/>
          <p:nvPr/>
        </p:nvSpPr>
        <p:spPr>
          <a:xfrm>
            <a:off x="4227513" y="3983038"/>
            <a:ext cx="3711575" cy="2701467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19565D-B19B-8376-DA88-4A8BA4CA8E7B}"/>
              </a:ext>
            </a:extLst>
          </p:cNvPr>
          <p:cNvSpPr/>
          <p:nvPr/>
        </p:nvSpPr>
        <p:spPr>
          <a:xfrm>
            <a:off x="8137525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FCD5F017-FE52-C2BC-34FA-DED347D48BC1}"/>
              </a:ext>
            </a:extLst>
          </p:cNvPr>
          <p:cNvSpPr/>
          <p:nvPr/>
        </p:nvSpPr>
        <p:spPr>
          <a:xfrm>
            <a:off x="324573" y="750962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2025Q2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CD44DDF4-A848-3E6F-16BD-3C0791BC8307}"/>
              </a:ext>
            </a:extLst>
          </p:cNvPr>
          <p:cNvSpPr/>
          <p:nvPr/>
        </p:nvSpPr>
        <p:spPr>
          <a:xfrm>
            <a:off x="4226009" y="747737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2025Q3</a:t>
            </a: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2EA61F2C-25D7-CC95-CAAE-641FCA6F70AD}"/>
              </a:ext>
            </a:extLst>
          </p:cNvPr>
          <p:cNvSpPr/>
          <p:nvPr/>
        </p:nvSpPr>
        <p:spPr>
          <a:xfrm>
            <a:off x="8132329" y="748011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2025Q4</a:t>
            </a:r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AF1E81C8-682C-9CDF-B74D-44C81A8BE8ED}"/>
              </a:ext>
            </a:extLst>
          </p:cNvPr>
          <p:cNvSpPr/>
          <p:nvPr/>
        </p:nvSpPr>
        <p:spPr>
          <a:xfrm>
            <a:off x="311150" y="3761073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2026Q1</a:t>
            </a:r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DE822CB1-3444-DA61-97C8-EE2EFF3707BB}"/>
              </a:ext>
            </a:extLst>
          </p:cNvPr>
          <p:cNvSpPr/>
          <p:nvPr/>
        </p:nvSpPr>
        <p:spPr>
          <a:xfrm>
            <a:off x="4220846" y="3754310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202604-202605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F29CDB4D-C5F8-B22E-C79C-B829C938D374}"/>
              </a:ext>
            </a:extLst>
          </p:cNvPr>
          <p:cNvSpPr txBox="1"/>
          <p:nvPr/>
        </p:nvSpPr>
        <p:spPr>
          <a:xfrm>
            <a:off x="324571" y="213075"/>
            <a:ext cx="103668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Cuenta Estratégica: Resistió hasta 2026Q1 y cae de golpe en el último periodo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C3DA5AF-6A9A-1484-2D20-5C3BDEFFE244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439863" y="14605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66302760-D194-C8EF-DA61-710B7103B62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036763" y="16938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Conector recto 236">
            <a:extLst>
              <a:ext uri="{FF2B5EF4-FFF2-40B4-BE49-F238E27FC236}">
                <a16:creationId xmlns:a16="http://schemas.microsoft.com/office/drawing/2014/main" id="{F44AEF4E-CABF-5986-B04E-7A5F76012CFE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33663" y="169386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35EF71-8F7B-836A-11B8-C0758E5A7F4E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228975" y="19208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4" name="Chart 3">
            <a:extLst>
              <a:ext uri="{FF2B5EF4-FFF2-40B4-BE49-F238E27FC236}">
                <a16:creationId xmlns:a16="http://schemas.microsoft.com/office/drawing/2014/main" id="{BDACCDAA-6146-D087-3839-9E2DA2723D7C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21151932"/>
              </p:ext>
            </p:extLst>
          </p:nvPr>
        </p:nvGraphicFramePr>
        <p:xfrm>
          <a:off x="314325" y="1220788"/>
          <a:ext cx="3743325" cy="2155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FDAE2CB-EC16-1479-487C-49E53DA4B10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2275" y="331946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433B6A4-815D-4727-9E37-12591C34FF58}" type="datetime'Des''embo''''l''so''s'' ''RC''C ''''''con'''''''' Lead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2EF9C9-6886-55FC-A7BE-51601AB5E7E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16000" y="331946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B76ECFE-D938-4543-96F7-A56A054A8DBD}" type="datetime'D''e''''''se''mbo''''''''''l''''''sos RCC s''in Otr''''os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B590734-07A9-BB12-084D-54899F3C939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809750" y="15224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C15ABE5-5EB6-4205-8B2C-1AE238DA3021}" type="datetime'''''''''5'''''''''''''''''''''''''''',''7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en-GB" sz="8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BCFF38E-81AA-109C-9ACC-67D48A4916A6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604963" y="33194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5226C67-7D48-4434-BA24-A188F1953494}" type="datetime'''D''''ese''mbo''lsos RC''C'' ''Ofer''t''''''a &gt;1''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38" name="Text Placeholder 2">
            <a:extLst>
              <a:ext uri="{FF2B5EF4-FFF2-40B4-BE49-F238E27FC236}">
                <a16:creationId xmlns:a16="http://schemas.microsoft.com/office/drawing/2014/main" id="{8348BBF5-7026-0CED-9331-F5A985A3691D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2352675" y="21415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4642D12-6FCC-4044-9262-37248F7BEE1E}" type="datetime'''''''''''''''''''''''2''''''''7'''',''''''''''3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27,3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C37FA87C-F0BE-48A3-9E65-C999B05C6FFE}" type="datetime'''''''7''''''''''''''''''''''''''''''''''''''''0''''%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1AE222EB-CC06-E833-AA3C-99FA2D998C0D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2381250" y="299720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C318967-C310-44D8-9805-D80445EF138E}" type="datetime'''1''''''''''''''''''1'''',''''''''''8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11,8</a:t>
            </a:fld>
            <a:endParaRPr lang="en-GB" sz="80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5A3380DA-5753-E443-FFDE-078BCCCFE978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244725" y="331946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9EA5E52-06EC-441D-9AD6-4BB0F6F0E142}" type="datetime'Sha''re'' ''Aju''st''ad''''o p''or Ticket'' y P''rod''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6A098D0-C89F-188F-3C7D-5B5370EC1A2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3001963" y="175260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7CA4B59-46AC-458E-A634-EC6754E896F1}" type="datetime'''''''''5'',''''5''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5,5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D6D12DD-2355-511F-B0C2-BCE2DEA88394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797175" y="33194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6B6AE8A-AE9B-4269-B973-5584A4D121CC}" type="datetime'D''esemb''olso''s'''' R''CC'''' N''o'''' Gestio''nad''o''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6C8959-5503-C7E0-7A6E-05610C65CC66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3544888" y="236855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85898EF-0931-4CC6-9BCF-69506C8FE541}" type="datetime'2''''''7'''''''''''''''''''''''',''''''''''''''''''3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27,3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D1BE891D-D49E-422D-B2C7-96C3A34788DD}" type="datetime'''''''8''''''''''''''1''''''''''''%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81%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9F3C9D2-E5BF-542E-FB36-4E483C78A623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598863" y="3111500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DB07097-97ED-4B3C-B926-3C8E3B7B8754}" type="datetime'''''6'''',''''''''''''3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6,3</a:t>
            </a:fld>
            <a:endParaRPr lang="en-GB" sz="80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C6C8441-0023-35A4-16B5-90C2D96531D0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3419475" y="331946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87482B8-2E0D-47F0-B0E5-2EAE2F896AB6}" type="datetime'S''''ha''''''''re ''''R''''''e''l''''''''''e''''''va''''nt''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C6B976-1E3A-8D0B-30EC-41197943FEA8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92138" y="11684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603B6E0-95AB-4EB8-9D74-848F8E4A4E58}" type="datetime'4''''''''''''''''8'''''''''',7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48,7</a:t>
            </a:fld>
            <a:endParaRPr lang="en-GB" altLang="en-US" sz="8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0115D6C-D2DB-F776-86B2-6745ECC80F40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187450" y="13255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1CDA413-5427-4D93-9C79-C7FBDC333327}" type="datetime'''4''''''''''''''4,''''''''''''''''9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44,9</a:t>
            </a:fld>
            <a:endParaRPr lang="en-GB" sz="800"/>
          </a:p>
        </p:txBody>
      </p:sp>
      <p:sp>
        <p:nvSpPr>
          <p:cNvPr id="146" name="Text Placeholder 2">
            <a:extLst>
              <a:ext uri="{FF2B5EF4-FFF2-40B4-BE49-F238E27FC236}">
                <a16:creationId xmlns:a16="http://schemas.microsoft.com/office/drawing/2014/main" id="{30CBC1F7-EA2F-E906-195D-46EE6A4A24A7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2381250" y="15589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FBD9395-8F80-469A-B922-0BD9FA1F6E07}" type="datetime'39'''''''',''''''''''''''''''''''''''''''''''''''''''''1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39,1</a:t>
            </a:fld>
            <a:endParaRPr lang="en-GB" sz="80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2D9B958A-DBF8-7898-EBBC-A137E96D0012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573463" y="17859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4D17A6D-BCC1-44B6-B52E-B83CA7768B8F}" type="datetime'3''''''3,''''''''''''''''''''''''''6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33,6</a:t>
            </a:fld>
            <a:endParaRPr lang="en-GB" sz="8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A55C49-AC83-449B-55AB-D3495FE351B9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318125" y="14747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54D65D3-7DDC-194E-5004-4CA55E6734F5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915025" y="174942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Conector recto 230">
            <a:extLst>
              <a:ext uri="{FF2B5EF4-FFF2-40B4-BE49-F238E27FC236}">
                <a16:creationId xmlns:a16="http://schemas.microsoft.com/office/drawing/2014/main" id="{1428C92E-F2EB-8265-D13E-92156DB2833D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510338" y="17494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FADC3E7-00CF-E33F-0042-4AE7C8BE869F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107238" y="19621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90BCABE2-66C9-4706-C1D6-FA57D8FA3D17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249640895"/>
              </p:ext>
            </p:extLst>
          </p:nvPr>
        </p:nvGraphicFramePr>
        <p:xfrm>
          <a:off x="4192588" y="1220788"/>
          <a:ext cx="3741737" cy="2155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9876CEF-9A17-99CC-B685-E9874708DAF1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300538" y="331946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CF400A2-E15C-44EE-810D-B62AEE627775}" type="datetime'''D''e''s''e''mb''olso''''s ''RCC'' c''''on Le''a''d ''I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3191E72F-4071-E75B-251B-7B276987387C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894263" y="331946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33E31B2-AF19-4703-B018-79885BB93819}" type="datetime'''D''es''''embo''''l''sos ''''R''CC ''s''in O''t''ros IBK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7DD872C3-C571-9B0B-7040-B51D97CB28A8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5688013" y="15573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D205959-CFCC-4845-BE6D-7CF71322164E}" type="datetime'''8,''''''''''''''''''''''''''''''6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en-GB" sz="80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7BA5EDFF-6B30-EAF9-8488-4EFABF3700F0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483225" y="33194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C0630A1-AC45-40E9-9B92-1A5B6D1FFD13}" type="datetime'De''sem''bo''ls''o''s ''R''''C''C'''' ''Of''''''''erta &gt;1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60" name="Text Placeholder 2">
            <a:extLst>
              <a:ext uri="{FF2B5EF4-FFF2-40B4-BE49-F238E27FC236}">
                <a16:creationId xmlns:a16="http://schemas.microsoft.com/office/drawing/2014/main" id="{CA3240D6-FD6B-DE8A-B198-AA3CB42EBB0A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6229350" y="21478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ADEF931-2895-424D-899E-4C0031F8580F}" type="datetime'''''3''''''''''''''''''''''1'',''''''''''''''''''''''''8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31,8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681492CE-1D1A-450A-A12B-6C5F710B1319}" type="datetime'''''''''''''''''''''6''6''''''''''''''''''''''''''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64" name="Text Placeholder 2">
            <a:extLst>
              <a:ext uri="{FF2B5EF4-FFF2-40B4-BE49-F238E27FC236}">
                <a16:creationId xmlns:a16="http://schemas.microsoft.com/office/drawing/2014/main" id="{FD97970F-2EEC-E03B-4EF9-46346118B3B9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257925" y="297497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35F85B9-CDDD-4E3A-A0CA-3DA39AAA628A}" type="datetime'''''''''''''''1''6'''''',''''''''''''''''''''''''''6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16,6</a:t>
            </a:fld>
            <a:endParaRPr lang="en-GB" sz="800"/>
          </a:p>
        </p:txBody>
      </p:sp>
      <p:sp>
        <p:nvSpPr>
          <p:cNvPr id="151" name="Text Placeholder 2">
            <a:extLst>
              <a:ext uri="{FF2B5EF4-FFF2-40B4-BE49-F238E27FC236}">
                <a16:creationId xmlns:a16="http://schemas.microsoft.com/office/drawing/2014/main" id="{6C04260E-1923-F615-BDB6-BC484F706BBC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6121400" y="331946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A4D3F14-3919-405F-AD4B-084C1E21C6CC}" type="datetime'Share'' Aj''''ustado ''por Ticket'' y'' P''r''odu''c''t''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1C20052E-6AD5-F8CA-F694-55C9CB33E3A2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880225" y="18018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0C21853-E4DD-4379-90F7-0793F96B9B5F}" type="datetime'''''6'''''''''''',''''''''''''''''6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6,6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CCF5B9BE-D74A-5115-06A2-7512493EE2BC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675438" y="33194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5DFB57D-CDF4-466F-B585-A2E1A8714058}" type="datetime'D''e''se''''mb''o''lsos ''RCC N''o G''''e''''''stion''a''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7FED0046-E256-C0C1-71A9-95D7DC99C34E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421563" y="23590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EA09893-917F-4820-9D39-53C5A1B7EDAA}" type="datetime'3''1'''''''''''''',''''''''''''''8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31,8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9809397-52E3-4378-837E-0F15E89B631A}" type="datetime'''7''''6''''''''''''''''''''''''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C627D296-7140-13D3-5148-FE8B339B4393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7475538" y="308133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448416E-7B5A-4ED0-B0D9-7FBC455C9023}" type="datetime'''''9'''''',''''''''''9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9,9</a:t>
            </a:fld>
            <a:endParaRPr lang="en-GB" sz="80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27008E54-F3D6-1859-E5B8-1C27143D2064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7296150" y="331946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A88CA5-438B-4411-90D2-C37DF5D2CEE8}" type="datetime'''''''S''''''''h''a''''r''''''e'' R''''''elev''an''''t''''''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EB9EAD55-0766-3AE0-E280-F23CA0067B69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470400" y="11684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8B4D7C8-C0DD-48A9-A094-80FD0DE6E43A}" type="datetime'''''''''''6''''''''''2,3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62,3</a:t>
            </a:fld>
            <a:endParaRPr lang="en-US" sz="80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301FDDEB-5A44-2155-BC2D-266CB303F32A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5065713" y="13398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0F9CA82-F381-4828-8787-9BF1A36B53F1}" type="datetime'''''''''''''''''''5''''''''''''''6'',''''''''''''''9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56,9</a:t>
            </a:fld>
            <a:endParaRPr lang="en-GB" sz="800"/>
          </a:p>
        </p:txBody>
      </p:sp>
      <p:sp>
        <p:nvSpPr>
          <p:cNvPr id="163" name="Text Placeholder 2">
            <a:extLst>
              <a:ext uri="{FF2B5EF4-FFF2-40B4-BE49-F238E27FC236}">
                <a16:creationId xmlns:a16="http://schemas.microsoft.com/office/drawing/2014/main" id="{36285F36-D9B4-47D3-9C17-45949A5544ED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257925" y="16144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77E17AE-A5B9-437B-8949-036D49BD34FA}" type="datetime'''''''''''''4''''''8'''''''''''''''''''''',''''''''3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48,3</a:t>
            </a:fld>
            <a:endParaRPr lang="en-GB" sz="80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226EF616-B10C-9C5C-5836-430DD6E247E9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450138" y="18272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5FA983E-DFDB-4BB7-9B66-355DED24F1D7}" type="datetime'4''1'''''''''''''''''''''''''',7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41,7</a:t>
            </a:fld>
            <a:endParaRPr lang="en-GB" sz="80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366C77-A3F0-FDD0-5130-B319267E634D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9251950" y="13827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2B9B5D20-D02C-97DF-9A18-7ACC56523CDF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9848850" y="15938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413A6C2C-9BF8-8DBE-5E53-6A5DFF8C1865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0445750" y="15938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04CCC0C-3117-0FD4-601F-CBA737DB600C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1041063" y="19589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7" name="Chart 3">
            <a:extLst>
              <a:ext uri="{FF2B5EF4-FFF2-40B4-BE49-F238E27FC236}">
                <a16:creationId xmlns:a16="http://schemas.microsoft.com/office/drawing/2014/main" id="{3B4ECCA1-78CF-BDBA-0F6B-B283B78372F5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1834702965"/>
              </p:ext>
            </p:extLst>
          </p:nvPr>
        </p:nvGraphicFramePr>
        <p:xfrm>
          <a:off x="8126413" y="1220788"/>
          <a:ext cx="3743325" cy="2155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9608F9ED-068F-1482-1BCB-6B739AA1D4D9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auto">
          <a:xfrm>
            <a:off x="8234363" y="331946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26FB0C7-1952-48FE-97AC-8262FC23A466}" type="datetime'Desem''''''''''''b''olsos ''RCC con'' ''''''L''e''''ad I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4F1FC326-00D8-00C5-3C30-CB7E53EE7267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auto">
          <a:xfrm>
            <a:off x="8828088" y="331946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1872D03-4671-415D-A7AF-F69079A528ED}" type="datetime'De''s''''emb''o''ls''''''o''s R''''CC sin'' Ot''r''os I''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1E35F36C-EF24-4817-9C48-E707BA17587B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621838" y="14335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861FFE6-13A3-4914-8681-42921F45895D}" type="datetime'''''''''''''''''''''''''''6'',''''8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en-GB" sz="800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18CCDB92-CB53-9D0E-F47C-A7C180717600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9417050" y="33194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FDE93A-4335-46A8-84B9-9D3EC5694733}" type="datetime'Des''embo''''lso''''s RC''C'' Of''''e''r''t''a &gt;''''120''''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72" name="Text Placeholder 2">
            <a:extLst>
              <a:ext uri="{FF2B5EF4-FFF2-40B4-BE49-F238E27FC236}">
                <a16:creationId xmlns:a16="http://schemas.microsoft.com/office/drawing/2014/main" id="{A2F0F254-B243-E635-3AED-73432A1943CE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0164763" y="19304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A9F7DE-358E-460D-9479-95A17614EBB5}" type="datetime'''''''''''2''8'''',''''''''''''''''''''''''''''''''''''''6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28,6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D9FBC724-7A39-4635-B5A0-1B4984A86C68}" type="datetime'''''''''5''3''%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53%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76" name="Text Placeholder 2">
            <a:extLst>
              <a:ext uri="{FF2B5EF4-FFF2-40B4-BE49-F238E27FC236}">
                <a16:creationId xmlns:a16="http://schemas.microsoft.com/office/drawing/2014/main" id="{532CADE4-F8A6-AEA5-B20B-9B9EC6FF54AE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0193338" y="283686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F634CEA-619A-437A-BF9A-24E9F1935065}" type="datetime'''2''''5'''''',''''''''''''''''8''''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25,8</a:t>
            </a:fld>
            <a:endParaRPr lang="en-GB" sz="800"/>
          </a:p>
        </p:txBody>
      </p:sp>
      <p:sp>
        <p:nvSpPr>
          <p:cNvPr id="168" name="Text Placeholder 2">
            <a:extLst>
              <a:ext uri="{FF2B5EF4-FFF2-40B4-BE49-F238E27FC236}">
                <a16:creationId xmlns:a16="http://schemas.microsoft.com/office/drawing/2014/main" id="{6B43C359-F295-261E-8F97-87FDB272B738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056813" y="331946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61DF4ED-E6B9-44F4-AE43-B388BFC42A7A}" type="datetime'S''''hare Aj''''ust''ado'' ''po''r Ti''cket y Pro''d''uct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E90D9411-8B07-A4C8-58D1-FAABA8F9FA66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788650" y="17224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0B6CC1C-C1B9-4A92-B55E-0AEFBD7D0A68}" type="datetime'''''''''''''''''''''''''''1''''''''''''''''1'',7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11,7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50107E92-E979-D723-0D01-DAA32055C961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609263" y="33194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38AB78E-B686-4577-9D70-8E3443526402}" type="datetime'''De''se''m''bolsos R''C''''C'' No ''''Ge''stion''ad''''o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AD808B3F-9F91-9149-3F41-D49284C76484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356975" y="22955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92241FF-91FD-4D30-A6FA-BB8AF1367042}" type="datetime'''''2''''''''''''''''8'''',''''''''''''''''6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28,6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CDFEBCD2-2035-403B-9D2A-E77A194D836D}" type="datetime'''''''6''''''''''''''''''''''''''''7''''%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67%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D4622E83-17C1-9B90-F9C8-F179A21301BD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385550" y="301942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1B9EB0D-5585-4C11-A215-E8F1154B19F4}" type="datetime'''''''''''''''''''''''''''''''14'',''''''''''''''''''''''''1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14,1</a:t>
            </a:fld>
            <a:endParaRPr lang="en-GB" sz="800"/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DBA79F81-CAC8-B771-EB86-B4AFF4E2BF2C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11231563" y="331946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E0CC01A-B8F6-4987-BA3A-4C81379BD58D}" type="datetime'''S''''''ha''''r''e'' Re''l''''''e''v''''''''''''a''n''t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F03E44AB-68A1-D74A-5FFD-B42CB6086574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8404225" y="11684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E2A6AA4-6CDA-43F7-8108-9B7715431538}" type="datetime'''''''''''''''''6''''''''''3'''''''''''',''''''''7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63,7</a:t>
            </a:fld>
            <a:endParaRPr lang="en-US" sz="800"/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6CE5E80F-3847-A81D-8200-3FB3D4963066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8999538" y="12477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2A1394A-9730-4E43-93D4-8FC6A7911A43}" type="datetime'''6''1'''',''''''''''1''''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61,1</a:t>
            </a:fld>
            <a:endParaRPr lang="en-GB" sz="800"/>
          </a:p>
        </p:txBody>
      </p:sp>
      <p:sp>
        <p:nvSpPr>
          <p:cNvPr id="175" name="Text Placeholder 2">
            <a:extLst>
              <a:ext uri="{FF2B5EF4-FFF2-40B4-BE49-F238E27FC236}">
                <a16:creationId xmlns:a16="http://schemas.microsoft.com/office/drawing/2014/main" id="{76E08CFE-5115-6EDA-B9D2-997AFA3AB0CC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10193338" y="14589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17B77C-DD09-49E6-9ED1-7A1EC45DE652}" type="datetime'''''''''''''''5''''''''''4'''',''''''''4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54,4</a:t>
            </a:fld>
            <a:endParaRPr lang="en-GB" sz="800"/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4B1FA293-609E-5A8C-9E45-DA793E939CF2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11385550" y="18240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24EED2A-2822-415F-822E-F762D5B51C3F}" type="datetime'''''''''''''4''''2'''''''''',7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42,7</a:t>
            </a:fld>
            <a:endParaRPr lang="en-GB" sz="80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0BFCE8E-9708-581E-580B-1DEDB5809C5C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439863" y="43830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9F6982D7-327D-C49A-AE51-4E7290288148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2036763" y="48006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Conector recto 221">
            <a:extLst>
              <a:ext uri="{FF2B5EF4-FFF2-40B4-BE49-F238E27FC236}">
                <a16:creationId xmlns:a16="http://schemas.microsoft.com/office/drawing/2014/main" id="{73378A02-00FC-FCE5-17DE-03803D787E14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2633663" y="480060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3F958B2-9364-DDF9-A23C-D3A05D887B2B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228975" y="51133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9" name="Chart 3">
            <a:extLst>
              <a:ext uri="{FF2B5EF4-FFF2-40B4-BE49-F238E27FC236}">
                <a16:creationId xmlns:a16="http://schemas.microsoft.com/office/drawing/2014/main" id="{5A7BEB71-FCA7-510A-E416-4D2E2F619200}"/>
              </a:ext>
            </a:extLst>
          </p:cNvPr>
          <p:cNvGraphicFramePr/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3407874242"/>
              </p:ext>
            </p:extLst>
          </p:nvPr>
        </p:nvGraphicFramePr>
        <p:xfrm>
          <a:off x="314325" y="4102100"/>
          <a:ext cx="3743325" cy="2363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0BA50CB1-78FE-5DE9-447E-B426D4696A5E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22275" y="64087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D54233C-8E51-4965-B0ED-D7C61F4994C0}" type="datetime'''''''D''esembo''''''''''lsos RCC co''n Lea''''d'''' I''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02A9BFD7-BB32-2B7E-2770-72DE9249E781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1016000" y="64087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2ABB767-C9A4-4091-87C9-805B67CFAF22}" type="datetime'D''es''''em''b''ol''''sos RC''''C'' sin Otro''''s I''''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03EB0775-50D8-6EB9-B0B7-EA3A363E6610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784350" y="45370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3E9FE3C-8CC1-419A-8465-E0F185A0ED86}" type="datetime'''''''2''3'''''''''''''',''''''''''''''''''''''''''4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23,4</a:t>
            </a:fld>
            <a:endParaRPr lang="en-GB" sz="800"/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C832F8A8-0B69-541F-2096-5D32628DE9DB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1604963" y="64087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09A2650-37CB-4D08-84E7-FF48F5BB752E}" type="datetime'D''''e''se''''mbolsos'' R''C''C'''' Oferta'''' &gt;12''''0''''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96" name="Text Placeholder 2">
            <a:extLst>
              <a:ext uri="{FF2B5EF4-FFF2-40B4-BE49-F238E27FC236}">
                <a16:creationId xmlns:a16="http://schemas.microsoft.com/office/drawing/2014/main" id="{83A66836-B66C-A5E9-F700-FF7496789B93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gray">
          <a:xfrm>
            <a:off x="2352675" y="51212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5E6830E-AE14-4F57-AB1C-9B03C62B2FDB}" type="datetime'''4''''''''''''''''8'''',''''''''''''''''''''''''''''3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48,3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4EC61F3C-E79E-44DA-B5CF-8B74732D0675}" type="datetime'''''''''5''''''4''''''''''''%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54%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00" name="Text Placeholder 2">
            <a:extLst>
              <a:ext uri="{FF2B5EF4-FFF2-40B4-BE49-F238E27FC236}">
                <a16:creationId xmlns:a16="http://schemas.microsoft.com/office/drawing/2014/main" id="{311A561B-86BA-15D8-855D-14A5EB8DF762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gray">
          <a:xfrm>
            <a:off x="2381250" y="596741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FB9E3AB-E7C4-4858-BC8A-5615ADD59540}" type="datetime'''''''''4''''''''''0'''''''''''''''''''''''''''',''6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40,6</a:t>
            </a:fld>
            <a:endParaRPr lang="en-GB" sz="800"/>
          </a:p>
        </p:txBody>
      </p:sp>
      <p:sp>
        <p:nvSpPr>
          <p:cNvPr id="191" name="Text Placeholder 2">
            <a:extLst>
              <a:ext uri="{FF2B5EF4-FFF2-40B4-BE49-F238E27FC236}">
                <a16:creationId xmlns:a16="http://schemas.microsoft.com/office/drawing/2014/main" id="{CB880CA5-F5C0-8BBB-34F3-FE7D573AC80A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2244725" y="64087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56090A5-E03A-4F62-B240-770BFC800D33}" type="datetime'Shar''e Ajustado por Tic''''''''ke''t ''''''''y Pro''d''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052ED49D-3EB9-B652-166B-707A77F34069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gray">
          <a:xfrm>
            <a:off x="2976563" y="49022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BBF80F9-1923-4C46-953E-06194433A184}" type="datetime'1''''7'',''''''''''6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17,6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B8475A49-7D80-C889-C7E1-C81D1C71F0A5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2797175" y="64087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2CB613B-F926-4EFF-B165-A91F7DE030D3}" type="datetime'''''''''Des''emb''olsos'' RCC'''''' ''''N''o Gestiona''do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0953A903-5C0D-DE22-20C1-E46194340B8F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gray">
          <a:xfrm>
            <a:off x="3544888" y="543401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2657841-63B6-4B27-AE30-DA5A4B112094}" type="datetime'''4''''8'''''''''',''''''''''''3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48,3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74FE2933-6D4C-4D1F-93B0-FB7107667E44}" type="datetime'''''''''''''''''''''''''''''''''''''6''8''''''''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E3D66328-995B-AB15-47C5-4D7BE62C4287}"/>
              </a:ext>
            </a:extLst>
          </p:cNvPr>
          <p:cNvSpPr txBox="1">
            <a:spLocks/>
          </p:cNvSpPr>
          <p:nvPr>
            <p:custDataLst>
              <p:tags r:id="rId80"/>
            </p:custDataLst>
          </p:nvPr>
        </p:nvSpPr>
        <p:spPr bwMode="gray">
          <a:xfrm>
            <a:off x="3573463" y="612457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5A776A2-3756-4733-B33F-B969EDB3B9AE}" type="datetime'''''''2''''''''''''''''''''''''''''''''3'''',''''''0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23,0</a:t>
            </a:fld>
            <a:endParaRPr lang="en-GB" sz="800"/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1104E702-3A2B-5784-6C14-2E4B477563FB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auto">
          <a:xfrm>
            <a:off x="3419475" y="64087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0F744DC-B711-41F2-AB88-A13A5B4D0E76}" type="datetime'S''''''ha''''r''''''''''''e'''''' ''''''Re''''''''l''evan''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BE94CDD3-CE61-B975-046B-F39E48E68D3E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566738" y="4049713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8B5C928-FFA1-48A9-A4EF-5D13898072D0}" type="datetime'12''''''''''''''''''3,''5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123,5</a:t>
            </a:fld>
            <a:endParaRPr lang="en-US" sz="800"/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D91A1D63-274A-1E4D-96FE-851B932C33D5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1162050" y="4248150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3EF66E3-5975-434C-B374-966399E278E5}" type="datetime'1''''''''''''''''''''''''''''''''''''1''2'',''3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112,3</a:t>
            </a:fld>
            <a:endParaRPr lang="en-GB" sz="800"/>
          </a:p>
        </p:txBody>
      </p:sp>
      <p:sp>
        <p:nvSpPr>
          <p:cNvPr id="199" name="Text Placeholder 2">
            <a:extLst>
              <a:ext uri="{FF2B5EF4-FFF2-40B4-BE49-F238E27FC236}">
                <a16:creationId xmlns:a16="http://schemas.microsoft.com/office/drawing/2014/main" id="{A788E3D9-0702-6FA8-1E54-9C31597AE259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2381250" y="46656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E0DE7B8-39BF-422B-B4F1-9B3A5BD32175}" type="datetime'''''''''''''''''''''''8''''''''''''''''8'',''9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88,9</a:t>
            </a:fld>
            <a:endParaRPr lang="en-GB" sz="800"/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3C29966-FC4A-300A-3A02-23A6D4B042D6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3573463" y="49784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0996C3F-21EF-4D88-B2D0-90BC350EDFFE}" type="datetime'''''''''''''''7''''''''''1'''''''''''',''''3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71,3</a:t>
            </a:fld>
            <a:endParaRPr lang="en-GB" sz="80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BA3AE9D-B5E9-5BE5-D1BA-F30ABB52CB6A}"/>
              </a:ext>
            </a:extLst>
          </p:cNvPr>
          <p:cNvCxnSpPr/>
          <p:nvPr>
            <p:custDataLst>
              <p:tags r:id="rId86"/>
            </p:custDataLst>
          </p:nvPr>
        </p:nvCxnSpPr>
        <p:spPr bwMode="auto">
          <a:xfrm>
            <a:off x="5318125" y="44894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Conector recto 205">
            <a:extLst>
              <a:ext uri="{FF2B5EF4-FFF2-40B4-BE49-F238E27FC236}">
                <a16:creationId xmlns:a16="http://schemas.microsoft.com/office/drawing/2014/main" id="{2EE238DF-3804-AD99-0078-68A9F88AC8B5}"/>
              </a:ext>
            </a:extLst>
          </p:cNvPr>
          <p:cNvCxnSpPr/>
          <p:nvPr>
            <p:custDataLst>
              <p:tags r:id="rId87"/>
            </p:custDataLst>
          </p:nvPr>
        </p:nvCxnSpPr>
        <p:spPr bwMode="auto">
          <a:xfrm>
            <a:off x="5915025" y="493553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B8BFF60B-0A9E-3998-C946-488FB1A36754}"/>
              </a:ext>
            </a:extLst>
          </p:cNvPr>
          <p:cNvCxnSpPr/>
          <p:nvPr>
            <p:custDataLst>
              <p:tags r:id="rId88"/>
            </p:custDataLst>
          </p:nvPr>
        </p:nvCxnSpPr>
        <p:spPr bwMode="auto">
          <a:xfrm>
            <a:off x="6510338" y="49355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5C4EFF1-160A-303B-AA9D-D828262FD492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>
            <a:off x="7107238" y="531336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0" name="Chart 3">
            <a:extLst>
              <a:ext uri="{FF2B5EF4-FFF2-40B4-BE49-F238E27FC236}">
                <a16:creationId xmlns:a16="http://schemas.microsoft.com/office/drawing/2014/main" id="{E1B3D000-4A48-4A67-6676-E51394BCFFFD}"/>
              </a:ext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4037139872"/>
              </p:ext>
            </p:extLst>
          </p:nvPr>
        </p:nvGraphicFramePr>
        <p:xfrm>
          <a:off x="4192588" y="4102100"/>
          <a:ext cx="3741737" cy="2363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0F504776-0DD3-B7C4-1277-7485FCC605A0}"/>
              </a:ext>
            </a:extLst>
          </p:cNvPr>
          <p:cNvSpPr txBox="1">
            <a:spLocks/>
          </p:cNvSpPr>
          <p:nvPr>
            <p:custDataLst>
              <p:tags r:id="rId91"/>
            </p:custDataLst>
          </p:nvPr>
        </p:nvSpPr>
        <p:spPr bwMode="auto">
          <a:xfrm>
            <a:off x="4300538" y="64087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E612CD1-9141-4B26-98B0-E627FE22C5EF}" type="datetime'Desemb''''o''''l''''s''os RC''''''C ''c''on Le''a''d IBK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DF32EA7C-2BDA-27A8-0362-08ECDFAB6439}"/>
              </a:ext>
            </a:extLst>
          </p:cNvPr>
          <p:cNvSpPr txBox="1">
            <a:spLocks/>
          </p:cNvSpPr>
          <p:nvPr>
            <p:custDataLst>
              <p:tags r:id="rId92"/>
            </p:custDataLst>
          </p:nvPr>
        </p:nvSpPr>
        <p:spPr bwMode="auto">
          <a:xfrm>
            <a:off x="4894263" y="64087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766FE28-3370-4B8F-9FB1-98481C8F0FEE}" type="datetime'De''sem''bol''''sos R''C''C'''''''' ''''si''n O''tros ''''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E9410E57-31EB-7FE7-D78E-5E81A48F95E1}"/>
              </a:ext>
            </a:extLst>
          </p:cNvPr>
          <p:cNvSpPr txBox="1">
            <a:spLocks/>
          </p:cNvSpPr>
          <p:nvPr>
            <p:custDataLst>
              <p:tags r:id="rId93"/>
            </p:custDataLst>
          </p:nvPr>
        </p:nvSpPr>
        <p:spPr bwMode="gray">
          <a:xfrm>
            <a:off x="5662613" y="46577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6EF2287-DE75-4224-9C30-FBD7DD687166}" type="datetime'''''''2''''''''''0'',''''3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20,3</a:t>
            </a:fld>
            <a:endParaRPr lang="en-GB" sz="800"/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23736A9A-AA9F-FA6F-C384-8AC472C7A6D7}"/>
              </a:ext>
            </a:extLst>
          </p:cNvPr>
          <p:cNvSpPr txBox="1">
            <a:spLocks/>
          </p:cNvSpPr>
          <p:nvPr>
            <p:custDataLst>
              <p:tags r:id="rId94"/>
            </p:custDataLst>
          </p:nvPr>
        </p:nvSpPr>
        <p:spPr bwMode="auto">
          <a:xfrm>
            <a:off x="5483225" y="64087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36E73E4-9ADA-4800-BFB3-7D2C24DC4284}" type="datetime'''D''e''''sembol''sos'''''''' R''C''C Ofer''ta &gt;1''''''2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1D1B8CAB-7D12-09D5-5A78-ED4B075BA648}"/>
              </a:ext>
            </a:extLst>
          </p:cNvPr>
          <p:cNvSpPr txBox="1">
            <a:spLocks/>
          </p:cNvSpPr>
          <p:nvPr>
            <p:custDataLst>
              <p:tags r:id="rId95"/>
            </p:custDataLst>
          </p:nvPr>
        </p:nvSpPr>
        <p:spPr bwMode="gray">
          <a:xfrm>
            <a:off x="6229350" y="50974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FDA069F-5B0A-4656-A371-84C71CCECCE9}" type="datetime'''''''''''''''''24'''''''''''',''''''''''''7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24,7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4423BA9A-E3F1-467A-82E7-9E3B4E58343C}" type="datetime'''''''''''''''''''''''3''''8''''''''''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12" name="Text Placeholder 2">
            <a:extLst>
              <a:ext uri="{FF2B5EF4-FFF2-40B4-BE49-F238E27FC236}">
                <a16:creationId xmlns:a16="http://schemas.microsoft.com/office/drawing/2014/main" id="{97F43EEF-B595-F401-EA5E-8DED9DBF3C50}"/>
              </a:ext>
            </a:extLst>
          </p:cNvPr>
          <p:cNvSpPr txBox="1">
            <a:spLocks/>
          </p:cNvSpPr>
          <p:nvPr>
            <p:custDataLst>
              <p:tags r:id="rId96"/>
            </p:custDataLst>
          </p:nvPr>
        </p:nvSpPr>
        <p:spPr bwMode="gray">
          <a:xfrm>
            <a:off x="6257925" y="587692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FC7F63B-2821-4845-AF8B-89BD9ACF0D1F}" type="datetime'4''1'''',''''''''''''''''''0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41,0</a:t>
            </a:fld>
            <a:endParaRPr lang="en-GB" sz="800"/>
          </a:p>
        </p:txBody>
      </p:sp>
      <p:sp>
        <p:nvSpPr>
          <p:cNvPr id="204" name="Text Placeholder 2">
            <a:extLst>
              <a:ext uri="{FF2B5EF4-FFF2-40B4-BE49-F238E27FC236}">
                <a16:creationId xmlns:a16="http://schemas.microsoft.com/office/drawing/2014/main" id="{6ECF58D1-2120-2954-37A2-78A75F8CF49B}"/>
              </a:ext>
            </a:extLst>
          </p:cNvPr>
          <p:cNvSpPr txBox="1">
            <a:spLocks/>
          </p:cNvSpPr>
          <p:nvPr>
            <p:custDataLst>
              <p:tags r:id="rId97"/>
            </p:custDataLst>
          </p:nvPr>
        </p:nvSpPr>
        <p:spPr bwMode="auto">
          <a:xfrm>
            <a:off x="6121400" y="64087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8874DD2-64D7-473E-A945-DB67AE8CE3D1}" type="datetime'''''Share A''j''''''usta''do'' por ''Ticket y'' Prod''u''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E70F9644-FCF1-F848-2BC3-DA68941A932A}"/>
              </a:ext>
            </a:extLst>
          </p:cNvPr>
          <p:cNvSpPr txBox="1">
            <a:spLocks/>
          </p:cNvSpPr>
          <p:nvPr>
            <p:custDataLst>
              <p:tags r:id="rId98"/>
            </p:custDataLst>
          </p:nvPr>
        </p:nvSpPr>
        <p:spPr bwMode="gray">
          <a:xfrm>
            <a:off x="6854825" y="50704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A9F398A-BFD4-4A5C-80CD-3194C61AC6BA}" type="datetime'''''''''''''''''1''''''''''''''7'''''''''''',''''''''''1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17,1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28" name="Text Placeholder 2">
            <a:extLst>
              <a:ext uri="{FF2B5EF4-FFF2-40B4-BE49-F238E27FC236}">
                <a16:creationId xmlns:a16="http://schemas.microsoft.com/office/drawing/2014/main" id="{E5051812-DDD5-A282-F6A8-5DB7E7EBBB8C}"/>
              </a:ext>
            </a:extLst>
          </p:cNvPr>
          <p:cNvSpPr txBox="1">
            <a:spLocks/>
          </p:cNvSpPr>
          <p:nvPr>
            <p:custDataLst>
              <p:tags r:id="rId99"/>
            </p:custDataLst>
          </p:nvPr>
        </p:nvSpPr>
        <p:spPr bwMode="auto">
          <a:xfrm>
            <a:off x="6675438" y="64087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8AEFAB4-1B43-46DC-B435-27B01565983E}" type="datetime'Desem''b''ol''''''''so''s'''' RC''C'''' No Ges''tio''na''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E5C35879-D850-1BAA-BFD8-2AC3CDC57432}"/>
              </a:ext>
            </a:extLst>
          </p:cNvPr>
          <p:cNvSpPr txBox="1">
            <a:spLocks/>
          </p:cNvSpPr>
          <p:nvPr>
            <p:custDataLst>
              <p:tags r:id="rId100"/>
            </p:custDataLst>
          </p:nvPr>
        </p:nvSpPr>
        <p:spPr bwMode="gray">
          <a:xfrm>
            <a:off x="7421563" y="54752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563E224-8F04-4DD2-9350-9F525F284771}" type="datetime'''''''''''''''''2''''4'',''7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24,7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31F93BCB-8A3A-4729-8840-0940097F1B37}" type="datetime'5''''''''''''''''''''1''''''''%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51%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1" name="Text Placeholder 2">
            <a:extLst>
              <a:ext uri="{FF2B5EF4-FFF2-40B4-BE49-F238E27FC236}">
                <a16:creationId xmlns:a16="http://schemas.microsoft.com/office/drawing/2014/main" id="{81134B7A-194C-C1F2-01A6-3892B7F8D1C9}"/>
              </a:ext>
            </a:extLst>
          </p:cNvPr>
          <p:cNvSpPr txBox="1">
            <a:spLocks/>
          </p:cNvSpPr>
          <p:nvPr>
            <p:custDataLst>
              <p:tags r:id="rId101"/>
            </p:custDataLst>
          </p:nvPr>
        </p:nvSpPr>
        <p:spPr bwMode="gray">
          <a:xfrm>
            <a:off x="7450138" y="6065838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BBCE26D-FE41-4709-ACF0-445E5B28996F}" type="datetime'2''''''''3'''''''''''''''',''''8''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23,8</a:t>
            </a:fld>
            <a:endParaRPr lang="en-GB" sz="800"/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35CA8555-30F5-2201-BD3D-C71F059027B9}"/>
              </a:ext>
            </a:extLst>
          </p:cNvPr>
          <p:cNvSpPr txBox="1">
            <a:spLocks/>
          </p:cNvSpPr>
          <p:nvPr>
            <p:custDataLst>
              <p:tags r:id="rId102"/>
            </p:custDataLst>
          </p:nvPr>
        </p:nvSpPr>
        <p:spPr bwMode="auto">
          <a:xfrm>
            <a:off x="7296150" y="64087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0019A88-7022-4AF1-BD59-521849D254BD}" type="datetime'''''S''''''ha''r''''''e'' R''''''ele''v''a''n''''t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14F15DFA-6C7D-8105-3BB3-9DE0A7F68723}"/>
              </a:ext>
            </a:extLst>
          </p:cNvPr>
          <p:cNvSpPr txBox="1">
            <a:spLocks/>
          </p:cNvSpPr>
          <p:nvPr>
            <p:custDataLst>
              <p:tags r:id="rId103"/>
            </p:custDataLst>
          </p:nvPr>
        </p:nvSpPr>
        <p:spPr bwMode="gray">
          <a:xfrm>
            <a:off x="4470400" y="40497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BCC33A5-87D7-4308-8B65-252D8945D8CA}" type="datetime'''''''''9''''''9'''''''''''''',''''7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99,7</a:t>
            </a:fld>
            <a:endParaRPr lang="en-US" sz="800"/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8D85395F-52A0-81DE-7992-41073D4C33F8}"/>
              </a:ext>
            </a:extLst>
          </p:cNvPr>
          <p:cNvSpPr txBox="1">
            <a:spLocks/>
          </p:cNvSpPr>
          <p:nvPr>
            <p:custDataLst>
              <p:tags r:id="rId104"/>
            </p:custDataLst>
          </p:nvPr>
        </p:nvSpPr>
        <p:spPr bwMode="gray">
          <a:xfrm>
            <a:off x="5065713" y="43545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3B72FCC-E21B-4597-BF55-D9AF92315CE3}" type="datetime'''''8''''''''''5'''''''',''''''9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85,9</a:t>
            </a:fld>
            <a:endParaRPr lang="en-GB" sz="800"/>
          </a:p>
        </p:txBody>
      </p:sp>
      <p:sp>
        <p:nvSpPr>
          <p:cNvPr id="211" name="Text Placeholder 2">
            <a:extLst>
              <a:ext uri="{FF2B5EF4-FFF2-40B4-BE49-F238E27FC236}">
                <a16:creationId xmlns:a16="http://schemas.microsoft.com/office/drawing/2014/main" id="{45D2D466-2447-B859-C8AC-571E9C8C50EC}"/>
              </a:ext>
            </a:extLst>
          </p:cNvPr>
          <p:cNvSpPr txBox="1">
            <a:spLocks/>
          </p:cNvSpPr>
          <p:nvPr>
            <p:custDataLst>
              <p:tags r:id="rId105"/>
            </p:custDataLst>
          </p:nvPr>
        </p:nvSpPr>
        <p:spPr bwMode="gray">
          <a:xfrm>
            <a:off x="6257925" y="48006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09AE4F3-234D-44BC-8C7A-11ED455B9F08}" type="datetime'6''5'''''''''',''''''''''''''''''7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65,7</a:t>
            </a:fld>
            <a:endParaRPr lang="en-GB" sz="800"/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24C0FB3C-4B5D-DEC4-5724-E3A2CD6A12C4}"/>
              </a:ext>
            </a:extLst>
          </p:cNvPr>
          <p:cNvSpPr txBox="1">
            <a:spLocks/>
          </p:cNvSpPr>
          <p:nvPr>
            <p:custDataLst>
              <p:tags r:id="rId106"/>
            </p:custDataLst>
          </p:nvPr>
        </p:nvSpPr>
        <p:spPr bwMode="gray">
          <a:xfrm>
            <a:off x="7450138" y="51784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C8E508-4667-4B81-9BD6-A289DA42FC87}" type="datetime'''4''''''''8'''''''''''',''''''5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48,5</a:t>
            </a:fld>
            <a:endParaRPr lang="en-GB" sz="800"/>
          </a:p>
        </p:txBody>
      </p:sp>
      <p:graphicFrame>
        <p:nvGraphicFramePr>
          <p:cNvPr id="71" name="Chart 3">
            <a:extLst>
              <a:ext uri="{FF2B5EF4-FFF2-40B4-BE49-F238E27FC236}">
                <a16:creationId xmlns:a16="http://schemas.microsoft.com/office/drawing/2014/main" id="{117A3DF8-92B9-49BA-7057-3B61AB35A849}"/>
              </a:ext>
            </a:extLst>
          </p:cNvPr>
          <p:cNvGraphicFramePr/>
          <p:nvPr>
            <p:custDataLst>
              <p:tags r:id="rId107"/>
            </p:custDataLst>
            <p:extLst>
              <p:ext uri="{D42A27DB-BD31-4B8C-83A1-F6EECF244321}">
                <p14:modId xmlns:p14="http://schemas.microsoft.com/office/powerpoint/2010/main" val="3823899863"/>
              </p:ext>
            </p:extLst>
          </p:nvPr>
        </p:nvGraphicFramePr>
        <p:xfrm>
          <a:off x="8320088" y="4424363"/>
          <a:ext cx="3457575" cy="1474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7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6A288A-B79D-4EBB-2A47-24BC6E9A888F}"/>
              </a:ext>
            </a:extLst>
          </p:cNvPr>
          <p:cNvCxnSpPr/>
          <p:nvPr>
            <p:custDataLst>
              <p:tags r:id="rId108"/>
            </p:custDataLst>
          </p:nvPr>
        </p:nvCxnSpPr>
        <p:spPr bwMode="auto">
          <a:xfrm>
            <a:off x="8931275" y="3990975"/>
            <a:ext cx="1646238" cy="4032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713E286-8A64-ADB9-CB2B-F8A7B85BCAF8}"/>
              </a:ext>
            </a:extLst>
          </p:cNvPr>
          <p:cNvCxnSpPr/>
          <p:nvPr>
            <p:custDataLst>
              <p:tags r:id="rId109"/>
            </p:custDataLst>
          </p:nvPr>
        </p:nvCxnSpPr>
        <p:spPr bwMode="auto">
          <a:xfrm>
            <a:off x="9520238" y="4441825"/>
            <a:ext cx="1646238" cy="3810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00E8EAB-60E4-EEE8-0784-515CDB0880C0}"/>
              </a:ext>
            </a:extLst>
          </p:cNvPr>
          <p:cNvSpPr txBox="1">
            <a:spLocks/>
          </p:cNvSpPr>
          <p:nvPr>
            <p:custDataLst>
              <p:tags r:id="rId110"/>
            </p:custDataLst>
          </p:nvPr>
        </p:nvSpPr>
        <p:spPr bwMode="auto">
          <a:xfrm>
            <a:off x="9058275" y="5746750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52F13CA-0F45-4251-8418-5C024632CA10}" type="datetime'''2''''''''''''''''''''''''''''''''''''02''''5Q''2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2025Q2</a:t>
            </a:fld>
            <a:endParaRPr lang="en-GB" sz="80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932F8C9-3650-0958-2E03-758C727761B4}"/>
              </a:ext>
            </a:extLst>
          </p:cNvPr>
          <p:cNvSpPr txBox="1">
            <a:spLocks/>
          </p:cNvSpPr>
          <p:nvPr>
            <p:custDataLst>
              <p:tags r:id="rId111"/>
            </p:custDataLst>
          </p:nvPr>
        </p:nvSpPr>
        <p:spPr bwMode="auto">
          <a:xfrm>
            <a:off x="10704513" y="5746750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2E2B224-FE56-45CB-9981-116728840358}" type="datetime'''''''2''0''''''''''''''''26''''''Q''''2''''''''''''''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2026Q2</a:t>
            </a:fld>
            <a:endParaRPr lang="en-GB" sz="80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C332198-4039-C94E-DB5F-A348281777F1}"/>
              </a:ext>
            </a:extLst>
          </p:cNvPr>
          <p:cNvSpPr txBox="1">
            <a:spLocks/>
          </p:cNvSpPr>
          <p:nvPr>
            <p:custDataLst>
              <p:tags r:id="rId112"/>
            </p:custDataLst>
          </p:nvPr>
        </p:nvSpPr>
        <p:spPr bwMode="auto">
          <a:xfrm>
            <a:off x="9424988" y="4056063"/>
            <a:ext cx="658813" cy="273050"/>
          </a:xfrm>
          <a:prstGeom prst="ellipse">
            <a:avLst/>
          </a:prstGeom>
          <a:solidFill>
            <a:srgbClr val="2F9E98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4859D50-D1A2-41DC-8B73-BD35EB260D51}" type="datetime'-''''3''''''''2'''''''''''''' ''''''''pp''''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-32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A5A91C8-F65C-850A-B925-69F6FE1B50E7}"/>
              </a:ext>
            </a:extLst>
          </p:cNvPr>
          <p:cNvSpPr txBox="1">
            <a:spLocks/>
          </p:cNvSpPr>
          <p:nvPr>
            <p:custDataLst>
              <p:tags r:id="rId113"/>
            </p:custDataLst>
          </p:nvPr>
        </p:nvSpPr>
        <p:spPr bwMode="auto">
          <a:xfrm>
            <a:off x="10013950" y="4495800"/>
            <a:ext cx="658813" cy="273050"/>
          </a:xfrm>
          <a:prstGeom prst="ellipse">
            <a:avLst/>
          </a:prstGeom>
          <a:solidFill>
            <a:srgbClr val="13807B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93239D1-B09F-4E76-8C22-7BE1B6749AC3}" type="datetime'''''''''''-30'''''' ''pp''''''''''''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-30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2E9732-16DA-3DDB-E069-AC64F9C20D86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8705850" y="5856288"/>
            <a:ext cx="142875" cy="106363"/>
          </a:xfrm>
          <a:prstGeom prst="rect">
            <a:avLst/>
          </a:prstGeom>
          <a:solidFill>
            <a:srgbClr val="10B4A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32B3677-30E1-A669-1646-4FE85DED219B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294938" y="5856288"/>
            <a:ext cx="142875" cy="106363"/>
          </a:xfrm>
          <a:prstGeom prst="rect">
            <a:avLst/>
          </a:prstGeom>
          <a:solidFill>
            <a:srgbClr val="13807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112524C1-CA10-1A98-44F4-02014D0906B4}"/>
              </a:ext>
            </a:extLst>
          </p:cNvPr>
          <p:cNvSpPr txBox="1">
            <a:spLocks/>
          </p:cNvSpPr>
          <p:nvPr>
            <p:custDataLst>
              <p:tags r:id="rId116"/>
            </p:custDataLst>
          </p:nvPr>
        </p:nvSpPr>
        <p:spPr bwMode="auto">
          <a:xfrm>
            <a:off x="8899525" y="5861050"/>
            <a:ext cx="1293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C8627EBB-2983-4D51-96CA-B49B0AB505B8}" type="datetime'''Sh''''''a''re Aj''ust''ado Ticket'' P''''''''r''odu''c''to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Ajustado Ticket Producto</a:t>
            </a:fld>
            <a:endParaRPr lang="en-GB" sz="80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74E02CF7-990C-EDC3-1BC9-664C42AC6B78}"/>
              </a:ext>
            </a:extLst>
          </p:cNvPr>
          <p:cNvSpPr txBox="1">
            <a:spLocks/>
          </p:cNvSpPr>
          <p:nvPr>
            <p:custDataLst>
              <p:tags r:id="rId117"/>
            </p:custDataLst>
          </p:nvPr>
        </p:nvSpPr>
        <p:spPr bwMode="auto">
          <a:xfrm>
            <a:off x="10488613" y="5861050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8642B64-FADA-48BA-9ECA-C071D59DA081}" type="datetime'S''h''''''''''''''''ar''''e ''''''Re''l''e''''''va''n''te''''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Relevante</a:t>
            </a:fld>
            <a:endParaRPr lang="en-GB" sz="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67163B-9579-ED70-1AAE-26520541D82E}"/>
              </a:ext>
            </a:extLst>
          </p:cNvPr>
          <p:cNvSpPr txBox="1"/>
          <p:nvPr/>
        </p:nvSpPr>
        <p:spPr>
          <a:xfrm>
            <a:off x="8451850" y="6394219"/>
            <a:ext cx="3346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PE" sz="800" dirty="0"/>
              <a:t>La tasa dejó de competir y, de paso, empezamos a dejar leads sin atender.</a:t>
            </a:r>
            <a:endParaRPr lang="en-GB" sz="800" dirty="0"/>
          </a:p>
        </p:txBody>
      </p:sp>
      <p:pic>
        <p:nvPicPr>
          <p:cNvPr id="23" name="Picture 86">
            <a:extLst>
              <a:ext uri="{FF2B5EF4-FFF2-40B4-BE49-F238E27FC236}">
                <a16:creationId xmlns:a16="http://schemas.microsoft.com/office/drawing/2014/main" id="{9F8703B1-43B6-51B4-A3D9-D7FADD0A7797}"/>
              </a:ext>
            </a:extLst>
      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pic>
        <p:nvPicPr>
          <p:cNvPr id="28" name="Picture 515">
            <a:extLst>
              <a:ext uri="{FF2B5EF4-FFF2-40B4-BE49-F238E27FC236}">
                <a16:creationId xmlns:a16="http://schemas.microsoft.com/office/drawing/2014/main" id="{430C6F76-40A7-F9A6-BC17-978F4DE94F9E}"/>
              </a:ext>
            </a:extLst>
          </p:cNvPr>
          <p:cNvPicPr>
            <a:picLocks noChangeAspect="1"/>
          </p:cNvPicPr>
          <p:nvPr/>
        </p:nvPicPr>
        <p:blipFill>
          <a:blip r:embed="rId129"/>
          <a:srcRect t="1" r="9121" b="14302"/>
          <a:stretch>
            <a:fillRect/>
          </a:stretch>
        </p:blipFill>
        <p:spPr>
          <a:xfrm>
            <a:off x="8694738" y="6194371"/>
            <a:ext cx="144000" cy="121497"/>
          </a:xfrm>
          <a:prstGeom prst="rect">
            <a:avLst/>
          </a:prstGeom>
        </p:spPr>
      </p:pic>
      <p:sp>
        <p:nvSpPr>
          <p:cNvPr id="48" name="TextBox 516">
            <a:extLst>
              <a:ext uri="{FF2B5EF4-FFF2-40B4-BE49-F238E27FC236}">
                <a16:creationId xmlns:a16="http://schemas.microsoft.com/office/drawing/2014/main" id="{6945D0CE-F849-7231-E746-613C7D8325DE}"/>
              </a:ext>
            </a:extLst>
          </p:cNvPr>
          <p:cNvSpPr txBox="1"/>
          <p:nvPr/>
        </p:nvSpPr>
        <p:spPr>
          <a:xfrm>
            <a:off x="8819213" y="6142718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err="1"/>
              <a:t>Desembolsos</a:t>
            </a:r>
            <a:r>
              <a:rPr lang="en-GB" sz="800"/>
              <a:t> </a:t>
            </a:r>
            <a:r>
              <a:rPr lang="en-GB" sz="800" err="1"/>
              <a:t>Competencia</a:t>
            </a:r>
            <a:endParaRPr lang="en-GB" sz="800"/>
          </a:p>
        </p:txBody>
      </p:sp>
      <p:pic>
        <p:nvPicPr>
          <p:cNvPr id="74" name="Icono Cuenta Estratégica">
            <a:hlinkClick r:id="rId130" action="ppaction://hlinksldjump"/>
            <a:extLst>
              <a:ext uri="{FF2B5EF4-FFF2-40B4-BE49-F238E27FC236}">
                <a16:creationId xmlns:a16="http://schemas.microsoft.com/office/drawing/2014/main" id="{EC3048A3-324B-1425-16F2-6D44400CF8C3}"/>
              </a:ext>
            </a:extLst>
      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0636250" y="229189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8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0EC289-5D08-FBE6-DC30-A6263111C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B6EF6433-8455-35C9-A26A-D27B1AA330D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14207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20" imgW="7772400" imgH="10058400" progId="TCLayout.ActiveDocument.1">
                  <p:embed/>
                </p:oleObj>
              </mc:Choice>
              <mc:Fallback>
                <p:oleObj name="Diapositiva de thinkcell" r:id="rId120" imgW="7772400" imgH="10058400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EF6433-8455-35C9-A26A-D27B1AA3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79FB6ED9-2B87-8ED2-D7B4-D26082CC4CE0}"/>
              </a:ext>
            </a:extLst>
          </p:cNvPr>
          <p:cNvSpPr/>
          <p:nvPr/>
        </p:nvSpPr>
        <p:spPr>
          <a:xfrm>
            <a:off x="331788" y="952501"/>
            <a:ext cx="3711575" cy="27051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2BC892-56E4-13F2-8596-C43D50A23204}"/>
              </a:ext>
            </a:extLst>
          </p:cNvPr>
          <p:cNvSpPr/>
          <p:nvPr/>
        </p:nvSpPr>
        <p:spPr>
          <a:xfrm>
            <a:off x="324573" y="3977305"/>
            <a:ext cx="3711575" cy="27072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5DB5B7-812B-54DA-2002-3020782ECE8F}"/>
              </a:ext>
            </a:extLst>
          </p:cNvPr>
          <p:cNvSpPr/>
          <p:nvPr/>
        </p:nvSpPr>
        <p:spPr>
          <a:xfrm>
            <a:off x="4235450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D40500-26A4-13D9-82A2-9F7A27A8120F}"/>
              </a:ext>
            </a:extLst>
          </p:cNvPr>
          <p:cNvSpPr/>
          <p:nvPr/>
        </p:nvSpPr>
        <p:spPr>
          <a:xfrm>
            <a:off x="4227513" y="3983038"/>
            <a:ext cx="3711575" cy="2701467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54504E-7F41-8D38-A26C-6889A1F5412C}"/>
              </a:ext>
            </a:extLst>
          </p:cNvPr>
          <p:cNvSpPr/>
          <p:nvPr/>
        </p:nvSpPr>
        <p:spPr>
          <a:xfrm>
            <a:off x="8137525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033580DE-3E12-4A37-C498-9FD6D7345D6E}"/>
              </a:ext>
            </a:extLst>
          </p:cNvPr>
          <p:cNvSpPr/>
          <p:nvPr/>
        </p:nvSpPr>
        <p:spPr>
          <a:xfrm>
            <a:off x="324573" y="750962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2025Q2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4DC5E1B5-D646-DEFE-9072-5ACD95B94088}"/>
              </a:ext>
            </a:extLst>
          </p:cNvPr>
          <p:cNvSpPr/>
          <p:nvPr/>
        </p:nvSpPr>
        <p:spPr>
          <a:xfrm>
            <a:off x="4226009" y="747737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2025Q3</a:t>
            </a: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5FB2B82D-FFDE-67FE-4484-8F0565ECC84E}"/>
              </a:ext>
            </a:extLst>
          </p:cNvPr>
          <p:cNvSpPr/>
          <p:nvPr/>
        </p:nvSpPr>
        <p:spPr>
          <a:xfrm>
            <a:off x="8132329" y="748011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2025Q4</a:t>
            </a:r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C2F346E2-9D4F-911D-7AE5-DC9A9C8AA544}"/>
              </a:ext>
            </a:extLst>
          </p:cNvPr>
          <p:cNvSpPr/>
          <p:nvPr/>
        </p:nvSpPr>
        <p:spPr>
          <a:xfrm>
            <a:off x="311150" y="3761073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2026Q1</a:t>
            </a:r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4C3A63CE-E6B5-BC4A-FDA4-D23919B3032D}"/>
              </a:ext>
            </a:extLst>
          </p:cNvPr>
          <p:cNvSpPr/>
          <p:nvPr/>
        </p:nvSpPr>
        <p:spPr>
          <a:xfrm>
            <a:off x="4220846" y="3754310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202604-202605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45220D30-00AF-4F6E-A65A-C95D0429D7A3}"/>
              </a:ext>
            </a:extLst>
          </p:cNvPr>
          <p:cNvSpPr txBox="1"/>
          <p:nvPr/>
        </p:nvSpPr>
        <p:spPr>
          <a:xfrm>
            <a:off x="324573" y="213075"/>
            <a:ext cx="100799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Maduro Multibanco: Pierde por precio cada trimestre y en 2026 se suma la gestión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C7C0410-9BC8-D264-F407-61AF24374D7D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439863" y="15605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8A06781E-7257-3CD5-5DD7-5010A9BA2B23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036763" y="16954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Conector recto 230">
            <a:extLst>
              <a:ext uri="{FF2B5EF4-FFF2-40B4-BE49-F238E27FC236}">
                <a16:creationId xmlns:a16="http://schemas.microsoft.com/office/drawing/2014/main" id="{53DAB8F1-EAA6-976A-7003-0FADEA83B1BD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33663" y="16954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F274E3-FE27-81C0-8E94-25620F3A9AD5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228975" y="22113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6" name="Chart 3">
            <a:extLst>
              <a:ext uri="{FF2B5EF4-FFF2-40B4-BE49-F238E27FC236}">
                <a16:creationId xmlns:a16="http://schemas.microsoft.com/office/drawing/2014/main" id="{8B4C2929-CFC4-623A-34EF-26D7727F3F94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45453012"/>
              </p:ext>
            </p:extLst>
          </p:nvPr>
        </p:nvGraphicFramePr>
        <p:xfrm>
          <a:off x="314325" y="1216025"/>
          <a:ext cx="3743325" cy="2185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AD0D097-8532-22AF-159E-0CE3398E526C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2275" y="334486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55DFA4-F53B-497E-A02B-9723CD804D12}" type="datetime'''''Des''em''b''olsos'''' R''''C''C c''''o''n'' Lead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DE452A0-D692-BE8A-D95A-D8D632678DF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16000" y="334486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2AEE411-64B2-459F-BB8A-63A408D5CC53}" type="datetime'Desembols''''''''''o''''s'''' R''CC ''''s''''in Otros'' I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B7CF1BE-AD43-AA52-4EDC-C3E2927788E1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809750" y="15732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D98B62D-7DB5-4018-848B-D260272DC8F0}" type="datetime'''''''''''''''''''3'''',''''''3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3,3</a:t>
            </a:fld>
            <a:endParaRPr lang="en-GB" sz="8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07F9A7F-C5FA-28C6-837D-EACE2078B88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604963" y="33448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98B34B5-BF9E-4BFF-97D8-FB4934CE59F9}" type="datetime'De''sembo''ls''os R''''CC ''''''''Ofer''ta ''''&gt;''120''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96" name="Text Placeholder 2">
            <a:extLst>
              <a:ext uri="{FF2B5EF4-FFF2-40B4-BE49-F238E27FC236}">
                <a16:creationId xmlns:a16="http://schemas.microsoft.com/office/drawing/2014/main" id="{6154C618-42D0-DE58-1A14-74F6746BB6C7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2352675" y="19637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0A8BCA1-6D2B-4879-B5DC-3FF712292863}" type="datetime'''18'''''''''''''',''''''''''''''''''''''''''''''''4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18,4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17593D00-4C00-4842-B653-9550FA13299C}" type="datetime'4''''''''''''''''''''''''''7''''%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47%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01" name="Text Placeholder 2">
            <a:extLst>
              <a:ext uri="{FF2B5EF4-FFF2-40B4-BE49-F238E27FC236}">
                <a16:creationId xmlns:a16="http://schemas.microsoft.com/office/drawing/2014/main" id="{0032EF7C-D1F1-7B29-B8DB-22967D97DD7A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2381250" y="283051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CD2F4EC-7909-43D0-AB59-E4B0FB3370D7}" type="datetime'''''21'''''''''''',2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21,2</a:t>
            </a:fld>
            <a:endParaRPr lang="en-GB" sz="800"/>
          </a:p>
        </p:txBody>
      </p:sp>
      <p:sp>
        <p:nvSpPr>
          <p:cNvPr id="192" name="Text Placeholder 2">
            <a:extLst>
              <a:ext uri="{FF2B5EF4-FFF2-40B4-BE49-F238E27FC236}">
                <a16:creationId xmlns:a16="http://schemas.microsoft.com/office/drawing/2014/main" id="{51BFEB14-5334-652A-1CB4-0FFB47D9030E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244725" y="334486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278AA3C-9A00-4AE9-BA79-1428F80D5177}" type="datetime'Shar''e'' A''j''us''tado por Tic''k''''et'' y'''' ''Prod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F244403-91AF-CE7C-F838-90ABAA1BF1E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2976563" y="18986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5DEC8BD-2379-4F0C-BB5D-608E0EC9E813}" type="datetime'''''''''''''''''''''12'''''''''''',''6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12,6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2921248-4C16-0278-D63A-6D3D87C244F1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797175" y="33448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D85EC9B-2EBA-470E-B6FC-301E9B851303}" type="datetime'''Dese''m''''bols''o''s R''C''C No ''Ge''''''stionado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F50AE9B-B4EB-A488-4FD2-ECEF47520B3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3544888" y="24796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79A56BE-1344-494A-8F6F-5E693C638485}" type="datetime'''''''''''1''''8'''''',''''''''''''''''''''4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18,4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563B3B49-6F4C-4953-8BD7-8F1473E86578}" type="datetime'''''''''''''''''''''''''''''''''''6''''''''8''''''%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732656A-0F22-CB12-E7AC-A738F3E3BF5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598863" y="308927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5CD201A-D790-4E8E-9B5F-0EE0A6800C65}" type="datetime'''''''''''''''''''''''''''''''''8'''''''''',''''6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en-GB" sz="80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39169D5-BD05-FA14-E66E-FEEB835E0E1B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3419475" y="334486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6224E77-BF4A-4CBD-BB65-0E00D76A892D}" type="datetime'''S''''''''ha''''''re R''e''l''''e''v''''''''a''''nte''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FF11663-7381-3B9A-45B8-1692DED567E6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92138" y="11636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121A1F8-B46D-4D83-BFDD-B5B573287C23}" type="datetime'''''''''''4''''''9'''''''''''''''''''''''''''',3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49,3</a:t>
            </a:fld>
            <a:endParaRPr lang="en-GB" altLang="en-US" sz="8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7A3BAF6-69E7-5E12-7845-074479ED6A5F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187450" y="14255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7566D4C-A824-4599-AC5C-FD3CB9F2135C}" type="datetime'''4''''''''''''''''''''''''''''''''2'',''''9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42,9</a:t>
            </a:fld>
            <a:endParaRPr lang="en-GB" sz="800"/>
          </a:p>
        </p:txBody>
      </p:sp>
      <p:sp>
        <p:nvSpPr>
          <p:cNvPr id="200" name="Text Placeholder 2">
            <a:extLst>
              <a:ext uri="{FF2B5EF4-FFF2-40B4-BE49-F238E27FC236}">
                <a16:creationId xmlns:a16="http://schemas.microsoft.com/office/drawing/2014/main" id="{604AF65E-864C-5C64-4E45-7CFE8B794C1D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2381250" y="15605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906C738-0679-41EA-A733-CCB507759CEF}" type="datetime'''''3''''''''''9'''''',''''''''''''6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39,6</a:t>
            </a:fld>
            <a:endParaRPr lang="en-GB" sz="80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279380B-87F4-8FD0-1A88-B551016BBDB0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573463" y="20764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BA663B5-DD1A-44B5-9609-99269765735E}" type="datetime'''''''''''''''''2''''7,''''0''''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27,0</a:t>
            </a:fld>
            <a:endParaRPr lang="en-GB" sz="8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8273C32-83F0-1C6C-2594-150A97077A8E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318125" y="14319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F2D8568B-9084-61E4-89F4-7FA88C7C4713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915025" y="163036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Conector recto 220">
            <a:extLst>
              <a:ext uri="{FF2B5EF4-FFF2-40B4-BE49-F238E27FC236}">
                <a16:creationId xmlns:a16="http://schemas.microsoft.com/office/drawing/2014/main" id="{9A826F77-53EC-6225-C2A6-D85537645F76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510338" y="16303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AB2CFDC-657A-DB26-D8AB-A8DC6D7F7758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107238" y="21018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7" name="Chart 3">
            <a:extLst>
              <a:ext uri="{FF2B5EF4-FFF2-40B4-BE49-F238E27FC236}">
                <a16:creationId xmlns:a16="http://schemas.microsoft.com/office/drawing/2014/main" id="{CE04529E-811C-26A9-29B5-F50023CC606F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309889365"/>
              </p:ext>
            </p:extLst>
          </p:nvPr>
        </p:nvGraphicFramePr>
        <p:xfrm>
          <a:off x="4192588" y="1216025"/>
          <a:ext cx="3741737" cy="2179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26C1D0E-BFA4-1DE2-FFB8-D9EB3FBD32B2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300538" y="333851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97B36BC-C434-43E7-8CCD-FCE2E6A84707}" type="datetime'''''D''''esem''bol''''sos R''''''CC c''on'''' L''ead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F9623056-FD07-29ED-53C2-A7F6E826704D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894263" y="333851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25F1DF2-BCAF-4465-A9C6-E5BADFB5EE94}" type="datetime'D''es''''''e''''m''bolsos'''' RCC s''in ''''Otros'''' IBK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7DE34347-7BB9-A9D6-5DF8-D47D70223A83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5688013" y="147637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444932A-A45C-4776-B592-0273C29A7872}" type="datetime'''''''''''''''''''''''''''''8'''''',''''''''''''''''''''4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8,4</a:t>
            </a:fld>
            <a:endParaRPr lang="en-GB" sz="80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82946558-A293-8E39-2287-A7050ECF6C0C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483225" y="333851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02EE72-3BE2-4786-8DEC-0444C537EAAE}" type="datetime'Desemb''''ol''sos R''C''''''C ''O''fer''t''''a ''''''&gt;120''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83" name="Text Placeholder 2">
            <a:extLst>
              <a:ext uri="{FF2B5EF4-FFF2-40B4-BE49-F238E27FC236}">
                <a16:creationId xmlns:a16="http://schemas.microsoft.com/office/drawing/2014/main" id="{69B4F25D-89D1-79E2-0A22-3827DB6866DD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6229350" y="18811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8DBF1B6-7A53-4DCB-9F14-06E21CC18608}" type="datetime'''''''''''''''''''''''''3''''0'',''''''9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30,9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44E3ACE-571B-4B8C-9B0D-3E108C1834A3}" type="datetime'''4''''''3''''''''''''''''''''''''''''''''''''''%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43%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88" name="Text Placeholder 2">
            <a:extLst>
              <a:ext uri="{FF2B5EF4-FFF2-40B4-BE49-F238E27FC236}">
                <a16:creationId xmlns:a16="http://schemas.microsoft.com/office/drawing/2014/main" id="{87BC9E29-DE60-3DE1-9ED7-607927B3E1A6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257925" y="277812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1701ED2-217D-4CFA-85B5-06F5F1641770}" type="datetime'''''''''''''''''''''''''41,''''''''''''''1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41,1</a:t>
            </a:fld>
            <a:endParaRPr lang="en-GB" sz="800"/>
          </a:p>
        </p:txBody>
      </p:sp>
      <p:sp>
        <p:nvSpPr>
          <p:cNvPr id="179" name="Text Placeholder 2">
            <a:extLst>
              <a:ext uri="{FF2B5EF4-FFF2-40B4-BE49-F238E27FC236}">
                <a16:creationId xmlns:a16="http://schemas.microsoft.com/office/drawing/2014/main" id="{5C4458B9-70F3-F884-44AA-6073D1C74AEA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6121400" y="333851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3C7D86F-DDBE-46FB-8D5A-8262D54A0741}" type="datetime'Shar''e A''ju''stado por'' Ticket y'' Pr''od''u''''''ct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11941D7D-2289-F5DF-1FB3-4EFF1315359B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854825" y="18113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12AA1C9-5804-4EB1-9D3D-CFF9BA09AC27}" type="datetime'''2''''''''''''''''''''''''''''''''0'''''''''''''',''''2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20,2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13118C3-AAFD-EF30-2E6E-E4816B1CF7CD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675438" y="333851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01562E1-7528-4B0D-9C54-3BD476DDD995}" type="datetime'D''esemb''''ols''''os ''R''''CC'' ''No ''G''''est''io''na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606B8C6A-DD32-6784-1FCE-4FA150736784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421563" y="23526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64BC771-3198-428D-BD50-BC1C68DAF52D}" type="datetime'''''''''''3''''''0'''',''''''''''''''''''''9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30,9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93295FE6-3D95-416B-A057-C10A32B99716}" type="datetime'''''6''''''0''''''''''''''''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A40D3017-AC73-A32F-4E57-B33C7F9E2D52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7450138" y="301466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F192279-D89F-4138-8DBC-878714E5C2F1}" type="datetime'2''''''0,''''9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20,9</a:t>
            </a:fld>
            <a:endParaRPr lang="en-GB" sz="80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0110994B-8087-4B10-FDD2-D1CD401EC05A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7296150" y="333851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AE4D04B-E411-4AAB-BBE8-EAF05375822B}" type="datetime'''''Share'''''''''' ''''''R''''''''e''lev''''''''ant''''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B5F3CC40-04A5-C0BB-3173-923B4BE8EA7F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470400" y="11636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147BC89-1BB1-40E8-81EB-1B3253CF241F}" type="datetime'''''''8''6'''''''''''''''''''''''',''2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86,2</a:t>
            </a:fld>
            <a:endParaRPr lang="en-US" sz="80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6A90F514-4574-2D27-BBC0-B1CEFC6EB335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5065713" y="12969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1217A4B-5B80-4A9A-BC25-40A694BB209F}" type="datetime'''8''''''''0'''''''''''',''''''''''''''''''''''''''4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80,4</a:t>
            </a:fld>
            <a:endParaRPr lang="en-GB" sz="800"/>
          </a:p>
        </p:txBody>
      </p:sp>
      <p:sp>
        <p:nvSpPr>
          <p:cNvPr id="187" name="Text Placeholder 2">
            <a:extLst>
              <a:ext uri="{FF2B5EF4-FFF2-40B4-BE49-F238E27FC236}">
                <a16:creationId xmlns:a16="http://schemas.microsoft.com/office/drawing/2014/main" id="{B9A4F96E-CD09-2D1C-D146-1E500D381D76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257925" y="14954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8409B06-18D4-4A9F-A686-AFCB143C7AD4}" type="datetime'''''''7''''''''''''''''''''''''''2,''''0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72,0</a:t>
            </a:fld>
            <a:endParaRPr lang="en-GB" sz="80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04D23976-05AC-FAA9-1961-EAE42D549B2E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450138" y="19669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1F31D6B-E00C-4B1A-84C7-C5AE8D1708FF}" type="datetime'''''''''''''''''''5''''''''''''''''''''''''''1'',''''''8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51,8</a:t>
            </a:fld>
            <a:endParaRPr lang="en-GB" sz="80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CDEDCF7-7BF5-AE91-8602-8B7883D12F0E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9251950" y="14033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4FEC4301-6957-58EB-213F-704C1CF0CC46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9848850" y="16271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E0BE0321-8626-5B9B-63B1-1883071CF544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0445750" y="162718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63850DB-1414-8D99-32A7-97298A7BD874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1041063" y="21351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9" name="Chart 3">
            <a:extLst>
              <a:ext uri="{FF2B5EF4-FFF2-40B4-BE49-F238E27FC236}">
                <a16:creationId xmlns:a16="http://schemas.microsoft.com/office/drawing/2014/main" id="{B26B3F7A-89FD-9B2B-C5FB-672C0F1EE90E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1967515950"/>
              </p:ext>
            </p:extLst>
          </p:nvPr>
        </p:nvGraphicFramePr>
        <p:xfrm>
          <a:off x="8126413" y="1216025"/>
          <a:ext cx="3743325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2A59A615-4867-9389-7DD7-C1F6D49AD029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auto">
          <a:xfrm>
            <a:off x="8234363" y="3317875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D19BAAC-95B6-4CEF-BAF3-9D037FBFE7F3}" type="datetime'Des''e''m''bol''sos R''C''C'' ''''''con'' ''''Le''ad ''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9BB26D43-64D6-741A-024C-C56132BE33B3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auto">
          <a:xfrm>
            <a:off x="8828088" y="3317875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3A0806E-D4B1-4D0C-8E57-EF7E9087BF6D}" type="datetime'Des''embol''''s''o''''s RCC'''''' sin'' Ot''r''''''os I''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23AE3101-7CA9-4A01-3718-2F2A9C3EFB03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596438" y="14605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B0D110C-D2F4-4A88-BF91-1F81AAFBB581}" type="datetime'''''''''''''''''''''''1''''''0,''''''''7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10,7</a:t>
            </a:fld>
            <a:endParaRPr lang="en-GB" sz="800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EB7C5BED-1A50-8444-4122-38B8877C8982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9417050" y="331787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36510C6-4531-4269-B1DB-19B7B6182727}" type="datetime'''Des''emb''''''ols''os ''R''CC O''''f''erta &gt;12''''0''''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71" name="Text Placeholder 2">
            <a:extLst>
              <a:ext uri="{FF2B5EF4-FFF2-40B4-BE49-F238E27FC236}">
                <a16:creationId xmlns:a16="http://schemas.microsoft.com/office/drawing/2014/main" id="{28C0A1EB-0227-21E1-3EB6-3EBE2CB8931A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0164763" y="17795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A72023C-8720-4CB3-831D-78EF57C81479}" type="datetime'''''''2''''''5'''''''''''''''''''''''''''''',''''2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25,2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CF11375B-8875-4312-AF72-53932554E71D}" type="datetime'''''''''''''''''''''''''3''''''''''2''''''''''''''%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32%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75" name="Text Placeholder 2">
            <a:extLst>
              <a:ext uri="{FF2B5EF4-FFF2-40B4-BE49-F238E27FC236}">
                <a16:creationId xmlns:a16="http://schemas.microsoft.com/office/drawing/2014/main" id="{13A30423-432A-09B4-D4F8-CBEF4CFBE67B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0193338" y="2668588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8380833-BF6B-43A1-B3D1-C79E8387BFC4}" type="datetime'''''''''''''''5''''''''''4'''''''''',6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54,6</a:t>
            </a:fld>
            <a:endParaRPr lang="en-GB" sz="800"/>
          </a:p>
        </p:txBody>
      </p:sp>
      <p:sp>
        <p:nvSpPr>
          <p:cNvPr id="167" name="Text Placeholder 2">
            <a:extLst>
              <a:ext uri="{FF2B5EF4-FFF2-40B4-BE49-F238E27FC236}">
                <a16:creationId xmlns:a16="http://schemas.microsoft.com/office/drawing/2014/main" id="{CF056B65-A7F3-AAA8-DD7E-00E7152DA7A7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056813" y="3317875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2972481-8B94-4E6B-BCB0-CB0E701AC4FE}" type="datetime'Shar''e Aj''''''ustad''o por ''Tick''et y Produc''''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D8E3E9D3-CD9F-8929-CAB1-BE5AC9FDD401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788650" y="18272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84FB390-1410-4E25-AA80-F58925F685A4}" type="datetime'''''''''''2''''4'''''''',''''''''''3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24,3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DC3D1CC-BEED-BB10-EE73-6522730B37F9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609263" y="331787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00E200B-E39B-468A-A857-357D45BC8C40}" type="datetime'''D''es''''embolsos'' ''''RCC'''' No Ges''tio''n''''a''d''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D4D9BB9C-0902-9044-0A85-5D76C926C7D6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356975" y="22875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2799F71-60B6-4DDE-B452-3509DAD5172C}" type="datetime'''''''''''''''''''''''25'',2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25,2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130C42ED-645B-476A-A29D-515509093786}" type="datetime'''''''4''''''''''''''''''''''''''''''''''''5''''''''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F3EE4AC1-2B22-C02D-18A1-479E246ED70C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385550" y="2922588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98ED32-CA03-42A1-A2A6-5889DF6CECFC}" type="datetime'''''''''''''30'''''''''''''',''''''''''''''''''''2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30,2</a:t>
            </a:fld>
            <a:endParaRPr lang="en-GB" sz="800"/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B014B3D9-0EF9-C83E-D43E-A9B2DC2BF614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11231563" y="3317875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46AC0F0-410D-4A09-AE01-4F717691B8A7}" type="datetime'''''''''''S''''ha''''r''''e Re''''''''''''leva''nte''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D4A68A03-AB66-BA9E-B93D-F3C880C8186E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8404225" y="11636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5EBF181-27BB-4BFE-98BC-85EA95CCBDAF}" type="datetime'''''''''9''''''5'''''''''''''''''''''''',''''''''''5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95,5</a:t>
            </a:fld>
            <a:endParaRPr lang="en-US" sz="800"/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2E1E6BB4-27A0-D8E1-565A-355EE577862F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8999538" y="12684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8CCB929-6691-4A88-A123-E3E295158A9A}" type="datetime'''''9''''''''''''''''0'''''''''',''5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90,5</a:t>
            </a:fld>
            <a:endParaRPr lang="en-GB" sz="800"/>
          </a:p>
        </p:txBody>
      </p:sp>
      <p:sp>
        <p:nvSpPr>
          <p:cNvPr id="174" name="Text Placeholder 2">
            <a:extLst>
              <a:ext uri="{FF2B5EF4-FFF2-40B4-BE49-F238E27FC236}">
                <a16:creationId xmlns:a16="http://schemas.microsoft.com/office/drawing/2014/main" id="{020EC545-73F9-66AE-A187-0C3472F248E0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10193338" y="14922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7017DCA-776E-4D0E-B08B-7D8C51A618F9}" type="datetime'''''''''''''7''''''''''''''''9'''',7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79,7</a:t>
            </a:fld>
            <a:endParaRPr lang="en-GB" sz="800"/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75ADD4CF-0D8A-3266-57F4-48DA750A1672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11385550" y="20002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3DB8AAD-E389-43B7-84A7-33F24037C683}" type="datetime'5''''''''''''5'''''''''''''''''',''''''''''''4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55,4</a:t>
            </a:fld>
            <a:endParaRPr lang="en-GB" sz="80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D3C889B-D69C-1EC1-658E-A8A51DC17A4C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439863" y="44069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11399A08-9EE6-7535-E6F0-670B748199C0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2036763" y="46386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ector recto 210">
            <a:extLst>
              <a:ext uri="{FF2B5EF4-FFF2-40B4-BE49-F238E27FC236}">
                <a16:creationId xmlns:a16="http://schemas.microsoft.com/office/drawing/2014/main" id="{BD9E4856-F025-FD50-44C3-4874EBAFCE9C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2633663" y="46386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BCFD3FD-3213-8B79-EFC2-E4E26BCF046A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228975" y="53435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7" name="Chart 3">
            <a:extLst>
              <a:ext uri="{FF2B5EF4-FFF2-40B4-BE49-F238E27FC236}">
                <a16:creationId xmlns:a16="http://schemas.microsoft.com/office/drawing/2014/main" id="{487431BC-3ECF-10AE-9A5F-CBFE75199A7A}"/>
              </a:ext>
            </a:extLst>
          </p:cNvPr>
          <p:cNvGraphicFramePr/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1568856251"/>
              </p:ext>
            </p:extLst>
          </p:nvPr>
        </p:nvGraphicFramePr>
        <p:xfrm>
          <a:off x="314325" y="4098925"/>
          <a:ext cx="3743325" cy="2290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20827B06-03D8-CEC5-5157-2350B2161564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22275" y="6332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75C4F22-DC32-4469-8BFF-779D87AA6AAD}" type="datetime'D''''e''sembols''os'''' RC''''C'' con'' ''''L''e''a''d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EE4726A9-0D17-243A-FE48-73414B422D3F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1016000" y="6332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BF721D3-EEC2-45C0-A08C-2481FF59B2C2}" type="datetime'''D''e''semb''''o''lsos'' ''''R''''CC s''in Otr''''os'' 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22FF4EEC-E063-8708-F6A7-F0B8258BD87B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784350" y="44688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60B265C-3614-4DC1-85DA-74A4C95BD3B7}" type="datetime'''''''''''''''''1''''''''''3,''''''2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13,2</a:t>
            </a:fld>
            <a:endParaRPr lang="en-GB" sz="800"/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810F5ED6-878E-EB7D-C99C-1D8C9B0345E4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1604963" y="6332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77B96A1-8B4A-4614-96C5-EA58B88CF97F}" type="datetime'''''Desemb''''ols''os ''R''CC ''Of''''e''''rt''a'' &gt;1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54" name="Text Placeholder 2">
            <a:extLst>
              <a:ext uri="{FF2B5EF4-FFF2-40B4-BE49-F238E27FC236}">
                <a16:creationId xmlns:a16="http://schemas.microsoft.com/office/drawing/2014/main" id="{655161B9-8A44-2F1F-8367-9637E38FC1B7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gray">
          <a:xfrm>
            <a:off x="2352675" y="47196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C6569F1-3E49-436A-B1BF-E889FD9922F7}" type="datetime'''''''''''''''''''''''2''''''''1'''''''',''''''''''6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21,6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2CC9CABE-C5A9-4EF6-A7A7-08F6E4FA1CF4}" type="datetime'''''''''''''''''''''''''''''''''''''''''''''''2''''3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23%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63" name="Text Placeholder 2">
            <a:extLst>
              <a:ext uri="{FF2B5EF4-FFF2-40B4-BE49-F238E27FC236}">
                <a16:creationId xmlns:a16="http://schemas.microsoft.com/office/drawing/2014/main" id="{6384ED6F-D2FF-AEDE-0F71-BFFB375FE534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gray">
          <a:xfrm>
            <a:off x="2381250" y="561022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DE59292-0C8A-4E21-AEBC-5D035BCC2FCF}" type="datetime'72'''''''''''''''''',''''''''''''''''''''''''''''''8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72,8</a:t>
            </a:fld>
            <a:endParaRPr lang="en-GB" sz="800"/>
          </a:p>
        </p:txBody>
      </p:sp>
      <p:sp>
        <p:nvSpPr>
          <p:cNvPr id="150" name="Text Placeholder 2">
            <a:extLst>
              <a:ext uri="{FF2B5EF4-FFF2-40B4-BE49-F238E27FC236}">
                <a16:creationId xmlns:a16="http://schemas.microsoft.com/office/drawing/2014/main" id="{9A4EC12C-7BD6-5437-5423-46102C38651C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2244725" y="6332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1D4750C-D592-4637-B42B-3E962A1D55AF}" type="datetime'Sh''ar''''e'''' Ajustado'' ''por Ti''cket ''y P''r''oduc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769F02D2-4496-7F6A-CCBA-ACDA69EF399E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gray">
          <a:xfrm>
            <a:off x="2976563" y="49371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48C8A5D-E9D8-40B4-9C29-BDFEF46C02EA}" type="datetime'''''''3''''''''''''''''9'''''''''',''''''''''''''''''9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39,9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0FA69FD4-D3C7-A52D-DE75-9FE74E1B5D86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2797175" y="6332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7E66D3D-6119-4E9A-AC24-9AE242E73F05}" type="datetime'Desembolso''s R''''''CC No Ge''stio''n''''''a''d''o''''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31C54545-2261-9DB7-65DA-96CE2BE84C7E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gray">
          <a:xfrm>
            <a:off x="3544888" y="54244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AEF20A3-1972-402A-83EB-217A45527AF1}" type="datetime'21'''''''''''''''''''',''''''''''''6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21,6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707514FB-C600-420C-8892-EB685AC509B6}" type="datetime'''''''''4''''''''''''''''''0''''''''''%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34C3ACA7-83BF-FEA1-1022-47B3F8E33B4C}"/>
              </a:ext>
            </a:extLst>
          </p:cNvPr>
          <p:cNvSpPr txBox="1">
            <a:spLocks/>
          </p:cNvSpPr>
          <p:nvPr>
            <p:custDataLst>
              <p:tags r:id="rId80"/>
            </p:custDataLst>
          </p:nvPr>
        </p:nvSpPr>
        <p:spPr bwMode="gray">
          <a:xfrm>
            <a:off x="3573463" y="596106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47CA7DF-D60D-4E42-8799-5C5400A721CA}" type="datetime'''''''''''3''''3'''''',''''0''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33,0</a:t>
            </a:fld>
            <a:endParaRPr lang="en-GB" sz="800"/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3417B1BE-5B47-2993-CA0E-5ABDA50501E5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auto">
          <a:xfrm>
            <a:off x="3419475" y="6332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F066A69-36B0-48EC-948C-AF10F72D9BC9}" type="datetime'S''h''a''re'''' ''''''''''''''R''e''lev''a''''''n''t''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AF5C400C-535E-6FDD-99F7-EAEC8CEF9BF1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566738" y="4046538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B21B3A3-6CA8-4D35-8428-7B205FEBDDD7}" type="datetime'''''1''''''''''''''''2''''0'''''''''''''',''''''''''''''''4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120,4</a:t>
            </a:fld>
            <a:endParaRPr lang="en-US" sz="800"/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8CF00FEF-A43B-4C40-2237-A571385AD13E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1162050" y="4271963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89FAB1-A7EB-4722-84D1-5D160B2CB00B}" type="datetime'1''''''''''''''''''''07'''''''''''''''',''''7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107,7</a:t>
            </a:fld>
            <a:endParaRPr lang="en-GB" sz="800"/>
          </a:p>
        </p:txBody>
      </p:sp>
      <p:sp>
        <p:nvSpPr>
          <p:cNvPr id="157" name="Text Placeholder 2">
            <a:extLst>
              <a:ext uri="{FF2B5EF4-FFF2-40B4-BE49-F238E27FC236}">
                <a16:creationId xmlns:a16="http://schemas.microsoft.com/office/drawing/2014/main" id="{7DB47AED-AB4B-E4A4-B6DC-28522CB1B6D2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2381250" y="45037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7B3B156-6D28-4CFE-85CD-BB88B9B5C1BC}" type="datetime'9''''''''''''''4,''''''''''''''''''''''''''''''''5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94,5</a:t>
            </a:fld>
            <a:endParaRPr lang="en-GB" sz="800"/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85718A-3141-389A-AE25-E7AE33F20638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3573463" y="52085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3C2C83A-B579-435A-96A5-D3469F067F62}" type="datetime'5''''''''''''''''4'''''''',''''''''''''''''''''''''''''6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54,6</a:t>
            </a:fld>
            <a:endParaRPr lang="en-GB" sz="80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6001C41-0443-4355-6E90-766706D2F5CB}"/>
              </a:ext>
            </a:extLst>
          </p:cNvPr>
          <p:cNvCxnSpPr/>
          <p:nvPr>
            <p:custDataLst>
              <p:tags r:id="rId86"/>
            </p:custDataLst>
          </p:nvPr>
        </p:nvCxnSpPr>
        <p:spPr bwMode="auto">
          <a:xfrm>
            <a:off x="5318125" y="45323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60F46181-5611-E8DC-0AC3-0C3DC7726C08}"/>
              </a:ext>
            </a:extLst>
          </p:cNvPr>
          <p:cNvCxnSpPr/>
          <p:nvPr>
            <p:custDataLst>
              <p:tags r:id="rId87"/>
            </p:custDataLst>
          </p:nvPr>
        </p:nvCxnSpPr>
        <p:spPr bwMode="auto">
          <a:xfrm>
            <a:off x="5915025" y="479583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Conector recto 205">
            <a:extLst>
              <a:ext uri="{FF2B5EF4-FFF2-40B4-BE49-F238E27FC236}">
                <a16:creationId xmlns:a16="http://schemas.microsoft.com/office/drawing/2014/main" id="{543FD487-A2B8-FDB6-EC24-9481B6B39EA8}"/>
              </a:ext>
            </a:extLst>
          </p:cNvPr>
          <p:cNvCxnSpPr/>
          <p:nvPr>
            <p:custDataLst>
              <p:tags r:id="rId88"/>
            </p:custDataLst>
          </p:nvPr>
        </p:nvCxnSpPr>
        <p:spPr bwMode="auto">
          <a:xfrm>
            <a:off x="6510338" y="47958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1845712-2E76-BDA0-0118-6F98C0A5DC47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>
            <a:off x="7107238" y="545941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3" name="Chart 3">
            <a:extLst>
              <a:ext uri="{FF2B5EF4-FFF2-40B4-BE49-F238E27FC236}">
                <a16:creationId xmlns:a16="http://schemas.microsoft.com/office/drawing/2014/main" id="{3B8805B6-04E1-2900-7D00-328F58D9B6FC}"/>
              </a:ext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2362386291"/>
              </p:ext>
            </p:extLst>
          </p:nvPr>
        </p:nvGraphicFramePr>
        <p:xfrm>
          <a:off x="4192588" y="4098925"/>
          <a:ext cx="3741737" cy="2289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005E0C42-8846-041F-0DDC-82653C0D802D}"/>
              </a:ext>
            </a:extLst>
          </p:cNvPr>
          <p:cNvSpPr txBox="1">
            <a:spLocks/>
          </p:cNvSpPr>
          <p:nvPr>
            <p:custDataLst>
              <p:tags r:id="rId91"/>
            </p:custDataLst>
          </p:nvPr>
        </p:nvSpPr>
        <p:spPr bwMode="auto">
          <a:xfrm>
            <a:off x="4300538" y="6330950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AD6B8C-0A5F-4804-8745-9AF3F47EC19B}" type="datetime'De''semb''''olso''''''s'''''' ''RCC co''n Lea''d IB''''''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BE337A0B-A97A-52FF-610F-CE033CFE248B}"/>
              </a:ext>
            </a:extLst>
          </p:cNvPr>
          <p:cNvSpPr txBox="1">
            <a:spLocks/>
          </p:cNvSpPr>
          <p:nvPr>
            <p:custDataLst>
              <p:tags r:id="rId92"/>
            </p:custDataLst>
          </p:nvPr>
        </p:nvSpPr>
        <p:spPr bwMode="auto">
          <a:xfrm>
            <a:off x="4894263" y="6330950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B729E24-A6BF-41D1-AD3F-68F54BADD44C}" type="datetime'D''e''''sembolsos R''C''''C ''s''''in'' ''''Ot''ro''s''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E759C055-7ED5-0917-368B-A19B56E178B7}"/>
              </a:ext>
            </a:extLst>
          </p:cNvPr>
          <p:cNvSpPr txBox="1">
            <a:spLocks/>
          </p:cNvSpPr>
          <p:nvPr>
            <p:custDataLst>
              <p:tags r:id="rId93"/>
            </p:custDataLst>
          </p:nvPr>
        </p:nvSpPr>
        <p:spPr bwMode="gray">
          <a:xfrm>
            <a:off x="5662613" y="46101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8C334AD-DB9A-4F95-883F-3637222BA802}" type="datetime'''''''''''''''''''1''''2'''''',''''''''''''''0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12,0</a:t>
            </a:fld>
            <a:endParaRPr lang="en-GB" sz="800"/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F9690D44-F69A-5A56-21DF-51110B0A418D}"/>
              </a:ext>
            </a:extLst>
          </p:cNvPr>
          <p:cNvSpPr txBox="1">
            <a:spLocks/>
          </p:cNvSpPr>
          <p:nvPr>
            <p:custDataLst>
              <p:tags r:id="rId94"/>
            </p:custDataLst>
          </p:nvPr>
        </p:nvSpPr>
        <p:spPr bwMode="auto">
          <a:xfrm>
            <a:off x="5483225" y="633095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1C4236D-AF39-43EC-BC66-7A6577C6D3D4}" type="datetime'D''''''''''esemb''o''''''ls''os R''''C''C Oferta'' &gt;''12''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2F697B2B-C089-8452-98BC-3800E646B922}"/>
              </a:ext>
            </a:extLst>
          </p:cNvPr>
          <p:cNvSpPr txBox="1">
            <a:spLocks/>
          </p:cNvSpPr>
          <p:nvPr>
            <p:custDataLst>
              <p:tags r:id="rId95"/>
            </p:custDataLst>
          </p:nvPr>
        </p:nvSpPr>
        <p:spPr bwMode="gray">
          <a:xfrm>
            <a:off x="6229350" y="48387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2DF6755-1AB4-493F-9E61-EE503E1CBDF9}" type="datetime'''''''''''''''1''''''''3'''''',''''''''''''''9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13,9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34E0287E-4BCA-40BA-B0AF-D904F8D72956}" type="datetime'''''''''''''''''''''''''2''''''''''''''0''''%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46" name="Text Placeholder 2">
            <a:extLst>
              <a:ext uri="{FF2B5EF4-FFF2-40B4-BE49-F238E27FC236}">
                <a16:creationId xmlns:a16="http://schemas.microsoft.com/office/drawing/2014/main" id="{9B86782A-3D8B-867A-4960-EF19434354D4}"/>
              </a:ext>
            </a:extLst>
          </p:cNvPr>
          <p:cNvSpPr txBox="1">
            <a:spLocks/>
          </p:cNvSpPr>
          <p:nvPr>
            <p:custDataLst>
              <p:tags r:id="rId96"/>
            </p:custDataLst>
          </p:nvPr>
        </p:nvSpPr>
        <p:spPr bwMode="gray">
          <a:xfrm>
            <a:off x="6257925" y="564832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0DB64A0-10E9-4C11-82B7-FF489796307A}" type="datetime'''''''5''''''''''4'''''''''',6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54,6</a:t>
            </a:fld>
            <a:endParaRPr lang="en-GB" sz="80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481E67F-C72C-3699-EEDD-A08B65C484BC}"/>
              </a:ext>
            </a:extLst>
          </p:cNvPr>
          <p:cNvSpPr txBox="1">
            <a:spLocks/>
          </p:cNvSpPr>
          <p:nvPr>
            <p:custDataLst>
              <p:tags r:id="rId97"/>
            </p:custDataLst>
          </p:nvPr>
        </p:nvSpPr>
        <p:spPr bwMode="auto">
          <a:xfrm>
            <a:off x="6121400" y="6330950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8A4C0A9-EDA2-4350-8916-E2B257E880A6}" type="datetime'S''ha''''re ''Ajustad''o p''''or Ticket'''' y Produc''''t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F6E84326-6C94-3397-98BB-766FD9BB2E90}"/>
              </a:ext>
            </a:extLst>
          </p:cNvPr>
          <p:cNvSpPr txBox="1">
            <a:spLocks/>
          </p:cNvSpPr>
          <p:nvPr>
            <p:custDataLst>
              <p:tags r:id="rId98"/>
            </p:custDataLst>
          </p:nvPr>
        </p:nvSpPr>
        <p:spPr bwMode="gray">
          <a:xfrm>
            <a:off x="6854825" y="50736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22B625C-BD82-4396-BFC9-6A9F46F62BDB}" type="datetime'''3''''''''''''''''''0'''''',''1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30,1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28" name="Text Placeholder 2">
            <a:extLst>
              <a:ext uri="{FF2B5EF4-FFF2-40B4-BE49-F238E27FC236}">
                <a16:creationId xmlns:a16="http://schemas.microsoft.com/office/drawing/2014/main" id="{1D05EF85-0E2B-CBBD-21A1-F77D7E934446}"/>
              </a:ext>
            </a:extLst>
          </p:cNvPr>
          <p:cNvSpPr txBox="1">
            <a:spLocks/>
          </p:cNvSpPr>
          <p:nvPr>
            <p:custDataLst>
              <p:tags r:id="rId99"/>
            </p:custDataLst>
          </p:nvPr>
        </p:nvSpPr>
        <p:spPr bwMode="auto">
          <a:xfrm>
            <a:off x="6675438" y="633095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6C22745-A93D-433E-A5B9-7F731D740312}" type="datetime'Des''''e''mbo''ls''''''os RCC ''''N''o Ges''tionado''''''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F12E935C-8934-8211-5E22-0521143F5C89}"/>
              </a:ext>
            </a:extLst>
          </p:cNvPr>
          <p:cNvSpPr txBox="1">
            <a:spLocks/>
          </p:cNvSpPr>
          <p:nvPr>
            <p:custDataLst>
              <p:tags r:id="rId100"/>
            </p:custDataLst>
          </p:nvPr>
        </p:nvSpPr>
        <p:spPr bwMode="gray">
          <a:xfrm>
            <a:off x="7421563" y="55022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F96D710-722C-4765-B7C8-C667ED1B0012}" type="datetime'''1''''''''3'''''''',''''''''''''9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13,9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BFF530C1-9271-4B15-B2E7-7153A29509F1}" type="datetime'''3''''''''''''''''''''''''''''''''''''''''''''''''''6''''%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1" name="Text Placeholder 2">
            <a:extLst>
              <a:ext uri="{FF2B5EF4-FFF2-40B4-BE49-F238E27FC236}">
                <a16:creationId xmlns:a16="http://schemas.microsoft.com/office/drawing/2014/main" id="{125F18B5-1B6A-AD9B-1EE3-815B6ADEA66B}"/>
              </a:ext>
            </a:extLst>
          </p:cNvPr>
          <p:cNvSpPr txBox="1">
            <a:spLocks/>
          </p:cNvSpPr>
          <p:nvPr>
            <p:custDataLst>
              <p:tags r:id="rId101"/>
            </p:custDataLst>
          </p:nvPr>
        </p:nvSpPr>
        <p:spPr bwMode="gray">
          <a:xfrm>
            <a:off x="7450138" y="598170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1DBEEAC-1029-4044-9E13-F5F518FAB9AE}" type="datetime'''''2''''''4'''''',''''''''''''''''''''''''''''5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24,5</a:t>
            </a:fld>
            <a:endParaRPr lang="en-GB" sz="800"/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7F025796-1707-0D66-A1A3-7DB4A9A00EE5}"/>
              </a:ext>
            </a:extLst>
          </p:cNvPr>
          <p:cNvSpPr txBox="1">
            <a:spLocks/>
          </p:cNvSpPr>
          <p:nvPr>
            <p:custDataLst>
              <p:tags r:id="rId102"/>
            </p:custDataLst>
          </p:nvPr>
        </p:nvSpPr>
        <p:spPr bwMode="auto">
          <a:xfrm>
            <a:off x="7296150" y="6330950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E940FE8-78CF-4166-9929-E07DD8ADFF97}" type="datetime'S''''''h''''a''r''''e R''''''e''le''v''''an''t''''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C479BE29-6FDE-098B-BAD8-4CFD6B747BCF}"/>
              </a:ext>
            </a:extLst>
          </p:cNvPr>
          <p:cNvSpPr txBox="1">
            <a:spLocks/>
          </p:cNvSpPr>
          <p:nvPr>
            <p:custDataLst>
              <p:tags r:id="rId103"/>
            </p:custDataLst>
          </p:nvPr>
        </p:nvSpPr>
        <p:spPr bwMode="gray">
          <a:xfrm>
            <a:off x="4470400" y="40465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7106656-878D-41FF-A0BC-20B3DB9B7518}" type="datetime'''''9''''''''''''''''6'''''''''''''',''2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96,2</a:t>
            </a:fld>
            <a:endParaRPr lang="en-US" sz="800"/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9E680B92-03D2-504E-9877-7EEFCFC187EC}"/>
              </a:ext>
            </a:extLst>
          </p:cNvPr>
          <p:cNvSpPr txBox="1">
            <a:spLocks/>
          </p:cNvSpPr>
          <p:nvPr>
            <p:custDataLst>
              <p:tags r:id="rId104"/>
            </p:custDataLst>
          </p:nvPr>
        </p:nvSpPr>
        <p:spPr bwMode="gray">
          <a:xfrm>
            <a:off x="5065713" y="43973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47A86D5-AA08-4737-B4CD-12FF63834C4F}" type="datetime'''''''''''''''8''''''''''''''0,''''''''4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80,4</a:t>
            </a:fld>
            <a:endParaRPr lang="en-GB" sz="800"/>
          </a:p>
        </p:txBody>
      </p:sp>
      <p:sp>
        <p:nvSpPr>
          <p:cNvPr id="140" name="Text Placeholder 2">
            <a:extLst>
              <a:ext uri="{FF2B5EF4-FFF2-40B4-BE49-F238E27FC236}">
                <a16:creationId xmlns:a16="http://schemas.microsoft.com/office/drawing/2014/main" id="{BE7F738A-B25E-94DE-5E8A-C4AF446B7609}"/>
              </a:ext>
            </a:extLst>
          </p:cNvPr>
          <p:cNvSpPr txBox="1">
            <a:spLocks/>
          </p:cNvSpPr>
          <p:nvPr>
            <p:custDataLst>
              <p:tags r:id="rId105"/>
            </p:custDataLst>
          </p:nvPr>
        </p:nvSpPr>
        <p:spPr bwMode="gray">
          <a:xfrm>
            <a:off x="6257925" y="46609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447E449-E5E3-49F9-A4C1-374DF77AEA4B}" type="datetime'''''''68'''',''''''''''''''''''''''''4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68,4</a:t>
            </a:fld>
            <a:endParaRPr lang="en-GB" sz="800"/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FE339310-6092-5521-8C21-548B5A9AC63C}"/>
              </a:ext>
            </a:extLst>
          </p:cNvPr>
          <p:cNvSpPr txBox="1">
            <a:spLocks/>
          </p:cNvSpPr>
          <p:nvPr>
            <p:custDataLst>
              <p:tags r:id="rId106"/>
            </p:custDataLst>
          </p:nvPr>
        </p:nvSpPr>
        <p:spPr bwMode="gray">
          <a:xfrm>
            <a:off x="7450138" y="53244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FDE2E84-21CE-4A77-A820-E8B91E43DD8F}" type="datetime'''''''''''''''''''3''''''''''''''''''8'''''''''',''''3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38,3</a:t>
            </a:fld>
            <a:endParaRPr lang="en-GB" sz="800"/>
          </a:p>
        </p:txBody>
      </p:sp>
      <p:graphicFrame>
        <p:nvGraphicFramePr>
          <p:cNvPr id="71" name="Chart 3">
            <a:extLst>
              <a:ext uri="{FF2B5EF4-FFF2-40B4-BE49-F238E27FC236}">
                <a16:creationId xmlns:a16="http://schemas.microsoft.com/office/drawing/2014/main" id="{F6BD927A-189F-FB3F-D5B0-124BF729B0A4}"/>
              </a:ext>
            </a:extLst>
          </p:cNvPr>
          <p:cNvGraphicFramePr/>
          <p:nvPr>
            <p:custDataLst>
              <p:tags r:id="rId107"/>
            </p:custDataLst>
            <p:extLst>
              <p:ext uri="{D42A27DB-BD31-4B8C-83A1-F6EECF244321}">
                <p14:modId xmlns:p14="http://schemas.microsoft.com/office/powerpoint/2010/main" val="3512921534"/>
              </p:ext>
            </p:extLst>
          </p:nvPr>
        </p:nvGraphicFramePr>
        <p:xfrm>
          <a:off x="8261350" y="4421188"/>
          <a:ext cx="3489325" cy="158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7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1538A5-83FA-352B-7710-6A9A880505A6}"/>
              </a:ext>
            </a:extLst>
          </p:cNvPr>
          <p:cNvCxnSpPr/>
          <p:nvPr>
            <p:custDataLst>
              <p:tags r:id="rId108"/>
            </p:custDataLst>
          </p:nvPr>
        </p:nvCxnSpPr>
        <p:spPr bwMode="auto">
          <a:xfrm>
            <a:off x="8877300" y="3976687"/>
            <a:ext cx="1662113" cy="4365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063E6D-AC29-A26D-2902-600DF175C194}"/>
              </a:ext>
            </a:extLst>
          </p:cNvPr>
          <p:cNvCxnSpPr/>
          <p:nvPr>
            <p:custDataLst>
              <p:tags r:id="rId109"/>
            </p:custDataLst>
          </p:nvPr>
        </p:nvCxnSpPr>
        <p:spPr bwMode="auto">
          <a:xfrm>
            <a:off x="9471025" y="4432300"/>
            <a:ext cx="1662113" cy="5318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8387E06-45D4-38B3-55F0-7A365859B984}"/>
              </a:ext>
            </a:extLst>
          </p:cNvPr>
          <p:cNvSpPr txBox="1">
            <a:spLocks/>
          </p:cNvSpPr>
          <p:nvPr>
            <p:custDataLst>
              <p:tags r:id="rId110"/>
            </p:custDataLst>
          </p:nvPr>
        </p:nvSpPr>
        <p:spPr bwMode="auto">
          <a:xfrm>
            <a:off x="9007475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C0D0B80-1090-4BDB-9430-170825776029}" type="datetime'''2''''''''0''''''''''''''''''2''''''''5''''''''''''''Q2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2025Q2</a:t>
            </a:fld>
            <a:endParaRPr lang="en-GB" sz="80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F24A8AF2-B7C9-A457-E741-3F84313C1127}"/>
              </a:ext>
            </a:extLst>
          </p:cNvPr>
          <p:cNvSpPr txBox="1">
            <a:spLocks/>
          </p:cNvSpPr>
          <p:nvPr>
            <p:custDataLst>
              <p:tags r:id="rId111"/>
            </p:custDataLst>
          </p:nvPr>
        </p:nvSpPr>
        <p:spPr bwMode="auto">
          <a:xfrm>
            <a:off x="10669588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3308540-0A91-49E6-B887-1B484D0A9436}" type="datetime'''''''2026''''''''''''''''''''''''Q''2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2026Q2</a:t>
            </a:fld>
            <a:endParaRPr lang="en-GB" sz="80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CCF80826-9B34-4DDB-634E-2BD2296E13D5}"/>
              </a:ext>
            </a:extLst>
          </p:cNvPr>
          <p:cNvSpPr txBox="1">
            <a:spLocks/>
          </p:cNvSpPr>
          <p:nvPr>
            <p:custDataLst>
              <p:tags r:id="rId112"/>
            </p:custDataLst>
          </p:nvPr>
        </p:nvSpPr>
        <p:spPr bwMode="auto">
          <a:xfrm>
            <a:off x="9378950" y="4057650"/>
            <a:ext cx="658813" cy="273050"/>
          </a:xfrm>
          <a:prstGeom prst="ellipse">
            <a:avLst/>
          </a:prstGeom>
          <a:solidFill>
            <a:srgbClr val="2F9E98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63A9491-8693-4CCD-8403-4DAF709FEEEB}" type="datetime'''''-2''6'''''''''''''''' ''p''''''''''''''''''''''''p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-26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C4A8DC20-3068-7AFC-F425-7535845D7DFD}"/>
              </a:ext>
            </a:extLst>
          </p:cNvPr>
          <p:cNvSpPr txBox="1">
            <a:spLocks/>
          </p:cNvSpPr>
          <p:nvPr>
            <p:custDataLst>
              <p:tags r:id="rId113"/>
            </p:custDataLst>
          </p:nvPr>
        </p:nvSpPr>
        <p:spPr bwMode="auto">
          <a:xfrm>
            <a:off x="9972675" y="4560888"/>
            <a:ext cx="658813" cy="273050"/>
          </a:xfrm>
          <a:prstGeom prst="ellipse">
            <a:avLst/>
          </a:prstGeom>
          <a:solidFill>
            <a:srgbClr val="13807B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FE9041B-4596-4D61-96C9-D1D6BF9B745F}" type="datetime'-''3''''''''''''''''''''''''2'''''''''''''''''' ''''pp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-32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AF005D-46D7-636E-9DFA-61419A1C9E89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8710613" y="6005513"/>
            <a:ext cx="142875" cy="106363"/>
          </a:xfrm>
          <a:prstGeom prst="rect">
            <a:avLst/>
          </a:prstGeom>
          <a:solidFill>
            <a:srgbClr val="10B4A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4529E2-99CF-80BB-8DA4-FB349B58C47C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299700" y="6005513"/>
            <a:ext cx="142875" cy="106363"/>
          </a:xfrm>
          <a:prstGeom prst="rect">
            <a:avLst/>
          </a:prstGeom>
          <a:solidFill>
            <a:srgbClr val="13807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0447BF92-3D08-FAE7-9BB2-7A4B1AF9BCAE}"/>
              </a:ext>
            </a:extLst>
          </p:cNvPr>
          <p:cNvSpPr txBox="1">
            <a:spLocks/>
          </p:cNvSpPr>
          <p:nvPr>
            <p:custDataLst>
              <p:tags r:id="rId116"/>
            </p:custDataLst>
          </p:nvPr>
        </p:nvSpPr>
        <p:spPr bwMode="auto">
          <a:xfrm>
            <a:off x="8904288" y="6010275"/>
            <a:ext cx="1293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5121C041-17CC-41B1-BCEF-63B06F4F0FAE}" type="datetime'''''''''S''ha''re'' ''Aju''''''st''ado Ticket'' Producto''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Ajustado Ticket Producto</a:t>
            </a:fld>
            <a:endParaRPr lang="en-GB" sz="80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FBEA9CD-C908-888F-9878-718F9E242A35}"/>
              </a:ext>
            </a:extLst>
          </p:cNvPr>
          <p:cNvSpPr txBox="1">
            <a:spLocks/>
          </p:cNvSpPr>
          <p:nvPr>
            <p:custDataLst>
              <p:tags r:id="rId117"/>
            </p:custDataLst>
          </p:nvPr>
        </p:nvSpPr>
        <p:spPr bwMode="auto">
          <a:xfrm>
            <a:off x="10493375" y="6010275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ED19C756-B0CB-4808-9028-CFF5D51AA46A}" type="datetime'''''''''Sh''''''a''''r''e'''' R''''e''''''lev''a''''''n''''te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Relevante</a:t>
            </a:fld>
            <a:endParaRPr lang="en-GB" sz="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AC60B-6E19-07A6-A463-9DF8843159B0}"/>
              </a:ext>
            </a:extLst>
          </p:cNvPr>
          <p:cNvSpPr txBox="1"/>
          <p:nvPr/>
        </p:nvSpPr>
        <p:spPr>
          <a:xfrm>
            <a:off x="8526483" y="66383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C28BC6-03DF-A61D-8174-B85A73CA3897}"/>
              </a:ext>
            </a:extLst>
          </p:cNvPr>
          <p:cNvSpPr txBox="1"/>
          <p:nvPr/>
        </p:nvSpPr>
        <p:spPr>
          <a:xfrm>
            <a:off x="8451850" y="6394219"/>
            <a:ext cx="3346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PE" sz="800" dirty="0"/>
              <a:t>La gestión siempre fue débil y ahora empeoró, pero el precio sigue siendo la causa principal.</a:t>
            </a:r>
            <a:endParaRPr lang="en-GB" sz="800" dirty="0"/>
          </a:p>
        </p:txBody>
      </p:sp>
      <p:pic>
        <p:nvPicPr>
          <p:cNvPr id="28" name="Picture 86">
            <a:extLst>
              <a:ext uri="{FF2B5EF4-FFF2-40B4-BE49-F238E27FC236}">
                <a16:creationId xmlns:a16="http://schemas.microsoft.com/office/drawing/2014/main" id="{9F9FE062-40FC-6861-5790-92E53AB24744}"/>
              </a:ext>
            </a:extLst>
      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pic>
        <p:nvPicPr>
          <p:cNvPr id="45" name="Picture 515">
            <a:extLst>
              <a:ext uri="{FF2B5EF4-FFF2-40B4-BE49-F238E27FC236}">
                <a16:creationId xmlns:a16="http://schemas.microsoft.com/office/drawing/2014/main" id="{4416DE2A-9D01-5EA4-A0A7-27D9922A3091}"/>
              </a:ext>
            </a:extLst>
          </p:cNvPr>
          <p:cNvPicPr>
            <a:picLocks noChangeAspect="1"/>
          </p:cNvPicPr>
          <p:nvPr/>
        </p:nvPicPr>
        <p:blipFill>
          <a:blip r:embed="rId129"/>
          <a:srcRect t="1" r="9121" b="14302"/>
          <a:stretch>
            <a:fillRect/>
          </a:stretch>
        </p:blipFill>
        <p:spPr>
          <a:xfrm>
            <a:off x="8718186" y="6194371"/>
            <a:ext cx="144000" cy="121497"/>
          </a:xfrm>
          <a:prstGeom prst="rect">
            <a:avLst/>
          </a:prstGeom>
        </p:spPr>
      </p:pic>
      <p:sp>
        <p:nvSpPr>
          <p:cNvPr id="50" name="TextBox 516">
            <a:extLst>
              <a:ext uri="{FF2B5EF4-FFF2-40B4-BE49-F238E27FC236}">
                <a16:creationId xmlns:a16="http://schemas.microsoft.com/office/drawing/2014/main" id="{1B380C31-6519-4873-25C0-462676A84A78}"/>
              </a:ext>
            </a:extLst>
          </p:cNvPr>
          <p:cNvSpPr txBox="1"/>
          <p:nvPr/>
        </p:nvSpPr>
        <p:spPr>
          <a:xfrm>
            <a:off x="8842661" y="6142718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err="1"/>
              <a:t>Desembolsos</a:t>
            </a:r>
            <a:r>
              <a:rPr lang="en-GB" sz="800"/>
              <a:t> </a:t>
            </a:r>
            <a:r>
              <a:rPr lang="en-GB" sz="800" err="1"/>
              <a:t>Competencia</a:t>
            </a:r>
            <a:endParaRPr lang="en-GB" sz="800"/>
          </a:p>
        </p:txBody>
      </p:sp>
      <p:pic>
        <p:nvPicPr>
          <p:cNvPr id="74" name="Icono Maduro Multibanco">
            <a:hlinkClick r:id="rId130" action="ppaction://hlinksldjump"/>
            <a:extLst>
              <a:ext uri="{FF2B5EF4-FFF2-40B4-BE49-F238E27FC236}">
                <a16:creationId xmlns:a16="http://schemas.microsoft.com/office/drawing/2014/main" id="{968E6918-D5BE-CDFA-4604-92BEBE0AEF16}"/>
              </a:ext>
            </a:extLst>
      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0636250" y="216091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01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E09F7B-C831-1595-7F2F-431B21E3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E0CBB884-AA31-D489-F539-7ED0CC3044A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624821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20" imgW="7772400" imgH="10058400" progId="TCLayout.ActiveDocument.1">
                  <p:embed/>
                </p:oleObj>
              </mc:Choice>
              <mc:Fallback>
                <p:oleObj name="Diapositiva de thinkcell" r:id="rId120" imgW="7772400" imgH="10058400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CBB884-AA31-D489-F539-7ED0CC3044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DEA6E3EB-5D5B-2102-1772-D90A853DAE81}"/>
              </a:ext>
            </a:extLst>
          </p:cNvPr>
          <p:cNvSpPr/>
          <p:nvPr/>
        </p:nvSpPr>
        <p:spPr>
          <a:xfrm>
            <a:off x="331788" y="952501"/>
            <a:ext cx="3711575" cy="27051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CF44BD-0401-C8C7-A799-696B012D714C}"/>
              </a:ext>
            </a:extLst>
          </p:cNvPr>
          <p:cNvSpPr/>
          <p:nvPr/>
        </p:nvSpPr>
        <p:spPr>
          <a:xfrm>
            <a:off x="324573" y="3977305"/>
            <a:ext cx="3711575" cy="27072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2AFC84-080B-EFA8-E9C3-6DA1E12E638E}"/>
              </a:ext>
            </a:extLst>
          </p:cNvPr>
          <p:cNvSpPr/>
          <p:nvPr/>
        </p:nvSpPr>
        <p:spPr>
          <a:xfrm>
            <a:off x="4235450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23A62A-1BAF-B3AB-340B-9AAE65C9CB64}"/>
              </a:ext>
            </a:extLst>
          </p:cNvPr>
          <p:cNvSpPr/>
          <p:nvPr/>
        </p:nvSpPr>
        <p:spPr>
          <a:xfrm>
            <a:off x="4227513" y="3983038"/>
            <a:ext cx="3711575" cy="2701467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0F6838-540D-E4FD-950C-8C25BD44C4E5}"/>
              </a:ext>
            </a:extLst>
          </p:cNvPr>
          <p:cNvSpPr/>
          <p:nvPr/>
        </p:nvSpPr>
        <p:spPr>
          <a:xfrm>
            <a:off x="8137525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CF1B2333-F2C3-8309-0052-B30D5837BCA3}"/>
              </a:ext>
            </a:extLst>
          </p:cNvPr>
          <p:cNvSpPr/>
          <p:nvPr/>
        </p:nvSpPr>
        <p:spPr>
          <a:xfrm>
            <a:off x="324573" y="750962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2025Q2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467A9D41-CE64-2B40-0A4F-9094B28D0EBE}"/>
              </a:ext>
            </a:extLst>
          </p:cNvPr>
          <p:cNvSpPr/>
          <p:nvPr/>
        </p:nvSpPr>
        <p:spPr>
          <a:xfrm>
            <a:off x="4226009" y="747737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2025Q3</a:t>
            </a: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9590583C-9562-003F-4597-DFAEF0191526}"/>
              </a:ext>
            </a:extLst>
          </p:cNvPr>
          <p:cNvSpPr/>
          <p:nvPr/>
        </p:nvSpPr>
        <p:spPr>
          <a:xfrm>
            <a:off x="8132329" y="748011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2025Q4</a:t>
            </a:r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7C7EB712-85A9-FE04-99E1-D3C5CA527EEB}"/>
              </a:ext>
            </a:extLst>
          </p:cNvPr>
          <p:cNvSpPr/>
          <p:nvPr/>
        </p:nvSpPr>
        <p:spPr>
          <a:xfrm>
            <a:off x="311150" y="3761073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2026Q1</a:t>
            </a:r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9D14A377-5535-3EBA-4535-49F2FFFDD0D2}"/>
              </a:ext>
            </a:extLst>
          </p:cNvPr>
          <p:cNvSpPr/>
          <p:nvPr/>
        </p:nvSpPr>
        <p:spPr>
          <a:xfrm>
            <a:off x="4220846" y="3754310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202604-202605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AFC5DDB2-4FD0-B485-50ED-4F2B85F5B598}"/>
              </a:ext>
            </a:extLst>
          </p:cNvPr>
          <p:cNvSpPr txBox="1"/>
          <p:nvPr/>
        </p:nvSpPr>
        <p:spPr>
          <a:xfrm>
            <a:off x="324573" y="213075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Gran Cuenta por Conquistar: Desgaste sostenido en precio, con la gestión restando cada vez más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165C755-629B-9186-CD5E-81309425B387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439863" y="14636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95EB9A04-D197-6308-E23D-DE5F945AACF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036763" y="18811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Conector recto 224">
            <a:extLst>
              <a:ext uri="{FF2B5EF4-FFF2-40B4-BE49-F238E27FC236}">
                <a16:creationId xmlns:a16="http://schemas.microsoft.com/office/drawing/2014/main" id="{4C407C50-3B9D-1036-BC92-6FB8616B667D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33663" y="188118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138D52-C7A4-2079-D958-C79110C1FA4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228975" y="21447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9" name="Chart 3">
            <a:extLst>
              <a:ext uri="{FF2B5EF4-FFF2-40B4-BE49-F238E27FC236}">
                <a16:creationId xmlns:a16="http://schemas.microsoft.com/office/drawing/2014/main" id="{251572C5-AC31-9046-B057-FA5D18BB8F63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163201588"/>
              </p:ext>
            </p:extLst>
          </p:nvPr>
        </p:nvGraphicFramePr>
        <p:xfrm>
          <a:off x="314325" y="1249363"/>
          <a:ext cx="3743325" cy="205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1B4DCF6-7625-B7AA-D94F-05BE9EC59114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2275" y="324326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86C339A-E9CD-4F6E-B6D8-89974CDD02F9}" type="datetime'''''Desembol''s''os'' ''''RCC'' ''c''o''n'''' ''''Lead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CF6711-2D8C-3DD4-7DB7-9431B5D213E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16000" y="324326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EDF4762-F334-4623-8624-662BF04F8D0A}" type="datetime'D''e''se''mb''ols''''os RC''''C ''sin O''tro''''s I''''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229" name="Text Placeholder 2">
            <a:extLst>
              <a:ext uri="{FF2B5EF4-FFF2-40B4-BE49-F238E27FC236}">
                <a16:creationId xmlns:a16="http://schemas.microsoft.com/office/drawing/2014/main" id="{36CB2222-0FE6-1278-27B1-F47D7A0CC5B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1784350" y="16176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B6ED804-43E5-49BD-9020-A75A984EC917}" type="datetime'''''''''''2''1'''''''''''''',''''''''''''''3'''''''''''">
              <a:rPr lang="en-GB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21,3</a:t>
            </a:fld>
            <a:endParaRPr lang="en-GB" sz="8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3E26A48-B802-6BD7-6351-1C1D6AE15C7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604963" y="32432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8183B9-9592-457A-95B1-5C2DE9E50D17}" type="datetime'''De''''s''em''bol''''sos'''' RCC Ofe''r''ta ''''&gt;''12''''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236" name="Text Placeholder 2">
            <a:extLst>
              <a:ext uri="{FF2B5EF4-FFF2-40B4-BE49-F238E27FC236}">
                <a16:creationId xmlns:a16="http://schemas.microsoft.com/office/drawing/2014/main" id="{AA4075B5-70FD-0846-CB1B-965455C6E760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2352675" y="21478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FF0B883-0BBF-402E-8064-95DA68566936}" type="datetime'''3''''''''''''''''''8,''''''''''''''''''''5''''''''''''''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38,5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40188C2-CBB6-47E9-9BBF-BD9C0FAEC171}" type="datetime'''''5''''''''''''''''''''''''''''6''''''''''%''''''''''''''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39" name="Text Placeholder 2">
            <a:extLst>
              <a:ext uri="{FF2B5EF4-FFF2-40B4-BE49-F238E27FC236}">
                <a16:creationId xmlns:a16="http://schemas.microsoft.com/office/drawing/2014/main" id="{60D2F932-1187-0B7A-C8A5-2608A2966912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2381250" y="2871788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75DF376-A590-42E6-BA18-39ABB2E32BC1}" type="datetime'''''''''2''''''''''''''9'''''''''''',''''''''''''''8'''">
              <a:rPr lang="en-GB" altLang="en-US" sz="8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29,8</a:t>
            </a:fld>
            <a:endParaRPr lang="en-GB" sz="800"/>
          </a:p>
        </p:txBody>
      </p:sp>
      <p:sp>
        <p:nvSpPr>
          <p:cNvPr id="193" name="Text Placeholder 2">
            <a:extLst>
              <a:ext uri="{FF2B5EF4-FFF2-40B4-BE49-F238E27FC236}">
                <a16:creationId xmlns:a16="http://schemas.microsoft.com/office/drawing/2014/main" id="{029A473D-E3BF-B0FC-F936-8D69DF1173A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244725" y="324326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29D0AF3-B5AE-4D14-BE75-276B0A047B9B}" type="datetime'Sha''re Ajusta''''do po''r Tic''ket'''''''' ''y Produc''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234" name="Text Placeholder 2">
            <a:extLst>
              <a:ext uri="{FF2B5EF4-FFF2-40B4-BE49-F238E27FC236}">
                <a16:creationId xmlns:a16="http://schemas.microsoft.com/office/drawing/2014/main" id="{21F7C2A0-F2A2-1B5E-76E4-03FA2F3DA57E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2976563" y="19589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70BFBC5-C690-4ACF-9253-14EEF382E446}" type="datetime'1''''''3'''''''''''''''''',''''''''''''5''''''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13,5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58D0045-6608-2AB7-A2D1-D179853AD33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797175" y="32432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01D8C09-B664-4001-9119-6FC1DE5717DB}" type="datetime'Dese''mbol''so''''s RCC'' No'''' Ges''''t''io''''nad''o''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238" name="Text Placeholder 2">
            <a:extLst>
              <a:ext uri="{FF2B5EF4-FFF2-40B4-BE49-F238E27FC236}">
                <a16:creationId xmlns:a16="http://schemas.microsoft.com/office/drawing/2014/main" id="{72DAE7C9-B894-61FC-36F9-BCF10427D9E9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3544888" y="241141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4981BA1-9E52-4D58-B089-0D6B0A6B73D4}" type="datetime'''''3''''''''''''''''8'''''''',''''''''5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38,5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FC343DBF-838D-4018-AA18-644D2DD61ED8}" type="datetime'7''''''''''''''''''''''''''''''''''0%'''''''''''''''''''''''''">
              <a:rPr lang="en-GB" altLang="en-US" sz="8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41" name="Text Placeholder 2">
            <a:extLst>
              <a:ext uri="{FF2B5EF4-FFF2-40B4-BE49-F238E27FC236}">
                <a16:creationId xmlns:a16="http://schemas.microsoft.com/office/drawing/2014/main" id="{CDCC6777-01EF-03A8-9D28-999DB4BA3C4B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3573463" y="300355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0868C5A-FA28-47C8-B2A2-985E0E25358A}" type="datetime'''''''1''6'''''''''''',''''''''''''''''3'''">
              <a:rPr lang="en-GB" altLang="en-US" sz="800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16,3</a:t>
            </a:fld>
            <a:endParaRPr lang="en-GB" sz="8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61521BB-2D54-D76A-E01B-0F2F43BB8858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3419475" y="324326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9275572-FB26-4D18-A199-C6D7D75D7BEF}" type="datetime'''''''Sh''''''a''''''r''e ''R''''''''''ele''''va''''n''te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0A869EF-6F5D-3D3E-0BFB-9452EFF66249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92138" y="11969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A038BFF-BD19-4F82-B002-2612F7D3A9D3}" type="datetime'''''96'''''''''''''''''''''''''''''''''''''''''',3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96,3</a:t>
            </a:fld>
            <a:endParaRPr lang="en-GB" altLang="en-US" sz="80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DC652EC-08A4-84F3-1516-83950C20BD23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187450" y="13287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104C9B9-8620-464E-9CEC-EBFE8E95BB34}" type="datetime'''8''''''''''''9,''''''''''''6''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89,6</a:t>
            </a:fld>
            <a:endParaRPr lang="en-GB" sz="800"/>
          </a:p>
        </p:txBody>
      </p:sp>
      <p:sp>
        <p:nvSpPr>
          <p:cNvPr id="200" name="Text Placeholder 2">
            <a:extLst>
              <a:ext uri="{FF2B5EF4-FFF2-40B4-BE49-F238E27FC236}">
                <a16:creationId xmlns:a16="http://schemas.microsoft.com/office/drawing/2014/main" id="{96ECC32C-C8C1-CD3E-4359-9628235526FE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2381250" y="17462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C2AD42E-327F-4177-B386-6FA3F077D7F0}" type="datetime'''6''''''''''''''''''''''''''8,''''''''''''''''''3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68,3</a:t>
            </a:fld>
            <a:endParaRPr lang="en-GB" sz="80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E68D32B-A6AE-96D5-08BF-259D3A0BF35A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573463" y="20097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F476D01-CFF5-46FF-81D8-F783FDE946FE}" type="datetime'''''''''''''''''''''''''''''5''''''''''4'''',''8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54,8</a:t>
            </a:fld>
            <a:endParaRPr lang="en-GB" sz="8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398AAD-A65E-DDA3-BCD4-44BE745A2717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318125" y="13906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AE1F8F20-05B9-ED62-24E9-7BE927AE81D4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915025" y="176212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Conector recto 219">
            <a:extLst>
              <a:ext uri="{FF2B5EF4-FFF2-40B4-BE49-F238E27FC236}">
                <a16:creationId xmlns:a16="http://schemas.microsoft.com/office/drawing/2014/main" id="{4C590BC3-3D38-82F8-06A4-09073A63CFC1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510338" y="17621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A4A3BE-3FD0-A6F3-86DC-37840019EE05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107238" y="206533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0AD0301D-812C-43D9-7964-C532ADB16F4C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924840481"/>
              </p:ext>
            </p:extLst>
          </p:nvPr>
        </p:nvGraphicFramePr>
        <p:xfrm>
          <a:off x="4192588" y="1249363"/>
          <a:ext cx="3741737" cy="205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E6F585C-1CEA-A83E-2B95-84D842F818A4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300538" y="324326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8ABED7A-BB2F-4973-8C62-2CC1143B2965}" type="datetime'De''s''emb''''''''o''lsos'''' ''''''''''RC''''C con Lead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93CB16D-7E94-EB1A-CF78-296C13B13B77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894263" y="324326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3289F5F-7C69-4489-BFAE-0AB539CED737}" type="datetime'''De''s''em''bol''so''s'''''' ''RCC si''n Ot''r''o''s IB''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59906E01-8DDD-D879-1C0C-14220E411F1D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5662613" y="15224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BFF83F4-9774-415E-AC42-E4C6B6451778}" type="datetime'''''2''''6'''''',''''''''''''''''''''2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26,2</a:t>
            </a:fld>
            <a:endParaRPr lang="en-GB" sz="80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7DB4D2D-E1D6-F11A-D273-1F1D626119E5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483225" y="32432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C81D2FA-2415-44D8-AD6F-4797928D71B0}" type="datetime'''''De''s''e''m''b''ol''sos'' RCC O''fer''''ta &gt;1''2''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84" name="Text Placeholder 2">
            <a:extLst>
              <a:ext uri="{FF2B5EF4-FFF2-40B4-BE49-F238E27FC236}">
                <a16:creationId xmlns:a16="http://schemas.microsoft.com/office/drawing/2014/main" id="{06CD9214-BE53-75AD-8453-B170E70412A4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6229350" y="20288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B7C6270-AB8D-4B8E-8401-D2EFD644C835}" type="datetime'''''''''''5''''3'''',''''''''''''''''''''3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53,3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9B8C6A69-22E9-4D20-8A37-6BF50775709A}" type="datetime'''''''5''''''''2''''''''''''''''%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52%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89" name="Text Placeholder 2">
            <a:extLst>
              <a:ext uri="{FF2B5EF4-FFF2-40B4-BE49-F238E27FC236}">
                <a16:creationId xmlns:a16="http://schemas.microsoft.com/office/drawing/2014/main" id="{C9CACA64-98D0-1D6A-B4E3-45929D0EE182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257925" y="281305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EBEA896-1B6F-4733-84D7-E065E20A7A46}" type="datetime'''4''''''''9'''''''''''''''',''''''''''''''''''''''5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49,5</a:t>
            </a:fld>
            <a:endParaRPr lang="en-GB" sz="800"/>
          </a:p>
        </p:txBody>
      </p:sp>
      <p:sp>
        <p:nvSpPr>
          <p:cNvPr id="179" name="Text Placeholder 2">
            <a:extLst>
              <a:ext uri="{FF2B5EF4-FFF2-40B4-BE49-F238E27FC236}">
                <a16:creationId xmlns:a16="http://schemas.microsoft.com/office/drawing/2014/main" id="{E8C555C6-C974-10AF-12E7-50D85FAE99D0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6121400" y="324326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7A93C04-6ACC-45B8-B193-B53BBDE09B7B}" type="datetime'Share Aj''u''s''tado por ''Tick''''e''''''t'' y ''Produ''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8461D417-C69D-DEE8-5EA4-099F0A99D1E0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854825" y="18589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53BE20F-7FC7-43E7-BE37-9E9A1A0165FF}" type="datetime'''''''''2''''''''''''''''''''''''''''1'''''',''4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21,4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8E89A0A4-D727-DA6C-B06E-88CE60A4DEF0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675438" y="32432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90C47B3-30BE-4844-8CB7-0C28E72DC59A}" type="datetime'''Desembolsos R''CC'' N''''''o ''Ge''s''''''t''ionad''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A3D5E11A-A8DE-C39D-B956-7831006405F0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421563" y="23336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B500B9C-3881-4514-BA08-CC1B91E357FC}" type="datetime'''''''''''5''''''''''''''''3'''''',''''''''''''''''''3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53,3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8A200E8-9AA4-42B4-BE05-19372FA2097E}" type="datetime'''''''''''''''''''''6''''''''''''''''''''6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96AF7B59-E218-84C4-5F73-0EE7E1E457EC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7450138" y="296545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1CF763E-B097-4882-8BB3-45DEC1F4F8B6}" type="datetime'2''''''8'',''''''''''''0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28,0</a:t>
            </a:fld>
            <a:endParaRPr lang="en-GB" sz="80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87B6604-8A98-228B-DDD9-D75E4FCA70B1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7296150" y="324326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E8F845C-1FEE-421A-B0C1-3EAC8AAEF789}" type="datetime'''S''''ha''re'''' R''elev''''''''''''''''''a''''nt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2107A77-582A-1742-74DE-4A58567B6080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445000" y="1196975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FE09875-301F-4C18-BAAC-1410E1A16D24}" type="datetime'''''''''''1''3''''3'''''''',''''''''''''''1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133,1</a:t>
            </a:fld>
            <a:endParaRPr lang="en-US" sz="80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ABBD6655-8117-5AEA-3E72-9B7BDAE9D19C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5040313" y="1255713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246EC53-747A-4CAC-A981-275A530DE9BF}" type="datetime'''''''1''''''''''2''''''''''''''''8'''''',''''''''9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128,9</a:t>
            </a:fld>
            <a:endParaRPr lang="en-GB" sz="800"/>
          </a:p>
        </p:txBody>
      </p:sp>
      <p:sp>
        <p:nvSpPr>
          <p:cNvPr id="188" name="Text Placeholder 2">
            <a:extLst>
              <a:ext uri="{FF2B5EF4-FFF2-40B4-BE49-F238E27FC236}">
                <a16:creationId xmlns:a16="http://schemas.microsoft.com/office/drawing/2014/main" id="{E27DF220-FAA4-B45D-255E-FF0E41B7E758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232525" y="1627188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8B29EBA-35E0-4D06-8093-6E39AAD2431E}" type="datetime'''1''''''''''''''''''0''''''''''2'''',''''''7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102,7</a:t>
            </a:fld>
            <a:endParaRPr lang="en-GB" sz="800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CC6504DD-D47F-3421-E92C-DF0A8F5BFA23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450138" y="19304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A8E2187-1F14-4B52-B81A-91B2AF2C6955}" type="datetime'8''''''''''1'''''''''''''''''''''''''''''''',''3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81,3</a:t>
            </a:fld>
            <a:endParaRPr lang="en-GB" sz="80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5E136E4-044E-33CE-48F6-7A07B70EB832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9251950" y="13843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288A4795-EEC2-7735-9931-51406B51571F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9848850" y="17097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B9C2F820-D1FA-3D7E-BA2A-38E0CB15F1F3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0445750" y="170973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B433905-9D5C-9BA2-35ED-FF3A55CD3D44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1041063" y="21193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1" name="Chart 3">
            <a:extLst>
              <a:ext uri="{FF2B5EF4-FFF2-40B4-BE49-F238E27FC236}">
                <a16:creationId xmlns:a16="http://schemas.microsoft.com/office/drawing/2014/main" id="{448169FE-A382-E912-FC94-3C00DB6257B3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836175831"/>
              </p:ext>
            </p:extLst>
          </p:nvPr>
        </p:nvGraphicFramePr>
        <p:xfrm>
          <a:off x="8126413" y="1249363"/>
          <a:ext cx="3743325" cy="205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2C791EAE-CCB7-53AC-C5EE-66D19A394160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auto">
          <a:xfrm>
            <a:off x="8234363" y="324326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D6E0FCF-9F0A-40E0-8F8A-854896FB13C0}" type="datetime'De''''sem''b''o''''''l''''''sos RCC c''on L''ead'' I''''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98C703E4-D61F-A97A-8DB1-EA09C1F40ED4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auto">
          <a:xfrm>
            <a:off x="8828088" y="324326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A5CFB09-7497-4B83-9E60-77EE090B4EBA}" type="datetime'Desem''bo''l''so''''''s'''' ''''RCC ''sin'' Ot''r''os'' I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A2F176F1-8DC5-B763-7388-FB452D7D6D08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596438" y="14922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79DFAD1-1D25-4699-92B1-B767B4092366}" type="datetime'''''2''''''''''''''1'''''''''''',''8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en-GB" sz="800"/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4E4C8B4D-0648-9B35-D141-DCEE3D4EB647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9417050" y="32432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963405F-7F92-4266-83FA-D226713592B5}" type="datetime'''''Des''''e''m''bolso''''s R''''CC'''' O''f''erta ''&gt;12''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71" name="Text Placeholder 2">
            <a:extLst>
              <a:ext uri="{FF2B5EF4-FFF2-40B4-BE49-F238E27FC236}">
                <a16:creationId xmlns:a16="http://schemas.microsoft.com/office/drawing/2014/main" id="{2E67D893-055F-9674-7E37-CD4175A0DF78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0164763" y="19335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D08474E-2E16-474B-8CF0-D12DB7318FC3}" type="datetime'''''''''''''''4''''4'''''''''''''''''''',''''''''''''4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44,4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B54F2949-A1C3-4B9A-8FE2-F14AED6C0658}" type="datetime'''''4''''''''''4''''''''''''''%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44%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75" name="Text Placeholder 2">
            <a:extLst>
              <a:ext uri="{FF2B5EF4-FFF2-40B4-BE49-F238E27FC236}">
                <a16:creationId xmlns:a16="http://schemas.microsoft.com/office/drawing/2014/main" id="{05AEF4EB-A03E-1E4D-FB4C-06D10A2168E7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0193338" y="2743200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9881DF5-FB35-469B-9EA8-904A22FE39B5}" type="datetime'''''''''''''''5''''''''''''''''''6'''''',''''''''''1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56,1</a:t>
            </a:fld>
            <a:endParaRPr lang="en-GB" sz="800"/>
          </a:p>
        </p:txBody>
      </p:sp>
      <p:sp>
        <p:nvSpPr>
          <p:cNvPr id="166" name="Text Placeholder 2">
            <a:extLst>
              <a:ext uri="{FF2B5EF4-FFF2-40B4-BE49-F238E27FC236}">
                <a16:creationId xmlns:a16="http://schemas.microsoft.com/office/drawing/2014/main" id="{F672F037-5658-A119-F0C9-5D0FFF64417B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056813" y="324326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24FC0C8-1266-405F-B36A-3440E41218B9}" type="datetime'Sh''are Aj''us''tado'' p''or'' Ticke''t'' y'''' Pr''oduc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C336DDDD-819D-0BE3-3263-2D64E577153B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788650" y="18605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FF54BA0-5442-402E-B8F6-5A08E8C90A1F}" type="datetime'''''''2''''7'''',''''3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27,3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1409E0F6-CC01-EDF1-F861-0EEC017FBA6F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609263" y="32432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09B2676-D0C9-415C-A7A4-3BE29F809CD8}" type="datetime'Des''''emb''olsos'' R''''''CC No'' ''Ges''tion''''''ado''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A3087B43-6182-2CF2-2CBA-7D68102F5C14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356975" y="234315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384FAEF-5D4D-4F7F-8623-188BF9364773}" type="datetime'4''''''4'''''''''''''''''''',''''''4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44,4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B86F8413-E14E-4EE9-B06A-E035088876F7}" type="datetime'''''''''''''''''''''''6''''1''''''''''''''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61%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93E8A1F8-5F3A-E3BF-AC1E-2BE57FDE0443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385550" y="2947988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5D2DB79-2E30-421B-B090-8E04FAB177F8}" type="datetime'2''''''''''''8,''''''''''''''''8''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28,8</a:t>
            </a:fld>
            <a:endParaRPr lang="en-GB" sz="80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E1E7DAE2-C9EB-E067-73FA-2D2E37427283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11231563" y="324326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AE8E98-6E4C-4ED9-8D7A-14BA0719BDD5}" type="datetime'''''Sh''''ar''''''''''e'''''''''' ''R''el''e''''v''''ant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0ECC516B-680D-326F-5E49-78F93C769390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8378825" y="1196975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F7FB28F-04D2-4C35-8532-D49546601200}" type="datetime'''1''''25'''''''''''''''''''''''''''''''''',''''7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125,7</a:t>
            </a:fld>
            <a:endParaRPr lang="en-US" sz="800"/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CFB8A5-E4CB-4E2B-057B-300C516C6A29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8974138" y="1249363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D75102-FAEE-47DB-8B40-9253CD514B79}" type="datetime'''''''1''''''22'''''''',2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122,2</a:t>
            </a:fld>
            <a:endParaRPr lang="en-GB" sz="800"/>
          </a:p>
        </p:txBody>
      </p:sp>
      <p:sp>
        <p:nvSpPr>
          <p:cNvPr id="174" name="Text Placeholder 2">
            <a:extLst>
              <a:ext uri="{FF2B5EF4-FFF2-40B4-BE49-F238E27FC236}">
                <a16:creationId xmlns:a16="http://schemas.microsoft.com/office/drawing/2014/main" id="{7BEDB777-3A0F-3419-BD4B-D21B78DF7545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10167938" y="1574800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51E5699-AA59-4BFF-B239-CD87CBF12106}" type="datetime'1''''''0''''''''''''''''''''0'''''''''''''''''''',4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100,4</a:t>
            </a:fld>
            <a:endParaRPr lang="en-GB" sz="800"/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EF71FF56-C646-65EE-E74E-1342EFF165B5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11385550" y="19843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145D0C3-B2B2-4D72-BDAB-F605FDF02104}" type="datetime'''''''''''''''''''7''3'',''''''''''''''''''''''''''''2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73,2</a:t>
            </a:fld>
            <a:endParaRPr lang="en-GB" sz="800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94F35AE-09DB-1292-550D-7A3A7026E804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439863" y="44291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6F80A9E9-D51C-ED29-1929-F30C1BDF1430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2036763" y="47672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C8FE8940-252E-E9A1-127A-DF04155D36D4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2633663" y="476726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DE8C94A-EC9B-7E57-500B-DD498813A542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228975" y="53403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2" name="Chart 3">
            <a:extLst>
              <a:ext uri="{FF2B5EF4-FFF2-40B4-BE49-F238E27FC236}">
                <a16:creationId xmlns:a16="http://schemas.microsoft.com/office/drawing/2014/main" id="{0C277168-55BC-F2E9-5A79-2FC10BFDAC00}"/>
              </a:ext>
            </a:extLst>
          </p:cNvPr>
          <p:cNvGraphicFramePr/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4291232742"/>
              </p:ext>
            </p:extLst>
          </p:nvPr>
        </p:nvGraphicFramePr>
        <p:xfrm>
          <a:off x="314325" y="4114800"/>
          <a:ext cx="3743325" cy="2401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sp>
        <p:nvSpPr>
          <p:cNvPr id="93" name="Text Placeholder 2">
            <a:extLst>
              <a:ext uri="{FF2B5EF4-FFF2-40B4-BE49-F238E27FC236}">
                <a16:creationId xmlns:a16="http://schemas.microsoft.com/office/drawing/2014/main" id="{55B8F9B0-AD8D-FB88-E734-A4611B72654A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22275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ABFABE4-F103-4531-AB30-41E1157E8ECD}" type="datetime'''D''esembolsos'''''' ''R''CC'''''' ''''con'''' Lea''d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94" name="Text Placeholder 2">
            <a:extLst>
              <a:ext uri="{FF2B5EF4-FFF2-40B4-BE49-F238E27FC236}">
                <a16:creationId xmlns:a16="http://schemas.microsoft.com/office/drawing/2014/main" id="{3BAA0975-4336-F2F0-4044-6F8B47AFDC00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1016000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197EB9-4F6E-4473-8978-E4CA81F97284}" type="datetime'''De''s''em''bo''l''s''os RCC'''''' sin Otr''''os ''''''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97" name="Text Placeholder 2">
            <a:extLst>
              <a:ext uri="{FF2B5EF4-FFF2-40B4-BE49-F238E27FC236}">
                <a16:creationId xmlns:a16="http://schemas.microsoft.com/office/drawing/2014/main" id="{26FAC205-4B7F-6BF2-FDD1-06A9CF1CC295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784350" y="45434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5396776-2709-4662-9D0B-BC790C9FA10E}" type="datetime'''''1''''''''''''''''''8'''',''''''''''''8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18,8</a:t>
            </a:fld>
            <a:endParaRPr lang="en-GB" sz="800"/>
          </a:p>
        </p:txBody>
      </p:sp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BFC561FE-190C-F116-EED3-F3D6A56B84E4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1604963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B624F0D-AB3B-4C80-AF05-9C96BCF286F4}" type="datetime'D''es''e''''mb''''olsos'''' ''RC''C'' ''Ofert''a &gt;120''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58" name="Text Placeholder 2">
            <a:extLst>
              <a:ext uri="{FF2B5EF4-FFF2-40B4-BE49-F238E27FC236}">
                <a16:creationId xmlns:a16="http://schemas.microsoft.com/office/drawing/2014/main" id="{A1B97ABD-8193-B4BD-BE89-FF26F78E1671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gray">
          <a:xfrm>
            <a:off x="2352675" y="49498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1E40168-DEB2-4DAB-B7FB-89CB53619CC1}" type="datetime'3''''''''''''''2'''',''''''''''''''''''''''''''5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32,5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5AB1154E-4339-4B9A-B23C-B3C54B70426D}" type="datetime'''''''''''3''''''''''''''''''''''''''''''''''''5''%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62" name="Text Placeholder 2">
            <a:extLst>
              <a:ext uri="{FF2B5EF4-FFF2-40B4-BE49-F238E27FC236}">
                <a16:creationId xmlns:a16="http://schemas.microsoft.com/office/drawing/2014/main" id="{6FB84805-BF2D-AEEB-5BDF-C44795284FCF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gray">
          <a:xfrm>
            <a:off x="2381250" y="583882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D43FAC0-635A-4533-958D-0FB1C3603021}" type="datetime'''''''''''''6''''''''''0'''''''''',''''0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60,0</a:t>
            </a:fld>
            <a:endParaRPr lang="en-GB" sz="800"/>
          </a:p>
        </p:txBody>
      </p:sp>
      <p:sp>
        <p:nvSpPr>
          <p:cNvPr id="153" name="Text Placeholder 2">
            <a:extLst>
              <a:ext uri="{FF2B5EF4-FFF2-40B4-BE49-F238E27FC236}">
                <a16:creationId xmlns:a16="http://schemas.microsoft.com/office/drawing/2014/main" id="{A112FE0C-5423-961D-1A87-2025C7967B05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2244725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3789E56-A36C-437F-B570-1290E9EC27EA}" type="datetime'Share A''j''u''''''st''ad''o po''r T''ick''e''t y P''rod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A7AA3721-E09B-5C77-8E0D-D1D52F614471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gray">
          <a:xfrm>
            <a:off x="2976563" y="49990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F101E46-2D55-408D-AACA-E07488922B3A}" type="datetime'''''''''''''''''''31'''''''''''''''''',''''7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31,7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AB26C4B6-69C4-FD7C-78E7-C5707FC6D61C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2797175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0C7A0F1-956D-4F95-8181-1BC204198CD9}" type="datetime'D''ese''mbo''''''''ls''''os RC''C N''o Ges''''ti''onad''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DA90E7C5-C92F-BED6-B54B-35C25B34C272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gray">
          <a:xfrm>
            <a:off x="3544888" y="552291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E34C0E6-936E-4BCB-9D0F-BDF783E6CF4B}" type="datetime'''''''''''''''''''''''''''''''''''''''''''3''2'',''5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32,5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3DA361B3-4E0A-4208-AF76-AA0AE8ED1468}" type="datetime'''''5''''''''''''3''''''''''%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53%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975FB812-47F4-E06E-2C52-2ECF0BBB4481}"/>
              </a:ext>
            </a:extLst>
          </p:cNvPr>
          <p:cNvSpPr txBox="1">
            <a:spLocks/>
          </p:cNvSpPr>
          <p:nvPr>
            <p:custDataLst>
              <p:tags r:id="rId80"/>
            </p:custDataLst>
          </p:nvPr>
        </p:nvSpPr>
        <p:spPr bwMode="gray">
          <a:xfrm>
            <a:off x="3573463" y="612457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12123DF-1F1E-4457-BEFA-C87631F1A8AD}" type="datetime'''''''''''2''''''''8'',''3''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28,3</a:t>
            </a:fld>
            <a:endParaRPr lang="en-GB" sz="800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FF03266B-3874-CEBC-7156-6257EEDE4541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auto">
          <a:xfrm>
            <a:off x="3419475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4830DC3-877E-4483-9E6E-F2100BCA534C}" type="datetime'''''''Sha''''r''''''''''e'''' ''''''R''el''ev''a''n''t''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B2759229-9DF6-DC55-D8EF-443A91293E91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566738" y="4062413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FD03EDF-76D2-40CC-9D66-9DDD19FBFEBD}" type="datetime'''1''''''''''''''''2''''''''4'''''''''''''''''',''''''''''1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124,1</a:t>
            </a:fld>
            <a:endParaRPr lang="en-US" sz="800"/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43FD8EE7-EF50-7D42-55DB-6888940441E5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1162050" y="4294188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5F6E385-2CA4-41AB-8D61-03E7C140675E}" type="datetime'1''1''''''''''1'''''''''''''''''',''''''''''3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111,3</a:t>
            </a:fld>
            <a:endParaRPr lang="en-GB" sz="800"/>
          </a:p>
        </p:txBody>
      </p:sp>
      <p:sp>
        <p:nvSpPr>
          <p:cNvPr id="161" name="Text Placeholder 2">
            <a:extLst>
              <a:ext uri="{FF2B5EF4-FFF2-40B4-BE49-F238E27FC236}">
                <a16:creationId xmlns:a16="http://schemas.microsoft.com/office/drawing/2014/main" id="{8DF95624-160A-B4BC-307E-46603A9A4DD4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2381250" y="46323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D0DD49E-0997-40BC-9093-B895F1AE3346}" type="datetime'''''''''''''9''''2'',''''''''''''''''5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92,5</a:t>
            </a:fld>
            <a:endParaRPr lang="en-GB" sz="800"/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7D165721-B377-D974-A8FB-034CBF45D212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3573463" y="52054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1C4323F-FF52-434E-A924-B1EBD643F883}" type="datetime'''''''''''''''''''''''''''6''''0,''7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60,7</a:t>
            </a:fld>
            <a:endParaRPr lang="en-GB" sz="800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029C8A7-1A37-DF6C-2BC4-92B6B7FFA604}"/>
              </a:ext>
            </a:extLst>
          </p:cNvPr>
          <p:cNvCxnSpPr/>
          <p:nvPr>
            <p:custDataLst>
              <p:tags r:id="rId86"/>
            </p:custDataLst>
          </p:nvPr>
        </p:nvCxnSpPr>
        <p:spPr bwMode="auto">
          <a:xfrm>
            <a:off x="5270500" y="44751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7B90914F-FA67-17D7-E677-F24FD71F8917}"/>
              </a:ext>
            </a:extLst>
          </p:cNvPr>
          <p:cNvCxnSpPr/>
          <p:nvPr>
            <p:custDataLst>
              <p:tags r:id="rId87"/>
            </p:custDataLst>
          </p:nvPr>
        </p:nvCxnSpPr>
        <p:spPr bwMode="auto">
          <a:xfrm>
            <a:off x="5867400" y="50069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Conector recto 204">
            <a:extLst>
              <a:ext uri="{FF2B5EF4-FFF2-40B4-BE49-F238E27FC236}">
                <a16:creationId xmlns:a16="http://schemas.microsoft.com/office/drawing/2014/main" id="{564D5759-6F0A-A531-E706-A614B73413B8}"/>
              </a:ext>
            </a:extLst>
          </p:cNvPr>
          <p:cNvCxnSpPr/>
          <p:nvPr>
            <p:custDataLst>
              <p:tags r:id="rId88"/>
            </p:custDataLst>
          </p:nvPr>
        </p:nvCxnSpPr>
        <p:spPr bwMode="auto">
          <a:xfrm>
            <a:off x="6464300" y="50069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1DED1A4E-1A44-640F-DAA2-3D63C55745CD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>
            <a:off x="7059613" y="54467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2" name="Chart 3">
            <a:extLst>
              <a:ext uri="{FF2B5EF4-FFF2-40B4-BE49-F238E27FC236}">
                <a16:creationId xmlns:a16="http://schemas.microsoft.com/office/drawing/2014/main" id="{77BECB4B-0536-D60E-5FE8-00CDAB08523D}"/>
              </a:ext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4055960177"/>
              </p:ext>
            </p:extLst>
          </p:nvPr>
        </p:nvGraphicFramePr>
        <p:xfrm>
          <a:off x="4144963" y="4114800"/>
          <a:ext cx="3743325" cy="2401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0E6C5767-F92A-41CF-FDB0-2935942A0860}"/>
              </a:ext>
            </a:extLst>
          </p:cNvPr>
          <p:cNvSpPr txBox="1">
            <a:spLocks/>
          </p:cNvSpPr>
          <p:nvPr>
            <p:custDataLst>
              <p:tags r:id="rId91"/>
            </p:custDataLst>
          </p:nvPr>
        </p:nvSpPr>
        <p:spPr bwMode="auto">
          <a:xfrm>
            <a:off x="4252913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C8EB2DA-A089-415B-8137-26BD28B41B0B}" type="datetime'D''ese''''mbo''ls''''os RCC ''c''on ''''''L''e''ad'' 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F8549135-35D6-18D7-1F2A-910685A53BA7}"/>
              </a:ext>
            </a:extLst>
          </p:cNvPr>
          <p:cNvSpPr txBox="1">
            <a:spLocks/>
          </p:cNvSpPr>
          <p:nvPr>
            <p:custDataLst>
              <p:tags r:id="rId92"/>
            </p:custDataLst>
          </p:nvPr>
        </p:nvSpPr>
        <p:spPr bwMode="auto">
          <a:xfrm>
            <a:off x="4846638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ABA12DA-90DB-41D1-AF59-98ED8B9D5A86}" type="datetime'''''''''Desem''''bo''lso''s'''''' RC''C s''in O''''tros 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20" name="Text Placeholder 2">
            <a:extLst>
              <a:ext uri="{FF2B5EF4-FFF2-40B4-BE49-F238E27FC236}">
                <a16:creationId xmlns:a16="http://schemas.microsoft.com/office/drawing/2014/main" id="{9AD68385-32E0-D306-D1B5-C809D600B54A}"/>
              </a:ext>
            </a:extLst>
          </p:cNvPr>
          <p:cNvSpPr txBox="1">
            <a:spLocks/>
          </p:cNvSpPr>
          <p:nvPr>
            <p:custDataLst>
              <p:tags r:id="rId93"/>
            </p:custDataLst>
          </p:nvPr>
        </p:nvSpPr>
        <p:spPr bwMode="gray">
          <a:xfrm>
            <a:off x="5614988" y="46863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110225D-4DA6-42C9-8893-6DA2E6C3E5F0}" type="datetime'2''''''''''''''''''''''''''''''''6,''''''''''''4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26,4</a:t>
            </a:fld>
            <a:endParaRPr lang="en-GB" sz="800"/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A5ED1975-3C88-FF81-B514-381BD2E280AC}"/>
              </a:ext>
            </a:extLst>
          </p:cNvPr>
          <p:cNvSpPr txBox="1">
            <a:spLocks/>
          </p:cNvSpPr>
          <p:nvPr>
            <p:custDataLst>
              <p:tags r:id="rId94"/>
            </p:custDataLst>
          </p:nvPr>
        </p:nvSpPr>
        <p:spPr bwMode="auto">
          <a:xfrm>
            <a:off x="5435600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257CA5A-EF02-46F8-8166-887DC149B42F}" type="datetime'D''es''''''embo''ls''os'''' ''''RCC ''''Ofe''rt''a &gt;1''2''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BC408AD-146B-0748-20FC-EE9B5E1730F2}"/>
              </a:ext>
            </a:extLst>
          </p:cNvPr>
          <p:cNvSpPr txBox="1">
            <a:spLocks/>
          </p:cNvSpPr>
          <p:nvPr>
            <p:custDataLst>
              <p:tags r:id="rId95"/>
            </p:custDataLst>
          </p:nvPr>
        </p:nvSpPr>
        <p:spPr bwMode="gray">
          <a:xfrm>
            <a:off x="6183313" y="50958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2B3F167-9678-42EA-BE72-42C340968D49}" type="datetime'''''''1''''''''9'''''''''''''''''',''''''''9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19,9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FB3BA747-D217-4A55-8800-05C3374397D5}" type="datetime'''''''''''''''''''''''''''''''''''''''2''''''8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9" name="Text Placeholder 2">
            <a:extLst>
              <a:ext uri="{FF2B5EF4-FFF2-40B4-BE49-F238E27FC236}">
                <a16:creationId xmlns:a16="http://schemas.microsoft.com/office/drawing/2014/main" id="{738A06B0-1FC7-F739-DC0B-6F2E05AA0BA8}"/>
              </a:ext>
            </a:extLst>
          </p:cNvPr>
          <p:cNvSpPr txBox="1">
            <a:spLocks/>
          </p:cNvSpPr>
          <p:nvPr>
            <p:custDataLst>
              <p:tags r:id="rId96"/>
            </p:custDataLst>
          </p:nvPr>
        </p:nvSpPr>
        <p:spPr bwMode="gray">
          <a:xfrm>
            <a:off x="6211888" y="586581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8FC3DB2-334B-456E-99F9-D1DB8A7E2BCA}" type="datetime'''''''''''''''''''''''''51'''''''''''''''''',''''''2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51,2</a:t>
            </a:fld>
            <a:endParaRPr lang="en-GB" sz="80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00DDE4E8-7AF9-18B7-B6A2-57EDD7B3E008}"/>
              </a:ext>
            </a:extLst>
          </p:cNvPr>
          <p:cNvSpPr txBox="1">
            <a:spLocks/>
          </p:cNvSpPr>
          <p:nvPr>
            <p:custDataLst>
              <p:tags r:id="rId97"/>
            </p:custDataLst>
          </p:nvPr>
        </p:nvSpPr>
        <p:spPr bwMode="auto">
          <a:xfrm>
            <a:off x="6075363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212BC4C-5E47-47BA-9537-4086466037F4}" type="datetime'Shar''e ''Ajustado por T''''''icke''t'''' ''y P''rodu''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F539111F-1BB2-3AF8-E81B-0A5F333B5DD4}"/>
              </a:ext>
            </a:extLst>
          </p:cNvPr>
          <p:cNvSpPr txBox="1">
            <a:spLocks/>
          </p:cNvSpPr>
          <p:nvPr>
            <p:custDataLst>
              <p:tags r:id="rId98"/>
            </p:custDataLst>
          </p:nvPr>
        </p:nvSpPr>
        <p:spPr bwMode="gray">
          <a:xfrm>
            <a:off x="6807200" y="51720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C7AAA02-A9FF-4D6C-9466-B02B6B686737}" type="datetime'''2''''1'''''''''''''''''''''''''''''',''''''''''''''9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21,9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23" name="Text Placeholder 2">
            <a:extLst>
              <a:ext uri="{FF2B5EF4-FFF2-40B4-BE49-F238E27FC236}">
                <a16:creationId xmlns:a16="http://schemas.microsoft.com/office/drawing/2014/main" id="{44A95098-8235-2527-0632-204EE4E7A436}"/>
              </a:ext>
            </a:extLst>
          </p:cNvPr>
          <p:cNvSpPr txBox="1">
            <a:spLocks/>
          </p:cNvSpPr>
          <p:nvPr>
            <p:custDataLst>
              <p:tags r:id="rId99"/>
            </p:custDataLst>
          </p:nvPr>
        </p:nvSpPr>
        <p:spPr bwMode="auto">
          <a:xfrm>
            <a:off x="6627813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324D967-3BA7-48EC-B0E0-207407371B75}" type="datetime'D''ese''''mbo''''ls''os ''R''C''C'' No'' Ges''ti''ona''do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66F837BD-7C6E-21D1-F0F9-B1016C036BBD}"/>
              </a:ext>
            </a:extLst>
          </p:cNvPr>
          <p:cNvSpPr txBox="1">
            <a:spLocks/>
          </p:cNvSpPr>
          <p:nvPr>
            <p:custDataLst>
              <p:tags r:id="rId100"/>
            </p:custDataLst>
          </p:nvPr>
        </p:nvSpPr>
        <p:spPr bwMode="gray">
          <a:xfrm>
            <a:off x="7375525" y="55372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A492054-4255-4717-A3C6-A9288DAA9C6D}" type="datetime'''''''''''1''9,9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19,9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CCEFED81-6B47-489E-BD3D-39AD41798AFD}" type="datetime'''''''4''''''''0''''''''''''%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89F979E6-289A-F8BD-EDA8-A1CB374AAC52}"/>
              </a:ext>
            </a:extLst>
          </p:cNvPr>
          <p:cNvSpPr txBox="1">
            <a:spLocks/>
          </p:cNvSpPr>
          <p:nvPr>
            <p:custDataLst>
              <p:tags r:id="rId101"/>
            </p:custDataLst>
          </p:nvPr>
        </p:nvSpPr>
        <p:spPr bwMode="gray">
          <a:xfrm>
            <a:off x="7404100" y="6086475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CC7ED3F-9E1A-427C-AB6C-B70A58DC451B}" type="datetime'2''''''''''''''''''''''''9'''''',''''''''2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29,2</a:t>
            </a:fld>
            <a:endParaRPr lang="en-GB" sz="800"/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B0B00109-88B1-9641-2B61-9F144B29D9E2}"/>
              </a:ext>
            </a:extLst>
          </p:cNvPr>
          <p:cNvSpPr txBox="1">
            <a:spLocks/>
          </p:cNvSpPr>
          <p:nvPr>
            <p:custDataLst>
              <p:tags r:id="rId102"/>
            </p:custDataLst>
          </p:nvPr>
        </p:nvSpPr>
        <p:spPr bwMode="auto">
          <a:xfrm>
            <a:off x="7250113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17776AE-FC11-4A28-AD4D-8525BA68DD9C}" type="datetime'''''''S''h''''''a''re'' ''''Re''''''''''''l''ev''an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28" name="Text Placeholder 2">
            <a:extLst>
              <a:ext uri="{FF2B5EF4-FFF2-40B4-BE49-F238E27FC236}">
                <a16:creationId xmlns:a16="http://schemas.microsoft.com/office/drawing/2014/main" id="{12904991-75AF-24B7-183A-E9B72A6161C9}"/>
              </a:ext>
            </a:extLst>
          </p:cNvPr>
          <p:cNvSpPr txBox="1">
            <a:spLocks/>
          </p:cNvSpPr>
          <p:nvPr>
            <p:custDataLst>
              <p:tags r:id="rId103"/>
            </p:custDataLst>
          </p:nvPr>
        </p:nvSpPr>
        <p:spPr bwMode="gray">
          <a:xfrm>
            <a:off x="4397375" y="4062413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B7C52FE-DCF4-4B21-B69E-A3B7CB509233}" type="datetime'''1''1''''''''''''''''''''''''''''''''''''''1'''''',3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111,3</a:t>
            </a:fld>
            <a:endParaRPr lang="en-US" sz="800"/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DEF48CF7-9128-A861-225A-E977C7DF755D}"/>
              </a:ext>
            </a:extLst>
          </p:cNvPr>
          <p:cNvSpPr txBox="1">
            <a:spLocks/>
          </p:cNvSpPr>
          <p:nvPr>
            <p:custDataLst>
              <p:tags r:id="rId104"/>
            </p:custDataLst>
          </p:nvPr>
        </p:nvSpPr>
        <p:spPr bwMode="gray">
          <a:xfrm>
            <a:off x="5018088" y="43402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ACF8F92-41CB-4495-A028-614262B049ED}" type="datetime'''''''9''''''''''''''''''''''''''''7'''''''''''''''',''4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97,4</a:t>
            </a:fld>
            <a:endParaRPr lang="en-GB" sz="800"/>
          </a:p>
        </p:txBody>
      </p:sp>
      <p:sp>
        <p:nvSpPr>
          <p:cNvPr id="138" name="Text Placeholder 2">
            <a:extLst>
              <a:ext uri="{FF2B5EF4-FFF2-40B4-BE49-F238E27FC236}">
                <a16:creationId xmlns:a16="http://schemas.microsoft.com/office/drawing/2014/main" id="{9A6D6334-087C-9423-6F00-1A5213C752FC}"/>
              </a:ext>
            </a:extLst>
          </p:cNvPr>
          <p:cNvSpPr txBox="1">
            <a:spLocks/>
          </p:cNvSpPr>
          <p:nvPr>
            <p:custDataLst>
              <p:tags r:id="rId105"/>
            </p:custDataLst>
          </p:nvPr>
        </p:nvSpPr>
        <p:spPr bwMode="gray">
          <a:xfrm>
            <a:off x="6211888" y="48720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82AE3AE-0A89-4338-99BB-AB64B55A3956}" type="datetime'''''''''''''''''7''''''''''''''''''''''1'',0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71,0</a:t>
            </a:fld>
            <a:endParaRPr lang="en-GB" sz="800"/>
          </a:p>
        </p:txBody>
      </p:sp>
      <p:sp>
        <p:nvSpPr>
          <p:cNvPr id="131" name="Text Placeholder 2">
            <a:extLst>
              <a:ext uri="{FF2B5EF4-FFF2-40B4-BE49-F238E27FC236}">
                <a16:creationId xmlns:a16="http://schemas.microsoft.com/office/drawing/2014/main" id="{C4075C8E-7A1D-8C7D-9B58-2FB425C5DABF}"/>
              </a:ext>
            </a:extLst>
          </p:cNvPr>
          <p:cNvSpPr txBox="1">
            <a:spLocks/>
          </p:cNvSpPr>
          <p:nvPr>
            <p:custDataLst>
              <p:tags r:id="rId106"/>
            </p:custDataLst>
          </p:nvPr>
        </p:nvSpPr>
        <p:spPr bwMode="gray">
          <a:xfrm>
            <a:off x="7404100" y="53117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B7A509F-6C40-4CED-984A-F39C544F656C}" type="datetime'''''''''''''''''49'''''''''''',''''''1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49,1</a:t>
            </a:fld>
            <a:endParaRPr lang="en-GB" sz="800"/>
          </a:p>
        </p:txBody>
      </p:sp>
      <p:graphicFrame>
        <p:nvGraphicFramePr>
          <p:cNvPr id="66" name="Chart 3">
            <a:extLst>
              <a:ext uri="{FF2B5EF4-FFF2-40B4-BE49-F238E27FC236}">
                <a16:creationId xmlns:a16="http://schemas.microsoft.com/office/drawing/2014/main" id="{6CFC4FBC-E303-01C7-72BB-768F97D0559A}"/>
              </a:ext>
            </a:extLst>
          </p:cNvPr>
          <p:cNvGraphicFramePr/>
          <p:nvPr>
            <p:custDataLst>
              <p:tags r:id="rId107"/>
            </p:custDataLst>
            <p:extLst>
              <p:ext uri="{D42A27DB-BD31-4B8C-83A1-F6EECF244321}">
                <p14:modId xmlns:p14="http://schemas.microsoft.com/office/powerpoint/2010/main" val="995219186"/>
              </p:ext>
            </p:extLst>
          </p:nvPr>
        </p:nvGraphicFramePr>
        <p:xfrm>
          <a:off x="8320088" y="4429125"/>
          <a:ext cx="3549650" cy="1579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7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21F0B7-76E7-C166-10A2-AFA50D48E208}"/>
              </a:ext>
            </a:extLst>
          </p:cNvPr>
          <p:cNvCxnSpPr/>
          <p:nvPr>
            <p:custDataLst>
              <p:tags r:id="rId108"/>
            </p:custDataLst>
          </p:nvPr>
        </p:nvCxnSpPr>
        <p:spPr bwMode="auto">
          <a:xfrm>
            <a:off x="8945563" y="3976688"/>
            <a:ext cx="1692275" cy="4556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69BC80-B900-28A5-CEAA-63885FE1897C}"/>
              </a:ext>
            </a:extLst>
          </p:cNvPr>
          <p:cNvCxnSpPr/>
          <p:nvPr>
            <p:custDataLst>
              <p:tags r:id="rId109"/>
            </p:custDataLst>
          </p:nvPr>
        </p:nvCxnSpPr>
        <p:spPr bwMode="auto">
          <a:xfrm>
            <a:off x="9550400" y="4441825"/>
            <a:ext cx="1692275" cy="4778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666D2AD-EFBB-2094-D9BF-7EC0D432FA12}"/>
              </a:ext>
            </a:extLst>
          </p:cNvPr>
          <p:cNvSpPr txBox="1">
            <a:spLocks/>
          </p:cNvSpPr>
          <p:nvPr>
            <p:custDataLst>
              <p:tags r:id="rId110"/>
            </p:custDataLst>
          </p:nvPr>
        </p:nvSpPr>
        <p:spPr bwMode="auto">
          <a:xfrm>
            <a:off x="9082088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303CAE3-B803-43E1-94AA-F752373BBC13}" type="datetime'''''''''''''2''''''''''''''''''''''''02''5''Q''2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2025Q2</a:t>
            </a:fld>
            <a:endParaRPr lang="en-GB" sz="80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190F9BDC-0BBE-5280-6645-3814E281B6A4}"/>
              </a:ext>
            </a:extLst>
          </p:cNvPr>
          <p:cNvSpPr txBox="1">
            <a:spLocks/>
          </p:cNvSpPr>
          <p:nvPr>
            <p:custDataLst>
              <p:tags r:id="rId111"/>
            </p:custDataLst>
          </p:nvPr>
        </p:nvSpPr>
        <p:spPr bwMode="auto">
          <a:xfrm>
            <a:off x="10774363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64FCCB0-6752-46B4-B6A8-9AF78F3090A0}" type="datetime'''''''''''''''''''''20''''2''''6''''''''''''''Q''''2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2026Q2</a:t>
            </a:fld>
            <a:endParaRPr lang="en-GB" sz="80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53ECB946-1D8A-7F58-3A93-794D0C884EA1}"/>
              </a:ext>
            </a:extLst>
          </p:cNvPr>
          <p:cNvSpPr txBox="1">
            <a:spLocks/>
          </p:cNvSpPr>
          <p:nvPr>
            <p:custDataLst>
              <p:tags r:id="rId112"/>
            </p:custDataLst>
          </p:nvPr>
        </p:nvSpPr>
        <p:spPr bwMode="auto">
          <a:xfrm>
            <a:off x="9463088" y="4067175"/>
            <a:ext cx="658813" cy="273050"/>
          </a:xfrm>
          <a:prstGeom prst="ellipse">
            <a:avLst/>
          </a:prstGeom>
          <a:solidFill>
            <a:srgbClr val="2F9E98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C069E06-441C-4742-B0EF-B5FDA9E41561}" type="datetime'''''''''''''''''''''''-''28'''''''' p''''''''''''''''''p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-28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D8C8BCD-3C15-D5AB-12A8-6B55A1B8A5DC}"/>
              </a:ext>
            </a:extLst>
          </p:cNvPr>
          <p:cNvSpPr txBox="1">
            <a:spLocks/>
          </p:cNvSpPr>
          <p:nvPr>
            <p:custDataLst>
              <p:tags r:id="rId113"/>
            </p:custDataLst>
          </p:nvPr>
        </p:nvSpPr>
        <p:spPr bwMode="auto">
          <a:xfrm>
            <a:off x="10067925" y="4543425"/>
            <a:ext cx="658813" cy="273050"/>
          </a:xfrm>
          <a:prstGeom prst="ellipse">
            <a:avLst/>
          </a:prstGeom>
          <a:solidFill>
            <a:srgbClr val="13807B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30BB9B4-64D7-435E-B956-942C29A242FB}" type="datetime'''-''''3''''0'''''''' ''''p''''''''p''''''''''''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-30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D45193-40F4-2060-271E-685A448707CA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8897938" y="5965825"/>
            <a:ext cx="142875" cy="106363"/>
          </a:xfrm>
          <a:prstGeom prst="rect">
            <a:avLst/>
          </a:prstGeom>
          <a:solidFill>
            <a:srgbClr val="10B4A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0355D6-F324-E81B-EE90-4C48FA8CD642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487025" y="5965825"/>
            <a:ext cx="142875" cy="106363"/>
          </a:xfrm>
          <a:prstGeom prst="rect">
            <a:avLst/>
          </a:prstGeom>
          <a:solidFill>
            <a:srgbClr val="13807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9787133-59C8-3768-7E30-C0F0EFCE5253}"/>
              </a:ext>
            </a:extLst>
          </p:cNvPr>
          <p:cNvSpPr txBox="1">
            <a:spLocks/>
          </p:cNvSpPr>
          <p:nvPr>
            <p:custDataLst>
              <p:tags r:id="rId116"/>
            </p:custDataLst>
          </p:nvPr>
        </p:nvSpPr>
        <p:spPr bwMode="auto">
          <a:xfrm>
            <a:off x="9091613" y="5970588"/>
            <a:ext cx="1293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E27E8AAD-8BA0-4370-A22F-04AFC4162BB8}" type="datetime'Sha''re A''''j''u''sta''do ''T''icket P''rodu''c''t''''''''o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Ajustado Ticket Producto</a:t>
            </a:fld>
            <a:endParaRPr lang="en-GB" sz="80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5B01FA15-B32E-D3A4-1FFB-15F0D493D617}"/>
              </a:ext>
            </a:extLst>
          </p:cNvPr>
          <p:cNvSpPr txBox="1">
            <a:spLocks/>
          </p:cNvSpPr>
          <p:nvPr>
            <p:custDataLst>
              <p:tags r:id="rId117"/>
            </p:custDataLst>
          </p:nvPr>
        </p:nvSpPr>
        <p:spPr bwMode="auto">
          <a:xfrm>
            <a:off x="10680700" y="5970588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620A82EE-C252-4502-A655-5D5DF57D3B79}" type="datetime'''''''''''Share'''' ''R''e''l''''''ev''''an''''te''''''''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Relevante</a:t>
            </a:fld>
            <a:endParaRPr lang="en-GB" sz="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DCA042-897A-3BC1-904B-CF5E2BFCFE00}"/>
              </a:ext>
            </a:extLst>
          </p:cNvPr>
          <p:cNvSpPr txBox="1"/>
          <p:nvPr/>
        </p:nvSpPr>
        <p:spPr>
          <a:xfrm>
            <a:off x="8451850" y="6394219"/>
            <a:ext cx="3346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PE" sz="800"/>
              <a:t>Pierde de forma gradual en precio y en gestión; el último periodo acelera la caída.</a:t>
            </a:r>
            <a:endParaRPr lang="en-GB" sz="800" dirty="0"/>
          </a:p>
        </p:txBody>
      </p:sp>
      <p:pic>
        <p:nvPicPr>
          <p:cNvPr id="14" name="Picture 86">
            <a:extLst>
              <a:ext uri="{FF2B5EF4-FFF2-40B4-BE49-F238E27FC236}">
                <a16:creationId xmlns:a16="http://schemas.microsoft.com/office/drawing/2014/main" id="{5D25C730-C1DC-7637-28D0-9F4242B55766}"/>
              </a:ext>
            </a:extLst>
      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pic>
        <p:nvPicPr>
          <p:cNvPr id="22" name="Picture 515">
            <a:extLst>
              <a:ext uri="{FF2B5EF4-FFF2-40B4-BE49-F238E27FC236}">
                <a16:creationId xmlns:a16="http://schemas.microsoft.com/office/drawing/2014/main" id="{4F68D9CB-A77B-1916-4A54-5FF9A5C70007}"/>
              </a:ext>
            </a:extLst>
          </p:cNvPr>
          <p:cNvPicPr>
            <a:picLocks noChangeAspect="1"/>
          </p:cNvPicPr>
          <p:nvPr/>
        </p:nvPicPr>
        <p:blipFill>
          <a:blip r:embed="rId129"/>
          <a:srcRect t="1" r="9121" b="14302"/>
          <a:stretch>
            <a:fillRect/>
          </a:stretch>
        </p:blipFill>
        <p:spPr>
          <a:xfrm>
            <a:off x="8905757" y="6194371"/>
            <a:ext cx="144000" cy="121497"/>
          </a:xfrm>
          <a:prstGeom prst="rect">
            <a:avLst/>
          </a:prstGeom>
        </p:spPr>
      </p:pic>
      <p:sp>
        <p:nvSpPr>
          <p:cNvPr id="28" name="TextBox 516">
            <a:extLst>
              <a:ext uri="{FF2B5EF4-FFF2-40B4-BE49-F238E27FC236}">
                <a16:creationId xmlns:a16="http://schemas.microsoft.com/office/drawing/2014/main" id="{2B7E59E1-C5AE-B3A6-D361-7CE90540B88F}"/>
              </a:ext>
            </a:extLst>
          </p:cNvPr>
          <p:cNvSpPr txBox="1"/>
          <p:nvPr/>
        </p:nvSpPr>
        <p:spPr>
          <a:xfrm>
            <a:off x="9030232" y="6142718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err="1"/>
              <a:t>Desembolsos</a:t>
            </a:r>
            <a:r>
              <a:rPr lang="en-GB" sz="800"/>
              <a:t> </a:t>
            </a:r>
            <a:r>
              <a:rPr lang="en-GB" sz="800" err="1"/>
              <a:t>Competencia</a:t>
            </a:r>
            <a:endParaRPr lang="en-GB" sz="800"/>
          </a:p>
        </p:txBody>
      </p:sp>
      <p:pic>
        <p:nvPicPr>
          <p:cNvPr id="71" name="Icono Gran Cuenta por Conquistar">
            <a:hlinkClick r:id="rId130" action="ppaction://hlinksldjump"/>
            <a:extLst>
              <a:ext uri="{FF2B5EF4-FFF2-40B4-BE49-F238E27FC236}">
                <a16:creationId xmlns:a16="http://schemas.microsoft.com/office/drawing/2014/main" id="{F7BFC2DD-A721-4702-F7BA-6E2D0CFE9C56}"/>
              </a:ext>
            </a:extLst>
      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0636250" y="232931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570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7804296-88FF-FCF8-0652-CC9B46BD6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81126E3A-D0A4-A0C0-4BE1-CD9CDE40E6A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89641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20" imgW="7772400" imgH="10058400" progId="TCLayout.ActiveDocument.1">
                  <p:embed/>
                </p:oleObj>
              </mc:Choice>
              <mc:Fallback>
                <p:oleObj name="Diapositiva de thinkcell" r:id="rId120" imgW="7772400" imgH="10058400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126E3A-D0A4-A0C0-4BE1-CD9CDE40E6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E8E19981-FB48-30DC-B65F-D79778FC968E}"/>
              </a:ext>
            </a:extLst>
          </p:cNvPr>
          <p:cNvSpPr/>
          <p:nvPr/>
        </p:nvSpPr>
        <p:spPr>
          <a:xfrm>
            <a:off x="331788" y="952501"/>
            <a:ext cx="3711575" cy="27051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C45CF8-B444-0A3B-0569-9F7FE0CD5E86}"/>
              </a:ext>
            </a:extLst>
          </p:cNvPr>
          <p:cNvSpPr/>
          <p:nvPr/>
        </p:nvSpPr>
        <p:spPr>
          <a:xfrm>
            <a:off x="324573" y="3977305"/>
            <a:ext cx="3711575" cy="27072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16C0BD8-F958-420D-1BC6-8538BCFC792F}"/>
              </a:ext>
            </a:extLst>
          </p:cNvPr>
          <p:cNvSpPr/>
          <p:nvPr/>
        </p:nvSpPr>
        <p:spPr>
          <a:xfrm>
            <a:off x="4235450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660092-1034-C181-6C6E-65204E45C519}"/>
              </a:ext>
            </a:extLst>
          </p:cNvPr>
          <p:cNvSpPr/>
          <p:nvPr/>
        </p:nvSpPr>
        <p:spPr>
          <a:xfrm>
            <a:off x="4227513" y="3983038"/>
            <a:ext cx="3711575" cy="2701467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944F26-F289-D9CC-7AC0-EC895215785D}"/>
              </a:ext>
            </a:extLst>
          </p:cNvPr>
          <p:cNvSpPr/>
          <p:nvPr/>
        </p:nvSpPr>
        <p:spPr>
          <a:xfrm>
            <a:off x="8137525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34DD6907-D890-B5DD-44BD-2F05A910B4E4}"/>
              </a:ext>
            </a:extLst>
          </p:cNvPr>
          <p:cNvSpPr/>
          <p:nvPr/>
        </p:nvSpPr>
        <p:spPr>
          <a:xfrm>
            <a:off x="324573" y="750962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2025Q2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F9026748-0D23-B4C1-033A-33F398D3087B}"/>
              </a:ext>
            </a:extLst>
          </p:cNvPr>
          <p:cNvSpPr/>
          <p:nvPr/>
        </p:nvSpPr>
        <p:spPr>
          <a:xfrm>
            <a:off x="4226009" y="747737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2025Q3</a:t>
            </a: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4BAA22C2-2E2B-3C91-6DC4-351340B103C9}"/>
              </a:ext>
            </a:extLst>
          </p:cNvPr>
          <p:cNvSpPr/>
          <p:nvPr/>
        </p:nvSpPr>
        <p:spPr>
          <a:xfrm>
            <a:off x="8132329" y="748011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2025Q4</a:t>
            </a:r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33E0E5AB-60FA-3137-F9D0-D86A2FF28179}"/>
              </a:ext>
            </a:extLst>
          </p:cNvPr>
          <p:cNvSpPr/>
          <p:nvPr/>
        </p:nvSpPr>
        <p:spPr>
          <a:xfrm>
            <a:off x="311150" y="3761073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2026Q1</a:t>
            </a:r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EE6E4F0A-4FE7-EA7E-EF4D-3706401C7F73}"/>
              </a:ext>
            </a:extLst>
          </p:cNvPr>
          <p:cNvSpPr/>
          <p:nvPr/>
        </p:nvSpPr>
        <p:spPr>
          <a:xfrm>
            <a:off x="4220846" y="3754310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202604-202605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FFF24ABA-95EE-A8F1-03AD-2B9E4A40F7B9}"/>
              </a:ext>
            </a:extLst>
          </p:cNvPr>
          <p:cNvSpPr txBox="1"/>
          <p:nvPr/>
        </p:nvSpPr>
        <p:spPr>
          <a:xfrm>
            <a:off x="324572" y="213075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Cliente por Reactivar: En 2026 la gestión pasa a ser su principal problema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9EC05A3-AB71-908F-D84A-7F336B777735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439863" y="14065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1D803696-32C2-7BFB-1AFD-6078C7163D5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036763" y="23844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Conector recto 235">
            <a:extLst>
              <a:ext uri="{FF2B5EF4-FFF2-40B4-BE49-F238E27FC236}">
                <a16:creationId xmlns:a16="http://schemas.microsoft.com/office/drawing/2014/main" id="{761BF113-7C90-41BF-469A-9740B258E7FC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33663" y="238442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03DA48-41C2-D1BC-9EBA-0690CBAF9716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228975" y="24876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4" name="Chart 3">
            <a:extLst>
              <a:ext uri="{FF2B5EF4-FFF2-40B4-BE49-F238E27FC236}">
                <a16:creationId xmlns:a16="http://schemas.microsoft.com/office/drawing/2014/main" id="{08FC1166-5409-162B-7D39-B4EC06EA9778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81271488"/>
              </p:ext>
            </p:extLst>
          </p:nvPr>
        </p:nvGraphicFramePr>
        <p:xfrm>
          <a:off x="314325" y="1214438"/>
          <a:ext cx="3743325" cy="2132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9363EB0-4258-8DE1-7D10-B9039D424C3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2275" y="3289300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61034E1-311B-4843-9B68-30A6B5279D39}" type="datetime'D''''''''esem''bolso''s'' RCC'''' con'''''' ''L''ead ''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C53AB3F-76F0-397D-F1C9-DD6947B0153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16000" y="3289300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1739A4-70DF-40A1-8CBD-77D1A753ED97}" type="datetime'Des''''e''mbo''''lsos'''' ''''R''''CC'''''''' sin'' Otros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2213B9B-2C2C-A4DF-6B48-A6F3664DE35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784350" y="18415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EF8B89D-800F-4285-9D8B-79B91FC62DE9}" type="datetime'''''''''''''''''1''2,''''''''''''''1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12,1</a:t>
            </a:fld>
            <a:endParaRPr lang="en-GB" sz="8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D1C577A-057C-D03D-9DE0-6C9569C97B73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604963" y="328930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7DAC53D-529D-49BF-A23F-DDC0FC7BDB1B}" type="datetime'D''ese''''m''bol''so''s'' R''''CC'''''' Ofer''''ta ''&gt;12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206" name="Text Placeholder 2">
            <a:extLst>
              <a:ext uri="{FF2B5EF4-FFF2-40B4-BE49-F238E27FC236}">
                <a16:creationId xmlns:a16="http://schemas.microsoft.com/office/drawing/2014/main" id="{35F111F7-E650-1741-862F-EAE7E0B58FA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2352675" y="26066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1F9A2F1-CEF8-4BEB-B9BD-357E5D33EE78}" type="datetime'''''''''''''''''''8,''''''2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82B67E7B-5C4A-4DF8-B5D2-FC8803049282}" type="datetime'''''''''''''''''''7''''''''''''6%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11" name="Text Placeholder 2">
            <a:extLst>
              <a:ext uri="{FF2B5EF4-FFF2-40B4-BE49-F238E27FC236}">
                <a16:creationId xmlns:a16="http://schemas.microsoft.com/office/drawing/2014/main" id="{72B09539-10BE-7779-D677-49535633378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2406650" y="310197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E4DC833-40C3-4E95-B69F-0D7478FFE651}" type="datetime'2'''''''''''''''''''''''''''''''''''''',7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2,7</a:t>
            </a:fld>
            <a:endParaRPr lang="en-GB" sz="800"/>
          </a:p>
        </p:txBody>
      </p:sp>
      <p:sp>
        <p:nvSpPr>
          <p:cNvPr id="201" name="Text Placeholder 2">
            <a:extLst>
              <a:ext uri="{FF2B5EF4-FFF2-40B4-BE49-F238E27FC236}">
                <a16:creationId xmlns:a16="http://schemas.microsoft.com/office/drawing/2014/main" id="{BE9F5B95-862E-6696-CD02-B51BA4E8040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244725" y="3289300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43FDDBE-2904-496E-B0F5-ACFF9ABE9223}" type="datetime'Shar''e Aj''u''st''ado por'' Tic''ket y P''''r''od''uc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D6C2B-A489-9580-F534-C62FD083BC10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3001963" y="23812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3BEDDE6-F5EB-426D-B70A-8777E5572AC2}" type="datetime'''1'''''',3''''''''''''''''''''''''''''''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1,3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E46A1BE-88FB-BE93-F276-CBB81C1406B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797175" y="328930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25342A0-95F8-4E95-8EF5-FB8EF35FE7FA}" type="datetime'''D''esem''bol''so''s R''''CC'' No G''e''sti''o''na''''do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CBDE0E6-67EC-628C-ABA0-60840643EC9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3544888" y="27098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B09E86D-B6B4-43BE-AB1E-9BE204AA3867}" type="datetime'''''''8'''''''''',''2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77407EDB-108B-4C2F-87D5-85C4107DEBE6}" type="datetime'''''''''''8''''''''5''''''''''''''''''''''''''''''%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F3A5569-B6C6-53E8-62C1-A45855B7BEE2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598863" y="315277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8FDA4C8-BCB9-48D7-B327-9B6DFA5A87E5}" type="datetime'''''''''''''''''''''''''''''''''''''''1,''''''''4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1,4</a:t>
            </a:fld>
            <a:endParaRPr lang="en-GB" sz="80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BEF96A4-A121-7564-B36C-05D68FA65CC8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3419475" y="3289300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E7F7BF5-CF0C-420D-889A-4109EF3A7D31}" type="datetime'''S''''''''h''a''r''e'' R''el''''e''va''''''nt''e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97E5511-F252-5658-FA24-45BB31267C93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92138" y="11620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35F9C29-8FE2-45D9-8CA3-51C3C6DE524D}" type="datetime'''''''''''''''''2''4,''''''''4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24,4</a:t>
            </a:fld>
            <a:endParaRPr lang="en-GB" altLang="en-US" sz="8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BBBB705-8F2C-AA20-5231-30B5798B3F6A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187450" y="12715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9481442-FC88-4DC8-909A-FC2774E16B15}" type="datetime'''''''''2''3'''''''',''''''''''''''0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23,0</a:t>
            </a:fld>
            <a:endParaRPr lang="en-GB" sz="800"/>
          </a:p>
        </p:txBody>
      </p:sp>
      <p:sp>
        <p:nvSpPr>
          <p:cNvPr id="210" name="Text Placeholder 2">
            <a:extLst>
              <a:ext uri="{FF2B5EF4-FFF2-40B4-BE49-F238E27FC236}">
                <a16:creationId xmlns:a16="http://schemas.microsoft.com/office/drawing/2014/main" id="{EF14CED9-3F5A-5210-EC23-F219BF503887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2381250" y="22494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F7CC28C-6CF5-439B-A931-F4F91FEA03CE}" type="datetime'''''''''''1''''0'''''''''''''''''''''''''''',''9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10,9</a:t>
            </a:fld>
            <a:endParaRPr lang="en-GB" sz="80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38D3137-D02D-C12E-D4DE-9F8721249451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598863" y="235267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9B00C09-E0B2-45CF-9AEF-DA3DAEA18FAE}" type="datetime'''''''9'',6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9,6</a:t>
            </a:fld>
            <a:endParaRPr lang="en-GB" sz="8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F2A10A-FD45-5D80-9118-C008EB8EBA9B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318125" y="13589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Conector recto 188">
            <a:extLst>
              <a:ext uri="{FF2B5EF4-FFF2-40B4-BE49-F238E27FC236}">
                <a16:creationId xmlns:a16="http://schemas.microsoft.com/office/drawing/2014/main" id="{3D2C55A5-DEA8-0E35-40CF-0B278174220C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915025" y="20224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Conector recto 230">
            <a:extLst>
              <a:ext uri="{FF2B5EF4-FFF2-40B4-BE49-F238E27FC236}">
                <a16:creationId xmlns:a16="http://schemas.microsoft.com/office/drawing/2014/main" id="{666BD77E-7EF4-A555-9525-3D2C892407D3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510338" y="20224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5217E76-BD3E-5702-3947-7B89E7AC19F4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107238" y="20891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0" name="Chart 3">
            <a:extLst>
              <a:ext uri="{FF2B5EF4-FFF2-40B4-BE49-F238E27FC236}">
                <a16:creationId xmlns:a16="http://schemas.microsoft.com/office/drawing/2014/main" id="{A79B4936-2BD1-EAED-7AE3-FEC25AC0B4D8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528812425"/>
              </p:ext>
            </p:extLst>
          </p:nvPr>
        </p:nvGraphicFramePr>
        <p:xfrm>
          <a:off x="4192588" y="1214438"/>
          <a:ext cx="3741737" cy="2132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F50EFDF-AF2E-D41D-229D-18CDEB295E7E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300538" y="3289300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7A20BC4-54E4-47D7-8393-BD1F0EF5C172}" type="datetime'Dese''''''mbol''''s''''o''s RC''C'''' con ''Lead'''' IBK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770ADAC-D9B1-B613-8D19-B45A5FE82EF8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894263" y="3289300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199DA89-4E3D-43D5-9BB7-50560622D0C8}" type="datetime'''''''Des''''embolsos RCC'''''' ''sin ''''Otr''''''os'' 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AE5FEEC9-8E10-395B-4F22-D919260553CB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5662613" y="16367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AA8E054-568E-4B60-98E0-840D4000183C}" type="datetime'''''''''''''''1''1'''''''''''',''''''''''''''7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11,7</a:t>
            </a:fld>
            <a:endParaRPr lang="en-GB" sz="80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4EE49656-1EAE-D70D-94B9-0B2CE45DBA86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483225" y="328930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F215386-F75B-4AFD-BE51-73ADBA944641}" type="datetime'''''''''''D''es''''''embols''o''s'''' RCC Oferta &gt;12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92" name="Text Placeholder 2">
            <a:extLst>
              <a:ext uri="{FF2B5EF4-FFF2-40B4-BE49-F238E27FC236}">
                <a16:creationId xmlns:a16="http://schemas.microsoft.com/office/drawing/2014/main" id="{B2B73624-25C2-1153-4D05-80D91B0A647D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6229350" y="24272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94EB955-57D8-4928-A3BB-12190B60F410}" type="datetime'18'''''',''''''''''''''0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18,0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38E98098-C622-4973-BF4D-39569CFF1E4C}" type="datetime'''''''''''''''''83''''''''''''''''''''''''''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83%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97" name="Text Placeholder 2">
            <a:extLst>
              <a:ext uri="{FF2B5EF4-FFF2-40B4-BE49-F238E27FC236}">
                <a16:creationId xmlns:a16="http://schemas.microsoft.com/office/drawing/2014/main" id="{164FB800-B986-677F-C794-7416A2F96953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283325" y="3103563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E2475A8-E090-48AC-95E9-CD7D35177A56}" type="datetime'''3'''''',''''''''''''''''''''''''''''''''''''''''''7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3,7</a:t>
            </a:fld>
            <a:endParaRPr lang="en-GB" sz="800"/>
          </a:p>
        </p:txBody>
      </p:sp>
      <p:sp>
        <p:nvSpPr>
          <p:cNvPr id="187" name="Text Placeholder 2">
            <a:extLst>
              <a:ext uri="{FF2B5EF4-FFF2-40B4-BE49-F238E27FC236}">
                <a16:creationId xmlns:a16="http://schemas.microsoft.com/office/drawing/2014/main" id="{18678B0D-0EB9-4397-293A-C29E9B4B7C37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6121400" y="3289300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D8641BB-3DBA-4E12-B0BF-D7A22241704C}" type="datetime'Share A''j''ustado por'' ''Ti''''c''''ket'' y'' Produ''c''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8BC2E87B-F58C-BAF8-1E93-12EEBC9E76B3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880225" y="2001838"/>
            <a:ext cx="155575" cy="109538"/>
          </a:xfrm>
          <a:prstGeom prst="rect">
            <a:avLst/>
          </a:prstGeom>
          <a:solidFill>
            <a:srgbClr val="E9163C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8BAB749-B514-4FE1-B844-4A66740D161F}" type="datetime'''''''1'''''',2''''''''''''''''''''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1,2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821F5D0C-9FB4-20BB-C615-EEB2A1E827E5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675438" y="328930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A59A7E9-B880-4B59-B6D2-E163724120CF}" type="datetime'De''''sembo''l''sos R''CC N''o'' ''Ges''t''''iona''''''do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A647CD1D-6EA4-7A6A-E3EB-72444D8502D3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421563" y="24939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EA1D1B1-9EDD-4EE4-B096-2094A22A9601}" type="datetime'''''''''1''''''''''''''''''''''''''''''''''''8,''''''''0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18,0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519E09E9-306A-4F4E-BB38-C263C62F712A}" type="datetime'''''''''''''88''''''''''''''%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62BE498C-E242-B63D-B020-5B3F6B3C8210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7475538" y="3136900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959F9D4-B357-41D8-92D9-37E1CC017317}" type="datetime'''''''''''2'''''''''''''''''''',''''''''''6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2,6</a:t>
            </a:fld>
            <a:endParaRPr lang="en-GB" sz="80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339E0F05-A854-1109-7652-75ABEB3BA601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7296150" y="3289300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ED306B2-7B3E-4A71-A7DB-25113F52F8C4}" type="datetime'''''''''''Sh''ar''''''e ''Rel''''e''''van''''t''''''''e''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3E392158-F95F-D54B-11B3-B60C43C30A86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470400" y="11620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1DE1C98-49FD-4ADC-90C7-3EC4100BD52F}" type="datetime'''''''''3''4'',''''''''''''''''''''''''5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34,5</a:t>
            </a:fld>
            <a:endParaRPr lang="en-US" sz="80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E760FEF1-0843-C29F-C9F3-32D07EAE59CE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5065713" y="12239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FBD8E8-BC73-4281-90AC-DBCE9A264CCC}" type="datetime'3''''''''''''''''''''3'''''',''''4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33,4</a:t>
            </a:fld>
            <a:endParaRPr lang="en-GB" sz="800"/>
          </a:p>
        </p:txBody>
      </p:sp>
      <p:sp>
        <p:nvSpPr>
          <p:cNvPr id="196" name="Text Placeholder 2">
            <a:extLst>
              <a:ext uri="{FF2B5EF4-FFF2-40B4-BE49-F238E27FC236}">
                <a16:creationId xmlns:a16="http://schemas.microsoft.com/office/drawing/2014/main" id="{6A029774-97AD-C667-FBA0-EEEE36CBE4C2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257925" y="18875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184152B-C64A-41E1-9671-F8B3F7320CC1}" type="datetime'''''''''''''''''''''''''''2''''1'''''''''''''''''',8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en-GB" sz="80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C08BBB8A-1322-0296-D5E6-0B190165964C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450138" y="19542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1FAF8B5-166D-4E38-8F20-1460E016F91C}" type="datetime'''''''''''''''''''2''''''''''''''''''''''''''''''0,''''6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20,6</a:t>
            </a:fld>
            <a:endParaRPr lang="en-GB" sz="80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0837732-8F41-B537-51C6-3DECF71EB080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9251950" y="13668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ector recto 175">
            <a:extLst>
              <a:ext uri="{FF2B5EF4-FFF2-40B4-BE49-F238E27FC236}">
                <a16:creationId xmlns:a16="http://schemas.microsoft.com/office/drawing/2014/main" id="{D7B4FC90-B997-C914-E906-93DB9229A074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9848850" y="21621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D4A5D78D-D77A-97D9-F988-D1EA3309CDE3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0445750" y="21621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307A79E5-B8F4-90CF-5C62-A5161DB9FFC1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1041063" y="22955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6" name="Chart 3">
            <a:extLst>
              <a:ext uri="{FF2B5EF4-FFF2-40B4-BE49-F238E27FC236}">
                <a16:creationId xmlns:a16="http://schemas.microsoft.com/office/drawing/2014/main" id="{67069E33-F326-353A-5650-08C94209D4DC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2188810036"/>
              </p:ext>
            </p:extLst>
          </p:nvPr>
        </p:nvGraphicFramePr>
        <p:xfrm>
          <a:off x="8126413" y="1214438"/>
          <a:ext cx="3743325" cy="2132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08257F39-A9D0-7BFD-5E8F-46889BDB3A1D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auto">
          <a:xfrm>
            <a:off x="8234363" y="3289300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675575E-C17C-4C43-95AC-944C56675861}" type="datetime'D''esemb''o''ls''os ''RC''''C'''''' con'''''''' Lead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42D3435A-803C-6747-893E-77ED5F20239C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auto">
          <a:xfrm>
            <a:off x="8828088" y="3289300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9F54717-DF04-4871-A533-04D4D6AAFAB1}" type="datetime'''''Desembo''''''l''''''so''''s'' RCC sin'' ''Otros ''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D3ACB8-BF3D-30EF-68F7-4C0DBC5D7A74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596438" y="17097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B6F1E29-BA6B-48D4-852E-4293543C52B2}" type="datetime'''''''''''1''''''''''5,''''''''''''''''''''''''''''''''9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15,9</a:t>
            </a:fld>
            <a:endParaRPr lang="en-GB" sz="800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C0D9A3AA-1B85-7E66-A4FD-72577B133D6E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9417050" y="328930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1D35EEF-651E-4468-B0A4-6E9817AF813E}" type="datetime'De''''''s''embo''ls''os'' ''RC''C'' ''Ofe''rta'' ''&gt;''1''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79" name="Text Placeholder 2">
            <a:extLst>
              <a:ext uri="{FF2B5EF4-FFF2-40B4-BE49-F238E27FC236}">
                <a16:creationId xmlns:a16="http://schemas.microsoft.com/office/drawing/2014/main" id="{A1708557-16BA-FB27-41DA-FBB83151C838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0164763" y="24145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C5C8B82-31FA-4E04-A531-C801891D1FC9}" type="datetime'''''1''''''''''''''4,''''''''''''''''''''5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14,5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C9CFCA3-8CD3-4A2A-8347-AD6B88D9EC55}" type="datetime'''''66''''''''''''''''%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83" name="Text Placeholder 2">
            <a:extLst>
              <a:ext uri="{FF2B5EF4-FFF2-40B4-BE49-F238E27FC236}">
                <a16:creationId xmlns:a16="http://schemas.microsoft.com/office/drawing/2014/main" id="{B5E5E831-D168-93AD-9FC4-513D7E2086CC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0218738" y="3021013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3DE907A-1B39-44F7-A3E5-979E9170D6FC}" type="datetime'''''''''''''''''''7'''''''''''',''5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7,5</a:t>
            </a:fld>
            <a:endParaRPr lang="en-GB" sz="800"/>
          </a:p>
        </p:txBody>
      </p:sp>
      <p:sp>
        <p:nvSpPr>
          <p:cNvPr id="174" name="Text Placeholder 2">
            <a:extLst>
              <a:ext uri="{FF2B5EF4-FFF2-40B4-BE49-F238E27FC236}">
                <a16:creationId xmlns:a16="http://schemas.microsoft.com/office/drawing/2014/main" id="{40DDCC64-F881-338B-5474-0E7B74BC7840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056813" y="3289300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9DA78F-CB37-4747-9A79-A7CD9A56737E}" type="datetime'''Share Ajust''''''''a''do p''''''or ''Ticket y Pro''duc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B13BAA3B-0FAE-1A54-B769-46F8C22FBFEA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814050" y="217487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2CB51A1-F22B-43F6-BA6C-9C0ABA6BFFD1}" type="datetime'''2'''''''''''''''''''''''''''''''''''',''''''7''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2,7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7E032293-BEF0-ABCC-2257-3736B07DA2E1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609263" y="3289300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B194439-8AE8-4C92-B18A-616357A36AA5}" type="datetime'''Desem''''b''''olsos ''R''CC No Gest''''i''o''n''''ado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9BDE245A-3F79-828C-0E69-AB7309B04BA2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356975" y="25479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742CBB6-063E-40E6-AD6F-8A12A456165F}" type="datetime'''1''''''''''''''''''''''''''4'''''''''',''''''''''''5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14,5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702FF2BF-D952-4D2A-BDF2-E8EDA62A5D78}" type="datetime'''''''''''''''7''''''''''''5''''''''%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F192DA0F-31CC-EDE2-77F1-66675F29020C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410950" y="30876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64B8A74-9E83-475C-9B75-7B6F166888D1}" type="datetime'''''''''4,''''''''''''''''''''''''''''''''''''''''9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en-GB" sz="800"/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337C5A61-68F9-DEE7-3C5E-A970FE19413B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11231563" y="3289300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F7A8702-06B5-439A-A8A5-5F4CC2AE65F9}" type="datetime'S''h''''''a''r''e'''' ''''R''e''l''''ev''''a''n''t''e''''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3A6B2473-B94F-67FD-367A-E88716A0E760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8404225" y="11620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8D627F8-8E66-4BA9-99E9-9F9AAAF6EE94}" type="datetime'''''''''''''3''''''''''''''''''''9,''''''2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39,2</a:t>
            </a:fld>
            <a:endParaRPr lang="en-US" sz="800"/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8A9EF980-5B07-2E31-A2E4-9E19A4F8095E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8999538" y="12319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13EF6BD-1E44-4C09-8075-6AED7025F5D3}" type="datetime'''''''''3''''''''''''''''''''''''7,''9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37,9</a:t>
            </a:fld>
            <a:endParaRPr lang="en-GB" sz="800"/>
          </a:p>
        </p:txBody>
      </p:sp>
      <p:sp>
        <p:nvSpPr>
          <p:cNvPr id="182" name="Text Placeholder 2">
            <a:extLst>
              <a:ext uri="{FF2B5EF4-FFF2-40B4-BE49-F238E27FC236}">
                <a16:creationId xmlns:a16="http://schemas.microsoft.com/office/drawing/2014/main" id="{5A424560-D86B-9231-9035-56A2903AB959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10193338" y="20272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0BF5F46-E46D-4787-AE3B-2A3E9ED46438}" type="datetime'''2''''''''''''''''''''''''''''''''''2'',''''''''''''''''''0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22,0</a:t>
            </a:fld>
            <a:endParaRPr lang="en-GB" sz="800"/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A9131579-081A-65BF-9D13-F7E3DCB2FAA7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11385550" y="21605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651A337-CB40-4178-9553-345F74CC36FA}" type="datetime'''''''''''''''''''''1''''''9'''''''',''''''''3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19,3</a:t>
            </a:fld>
            <a:endParaRPr lang="en-GB" sz="80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6B52531-AD57-1CD1-2E96-879CD0840400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439863" y="43799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8DDE8FF8-50B4-0044-0E85-6181650C448F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2036763" y="52800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Conector recto 220">
            <a:extLst>
              <a:ext uri="{FF2B5EF4-FFF2-40B4-BE49-F238E27FC236}">
                <a16:creationId xmlns:a16="http://schemas.microsoft.com/office/drawing/2014/main" id="{604DB425-7F41-0408-D346-47176E0FC725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2633663" y="528002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31D3F6E-62D2-8B51-DAB7-2A6FB52B62A2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228975" y="55705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7" name="Chart 3">
            <a:extLst>
              <a:ext uri="{FF2B5EF4-FFF2-40B4-BE49-F238E27FC236}">
                <a16:creationId xmlns:a16="http://schemas.microsoft.com/office/drawing/2014/main" id="{DEDEA5D3-5C1B-4912-B491-6C1A131D459F}"/>
              </a:ext>
            </a:extLst>
          </p:cNvPr>
          <p:cNvGraphicFramePr/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4273856635"/>
              </p:ext>
            </p:extLst>
          </p:nvPr>
        </p:nvGraphicFramePr>
        <p:xfrm>
          <a:off x="314325" y="4098925"/>
          <a:ext cx="3743325" cy="2417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E274968F-66B5-F894-F34C-A507D4D97146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22275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B49B54A-9483-40AB-8098-DE1AC480819E}" type="datetime'Desem''bo''lso''s RC''''''C ''''''con L''''e''a''d IB''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8CFA5C4A-9918-4219-175D-E973389CC4EC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1016000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FAACD0C-F136-4571-8001-EAC3C5172DED}" type="datetime'D''e''''sem''bo''''''l''sos RCC ''si''n Otros'''''' ''I''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6F596B4B-26A6-5EA9-EEAB-60604BE9F74B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784350" y="47752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E9F6217-E73F-4EE5-B6A8-53BF5A0DA2F6}" type="datetime'''''''''1''''''7'''''',''''''''''''''''''''''''''''''''''''9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17,9</a:t>
            </a:fld>
            <a:endParaRPr lang="en-GB" sz="800"/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C031C310-60DC-184F-9503-D793A1B496A1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1604963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2E7F920-0483-40C7-8A77-7DD2E0470F8B}" type="datetime'Desem''''bolsos RCC'' ''O''f''''''''er''''''ta &gt;''12''0''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61" name="Text Placeholder 2">
            <a:extLst>
              <a:ext uri="{FF2B5EF4-FFF2-40B4-BE49-F238E27FC236}">
                <a16:creationId xmlns:a16="http://schemas.microsoft.com/office/drawing/2014/main" id="{A6A2559B-63BF-F629-0112-C80C3E93C270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gray">
          <a:xfrm>
            <a:off x="2352675" y="55006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CC51D26-A1D7-4BC7-99C3-517D5474E0F6}" type="datetime'''''''''''''''''''''''13,''''''''1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13,1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B5D6A62-2D1E-4794-A13C-924AF51F15A4}" type="datetime'''''''''''''''''57''''''''''''''''%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57%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65" name="Text Placeholder 2">
            <a:extLst>
              <a:ext uri="{FF2B5EF4-FFF2-40B4-BE49-F238E27FC236}">
                <a16:creationId xmlns:a16="http://schemas.microsoft.com/office/drawing/2014/main" id="{E64F0A84-6C0D-7413-D6B0-9B62E4D17695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gray">
          <a:xfrm>
            <a:off x="2406650" y="6132513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93A486F-3459-4407-917E-C523BD89A433}" type="datetime'''''''''''9'''''''''''''''''',''''''''''''''''''''8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9,8</a:t>
            </a:fld>
            <a:endParaRPr lang="en-GB" sz="800"/>
          </a:p>
        </p:txBody>
      </p:sp>
      <p:sp>
        <p:nvSpPr>
          <p:cNvPr id="156" name="Text Placeholder 2">
            <a:extLst>
              <a:ext uri="{FF2B5EF4-FFF2-40B4-BE49-F238E27FC236}">
                <a16:creationId xmlns:a16="http://schemas.microsoft.com/office/drawing/2014/main" id="{B0B8D48A-11C1-64AC-BD79-97A8B78E5B9F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2244725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D7B643-5309-4F7D-AB24-CA1872BC234B}" type="datetime'Shar''e ''''A''justado po''''r'' Ti''''cket y ''Pr''od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ABD1D39E-48AE-21C8-508B-A554B6A49AA2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gray">
          <a:xfrm>
            <a:off x="3001963" y="53705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147FB67-549D-4293-A575-DAD52A23C700}" type="datetime'''''''''''''''''''''''''''''''''''''5'''''',''''''''8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BA1EE4E3-5C95-3612-78C3-6B3393BF3DEB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2797175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F53A7F4-0715-4121-80FB-D2DB80C0ADE1}" type="datetime'D''esem''bolsos'' ''''''''''RCC No ''Gesti''''on''ado''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4DF27830-CA9B-4798-3315-FC9F9783BC4E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gray">
          <a:xfrm>
            <a:off x="3544888" y="57912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F7BC0CC-F6C5-41B2-8D43-B8BE1F2E25C8}" type="datetime'''13'',''''''''''1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13,1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879261A5-B52D-4810-8A0B-91FEA4DFCC4B}" type="datetime'''''''''7''''''''''''''''''''''''''7''%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77%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FACAAD85-F1F9-D67B-E6CB-D2EA23CAFA96}"/>
              </a:ext>
            </a:extLst>
          </p:cNvPr>
          <p:cNvSpPr txBox="1">
            <a:spLocks/>
          </p:cNvSpPr>
          <p:nvPr>
            <p:custDataLst>
              <p:tags r:id="rId80"/>
            </p:custDataLst>
          </p:nvPr>
        </p:nvSpPr>
        <p:spPr bwMode="gray">
          <a:xfrm>
            <a:off x="3598863" y="6278563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A5535D9-FDC5-485F-8088-8B1CEC065C59}" type="datetime'''''''''''4'''''''',''''''''''''''''''0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en-GB" sz="800"/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CEB4E90C-76D4-1BA2-3EF4-91636C2016A1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auto">
          <a:xfrm>
            <a:off x="3419475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13BE99B-41AF-4415-ACA4-5FA8E7728861}" type="datetime'''''S''''''''''h''a''''''re'''' ''R''e''''l''''e''v''ant''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D1C044A4-D417-C5DD-90EA-954D6D383FF9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592138" y="40465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7A3C932-A423-467B-8E0B-3C47CBCCDE7D}" type="datetime'''''''''''''44'''''''''''''',''''8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44,8</a:t>
            </a:fld>
            <a:endParaRPr lang="en-US" sz="800"/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279A57E7-F241-A634-CF5C-1F37B9BD4436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1187450" y="42449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DEC358A-A9A0-4B56-B9D9-50EBBC112E19}" type="datetime'''''''''''''''''''''''4''''''''''''0'''''''',''''''''''''9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40,9</a:t>
            </a:fld>
            <a:endParaRPr lang="en-GB" sz="800"/>
          </a:p>
        </p:txBody>
      </p:sp>
      <p:sp>
        <p:nvSpPr>
          <p:cNvPr id="164" name="Text Placeholder 2">
            <a:extLst>
              <a:ext uri="{FF2B5EF4-FFF2-40B4-BE49-F238E27FC236}">
                <a16:creationId xmlns:a16="http://schemas.microsoft.com/office/drawing/2014/main" id="{63B3437E-80BC-C330-6014-A79F4E356502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2381250" y="51450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6FF20F8-D6D7-4811-8731-D63304DA37A9}" type="datetime'''''''''2''''''3,''''''''''''''''0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23,0</a:t>
            </a:fld>
            <a:endParaRPr lang="en-GB" sz="800"/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D5A877E9-A36A-0C64-E606-F4BE973CE03E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3573463" y="54356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3493AF8-4975-4702-B738-2CD7C9D55AC4}" type="datetime'''1''''7'''''''''''''''''''''''''''''''''',''''''''''''2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17,2</a:t>
            </a:fld>
            <a:endParaRPr lang="en-GB" sz="80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EBD5111-F5A8-362C-B02A-E250C3068B9D}"/>
              </a:ext>
            </a:extLst>
          </p:cNvPr>
          <p:cNvCxnSpPr/>
          <p:nvPr>
            <p:custDataLst>
              <p:tags r:id="rId86"/>
            </p:custDataLst>
          </p:nvPr>
        </p:nvCxnSpPr>
        <p:spPr bwMode="auto">
          <a:xfrm>
            <a:off x="5318125" y="44577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E22285AF-5C72-F6EE-2A5C-89829BF17FEB}"/>
              </a:ext>
            </a:extLst>
          </p:cNvPr>
          <p:cNvCxnSpPr/>
          <p:nvPr>
            <p:custDataLst>
              <p:tags r:id="rId87"/>
            </p:custDataLst>
          </p:nvPr>
        </p:nvCxnSpPr>
        <p:spPr bwMode="auto">
          <a:xfrm>
            <a:off x="5915025" y="552450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4547F3C9-5412-D2D9-6534-4F9899156DC8}"/>
              </a:ext>
            </a:extLst>
          </p:cNvPr>
          <p:cNvCxnSpPr/>
          <p:nvPr>
            <p:custDataLst>
              <p:tags r:id="rId88"/>
            </p:custDataLst>
          </p:nvPr>
        </p:nvCxnSpPr>
        <p:spPr bwMode="auto">
          <a:xfrm>
            <a:off x="6510338" y="55245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BE8ADB8-E5AD-7FAD-B379-837CAD7484D1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>
            <a:off x="7107238" y="58991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9" name="Chart 3">
            <a:extLst>
              <a:ext uri="{FF2B5EF4-FFF2-40B4-BE49-F238E27FC236}">
                <a16:creationId xmlns:a16="http://schemas.microsoft.com/office/drawing/2014/main" id="{F7AF790B-8BA9-40AB-6A69-E5960BD12AF7}"/>
              </a:ext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251279904"/>
              </p:ext>
            </p:extLst>
          </p:nvPr>
        </p:nvGraphicFramePr>
        <p:xfrm>
          <a:off x="4192588" y="4098925"/>
          <a:ext cx="3741737" cy="2417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3909B513-6E6E-6E4E-7335-E26A7457871B}"/>
              </a:ext>
            </a:extLst>
          </p:cNvPr>
          <p:cNvSpPr txBox="1">
            <a:spLocks/>
          </p:cNvSpPr>
          <p:nvPr>
            <p:custDataLst>
              <p:tags r:id="rId91"/>
            </p:custDataLst>
          </p:nvPr>
        </p:nvSpPr>
        <p:spPr bwMode="auto">
          <a:xfrm>
            <a:off x="4300538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FA3C18A-FF90-4926-BBD2-7360DCA8537F}" type="datetime'''Des''''em''''b''olsos RC''C ''c''''on'' L''e''''a''d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F312DA2E-CAA5-F301-999A-3F725B040B20}"/>
              </a:ext>
            </a:extLst>
          </p:cNvPr>
          <p:cNvSpPr txBox="1">
            <a:spLocks/>
          </p:cNvSpPr>
          <p:nvPr>
            <p:custDataLst>
              <p:tags r:id="rId92"/>
            </p:custDataLst>
          </p:nvPr>
        </p:nvSpPr>
        <p:spPr bwMode="auto">
          <a:xfrm>
            <a:off x="4894263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D166910-2812-499B-9021-B9A601BA5C85}" type="datetime'D''es''em''''''bo''l''so''s R''CC sin Otro''''s ''I''''''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5D6F3B16-5346-86DD-8480-08CD8D485828}"/>
              </a:ext>
            </a:extLst>
          </p:cNvPr>
          <p:cNvSpPr txBox="1">
            <a:spLocks/>
          </p:cNvSpPr>
          <p:nvPr>
            <p:custDataLst>
              <p:tags r:id="rId93"/>
            </p:custDataLst>
          </p:nvPr>
        </p:nvSpPr>
        <p:spPr bwMode="gray">
          <a:xfrm>
            <a:off x="5662613" y="49371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FB41CEA-735F-4872-9D51-AB6C88B0A2BA}" type="datetime'''''''''''1''''8'''''''',0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18,0</a:t>
            </a:fld>
            <a:endParaRPr lang="en-GB" sz="800"/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1F77660A-A881-7FEB-D36A-6D5424ED9D3E}"/>
              </a:ext>
            </a:extLst>
          </p:cNvPr>
          <p:cNvSpPr txBox="1">
            <a:spLocks/>
          </p:cNvSpPr>
          <p:nvPr>
            <p:custDataLst>
              <p:tags r:id="rId94"/>
            </p:custDataLst>
          </p:nvPr>
        </p:nvSpPr>
        <p:spPr bwMode="auto">
          <a:xfrm>
            <a:off x="5483225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6B57020-47DD-431F-9174-CB6D60967DC3}" type="datetime'''De''s''em''bol''so''''''s RC''C O''f''e''''''rta'' &gt;12''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E9EBD604-9F7A-6770-F2A5-D1355EEE2866}"/>
              </a:ext>
            </a:extLst>
          </p:cNvPr>
          <p:cNvSpPr txBox="1">
            <a:spLocks/>
          </p:cNvSpPr>
          <p:nvPr>
            <p:custDataLst>
              <p:tags r:id="rId95"/>
            </p:custDataLst>
          </p:nvPr>
        </p:nvSpPr>
        <p:spPr bwMode="gray">
          <a:xfrm>
            <a:off x="6229350" y="558165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1A2F31B-F1C7-4A8B-8F83-50D788E6A4DD}" type="datetime'''''''''''''''''''5'''''''',''''''7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02691D0F-4E6E-4B5D-96D0-71955C2C5276}" type="datetime'''''''''''''''''''''3''''''''7''''''''''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37%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49" name="Text Placeholder 2">
            <a:extLst>
              <a:ext uri="{FF2B5EF4-FFF2-40B4-BE49-F238E27FC236}">
                <a16:creationId xmlns:a16="http://schemas.microsoft.com/office/drawing/2014/main" id="{00A9A7C0-C0E3-77BD-18CC-C11E34B7B165}"/>
              </a:ext>
            </a:extLst>
          </p:cNvPr>
          <p:cNvSpPr txBox="1">
            <a:spLocks/>
          </p:cNvSpPr>
          <p:nvPr>
            <p:custDataLst>
              <p:tags r:id="rId96"/>
            </p:custDataLst>
          </p:nvPr>
        </p:nvSpPr>
        <p:spPr bwMode="gray">
          <a:xfrm>
            <a:off x="6283325" y="609282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384306B-D2F6-4AF9-A262-D14056E2AED2}" type="datetime'''''''''''''''''''''''''''''''9'',''''''''''''''7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9,7</a:t>
            </a:fld>
            <a:endParaRPr lang="en-GB" sz="80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EAFF73D6-B627-20D2-C2F5-94A4045BECA0}"/>
              </a:ext>
            </a:extLst>
          </p:cNvPr>
          <p:cNvSpPr txBox="1">
            <a:spLocks/>
          </p:cNvSpPr>
          <p:nvPr>
            <p:custDataLst>
              <p:tags r:id="rId97"/>
            </p:custDataLst>
          </p:nvPr>
        </p:nvSpPr>
        <p:spPr bwMode="auto">
          <a:xfrm>
            <a:off x="6121400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C721AFE-5A39-4947-B721-8424F8171D6D}" type="datetime'S''h''are Ajus''tado'' por ''T''icke''t ''y P''rod''u''c''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318A35DE-A314-B673-DB67-7595BAC1CB6B}"/>
              </a:ext>
            </a:extLst>
          </p:cNvPr>
          <p:cNvSpPr txBox="1">
            <a:spLocks/>
          </p:cNvSpPr>
          <p:nvPr>
            <p:custDataLst>
              <p:tags r:id="rId98"/>
            </p:custDataLst>
          </p:nvPr>
        </p:nvSpPr>
        <p:spPr bwMode="gray">
          <a:xfrm>
            <a:off x="6880225" y="56578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6758AB6-2788-4032-A338-037C6A8CBA06}" type="datetime'''''''6'''''',''''''''3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6,3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28" name="Text Placeholder 2">
            <a:extLst>
              <a:ext uri="{FF2B5EF4-FFF2-40B4-BE49-F238E27FC236}">
                <a16:creationId xmlns:a16="http://schemas.microsoft.com/office/drawing/2014/main" id="{79A85DBB-560B-CF6C-503D-BA6D4F4EFBE4}"/>
              </a:ext>
            </a:extLst>
          </p:cNvPr>
          <p:cNvSpPr txBox="1">
            <a:spLocks/>
          </p:cNvSpPr>
          <p:nvPr>
            <p:custDataLst>
              <p:tags r:id="rId99"/>
            </p:custDataLst>
          </p:nvPr>
        </p:nvSpPr>
        <p:spPr bwMode="auto">
          <a:xfrm>
            <a:off x="6675438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A798B72-0C8E-4986-9144-32CDEBF1664E}" type="datetime'''D''''''ese''''mbols''o''s ''RC''C No'' Ges''tion''''''a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B5EF2947-E6C1-B7A9-6183-88CE81414A6F}"/>
              </a:ext>
            </a:extLst>
          </p:cNvPr>
          <p:cNvSpPr txBox="1">
            <a:spLocks/>
          </p:cNvSpPr>
          <p:nvPr>
            <p:custDataLst>
              <p:tags r:id="rId100"/>
            </p:custDataLst>
          </p:nvPr>
        </p:nvSpPr>
        <p:spPr bwMode="gray">
          <a:xfrm>
            <a:off x="7421563" y="59578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E866234-642D-46E5-B3D6-B8FE5779E9ED}" type="datetime'''''''''''5'''''''''''',''''''''''''''''''''7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028EDCC-624F-4247-8705-9E3A13F6353A}" type="datetime'''6''''''''''''''''''''''3''''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63%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1" name="Text Placeholder 2">
            <a:extLst>
              <a:ext uri="{FF2B5EF4-FFF2-40B4-BE49-F238E27FC236}">
                <a16:creationId xmlns:a16="http://schemas.microsoft.com/office/drawing/2014/main" id="{3B9EBBCB-2100-87F8-D3D4-A42044BD21B2}"/>
              </a:ext>
            </a:extLst>
          </p:cNvPr>
          <p:cNvSpPr txBox="1">
            <a:spLocks/>
          </p:cNvSpPr>
          <p:nvPr>
            <p:custDataLst>
              <p:tags r:id="rId101"/>
            </p:custDataLst>
          </p:nvPr>
        </p:nvSpPr>
        <p:spPr bwMode="gray">
          <a:xfrm>
            <a:off x="7475538" y="6280150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EEBE9F9-8C83-4770-881C-1EBE3EA82E3C}" type="datetime'''3'''''''''''''''',''''4''''''''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3,4</a:t>
            </a:fld>
            <a:endParaRPr lang="en-GB" sz="800"/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5F82D83E-8FBE-502E-BBB9-FA14288612EF}"/>
              </a:ext>
            </a:extLst>
          </p:cNvPr>
          <p:cNvSpPr txBox="1">
            <a:spLocks/>
          </p:cNvSpPr>
          <p:nvPr>
            <p:custDataLst>
              <p:tags r:id="rId102"/>
            </p:custDataLst>
          </p:nvPr>
        </p:nvSpPr>
        <p:spPr bwMode="auto">
          <a:xfrm>
            <a:off x="7296150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AB6DF12-CFD9-425C-9D83-4413D300E125}" type="datetime'S''''''''''''har''''e'''''' ''''''''Re''''''''le''vant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B9DD6946-948B-1CEC-438E-921AB097D457}"/>
              </a:ext>
            </a:extLst>
          </p:cNvPr>
          <p:cNvSpPr txBox="1">
            <a:spLocks/>
          </p:cNvSpPr>
          <p:nvPr>
            <p:custDataLst>
              <p:tags r:id="rId103"/>
            </p:custDataLst>
          </p:nvPr>
        </p:nvSpPr>
        <p:spPr bwMode="gray">
          <a:xfrm>
            <a:off x="4470400" y="40465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34A3844-1D8C-4FC8-AE42-C133A4BE850C}" type="datetime'''''''''3''''''''''''8'''''',''''''''''''''''''1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38,1</a:t>
            </a:fld>
            <a:endParaRPr lang="en-US" sz="800"/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184457CE-B7E3-AFBF-78E3-1935D7B23285}"/>
              </a:ext>
            </a:extLst>
          </p:cNvPr>
          <p:cNvSpPr txBox="1">
            <a:spLocks/>
          </p:cNvSpPr>
          <p:nvPr>
            <p:custDataLst>
              <p:tags r:id="rId104"/>
            </p:custDataLst>
          </p:nvPr>
        </p:nvSpPr>
        <p:spPr bwMode="gray">
          <a:xfrm>
            <a:off x="5065713" y="43227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0B060CF-F78F-4C48-8D29-B8EBE9DCF4F8}" type="datetime'''''''''''''''33,''''''''''''4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33,4</a:t>
            </a:fld>
            <a:endParaRPr lang="en-GB" sz="800"/>
          </a:p>
        </p:txBody>
      </p:sp>
      <p:sp>
        <p:nvSpPr>
          <p:cNvPr id="140" name="Text Placeholder 2">
            <a:extLst>
              <a:ext uri="{FF2B5EF4-FFF2-40B4-BE49-F238E27FC236}">
                <a16:creationId xmlns:a16="http://schemas.microsoft.com/office/drawing/2014/main" id="{C975E665-F695-B1AF-66FD-7DDEBCE85C69}"/>
              </a:ext>
            </a:extLst>
          </p:cNvPr>
          <p:cNvSpPr txBox="1">
            <a:spLocks/>
          </p:cNvSpPr>
          <p:nvPr>
            <p:custDataLst>
              <p:tags r:id="rId105"/>
            </p:custDataLst>
          </p:nvPr>
        </p:nvSpPr>
        <p:spPr bwMode="gray">
          <a:xfrm>
            <a:off x="6257925" y="53895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D838F9C-E5D5-4A2B-A414-D1925B0D7E07}" type="datetime'''15'''''''''''''''''''''''''''''',4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15,4</a:t>
            </a:fld>
            <a:endParaRPr lang="en-GB" sz="800"/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367B01E8-A5FD-9AC8-1E1F-C5F65403B67F}"/>
              </a:ext>
            </a:extLst>
          </p:cNvPr>
          <p:cNvSpPr txBox="1">
            <a:spLocks/>
          </p:cNvSpPr>
          <p:nvPr>
            <p:custDataLst>
              <p:tags r:id="rId106"/>
            </p:custDataLst>
          </p:nvPr>
        </p:nvSpPr>
        <p:spPr bwMode="gray">
          <a:xfrm>
            <a:off x="7475538" y="57642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F74306-A4A0-4C54-BA38-EB992D89C812}" type="datetime'''''''9'''''''''''''',0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9,0</a:t>
            </a:fld>
            <a:endParaRPr lang="en-GB" sz="800"/>
          </a:p>
        </p:txBody>
      </p:sp>
      <p:graphicFrame>
        <p:nvGraphicFramePr>
          <p:cNvPr id="72" name="Chart 3">
            <a:extLst>
              <a:ext uri="{FF2B5EF4-FFF2-40B4-BE49-F238E27FC236}">
                <a16:creationId xmlns:a16="http://schemas.microsoft.com/office/drawing/2014/main" id="{A6F52176-2EF4-D714-8C35-74CF0F9EA517}"/>
              </a:ext>
            </a:extLst>
          </p:cNvPr>
          <p:cNvGraphicFramePr/>
          <p:nvPr>
            <p:custDataLst>
              <p:tags r:id="rId107"/>
            </p:custDataLst>
            <p:extLst>
              <p:ext uri="{D42A27DB-BD31-4B8C-83A1-F6EECF244321}">
                <p14:modId xmlns:p14="http://schemas.microsoft.com/office/powerpoint/2010/main" val="3280354572"/>
              </p:ext>
            </p:extLst>
          </p:nvPr>
        </p:nvGraphicFramePr>
        <p:xfrm>
          <a:off x="8320088" y="4522788"/>
          <a:ext cx="3397250" cy="148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7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E3D1D6-04AF-E0EE-6D5F-2EABB1F1F991}"/>
              </a:ext>
            </a:extLst>
          </p:cNvPr>
          <p:cNvCxnSpPr/>
          <p:nvPr>
            <p:custDataLst>
              <p:tags r:id="rId108"/>
            </p:custDataLst>
          </p:nvPr>
        </p:nvCxnSpPr>
        <p:spPr bwMode="auto">
          <a:xfrm>
            <a:off x="8921750" y="3976687"/>
            <a:ext cx="1616075" cy="4651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73130E-E06B-64CF-6DA1-3C3DAE733F2C}"/>
              </a:ext>
            </a:extLst>
          </p:cNvPr>
          <p:cNvCxnSpPr/>
          <p:nvPr>
            <p:custDataLst>
              <p:tags r:id="rId109"/>
            </p:custDataLst>
          </p:nvPr>
        </p:nvCxnSpPr>
        <p:spPr bwMode="auto">
          <a:xfrm>
            <a:off x="9499600" y="4543425"/>
            <a:ext cx="1616075" cy="2730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0B204B-A00A-7330-4045-357A9C054F97}"/>
              </a:ext>
            </a:extLst>
          </p:cNvPr>
          <p:cNvSpPr txBox="1">
            <a:spLocks/>
          </p:cNvSpPr>
          <p:nvPr>
            <p:custDataLst>
              <p:tags r:id="rId110"/>
            </p:custDataLst>
          </p:nvPr>
        </p:nvSpPr>
        <p:spPr bwMode="auto">
          <a:xfrm>
            <a:off x="9043988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A37143B-1BBD-4614-834D-960D4369ABBB}" type="datetime'''2''''''''0''''''''''''''2''''''5''''Q''''''''2''''''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2025Q2</a:t>
            </a:fld>
            <a:endParaRPr lang="en-GB" sz="80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228BEE7-7A77-263E-BE82-4E1058BFC89A}"/>
              </a:ext>
            </a:extLst>
          </p:cNvPr>
          <p:cNvSpPr txBox="1">
            <a:spLocks/>
          </p:cNvSpPr>
          <p:nvPr>
            <p:custDataLst>
              <p:tags r:id="rId111"/>
            </p:custDataLst>
          </p:nvPr>
        </p:nvSpPr>
        <p:spPr bwMode="auto">
          <a:xfrm>
            <a:off x="10660063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D513C54-ED8C-42EB-9C2A-93DEBBEF688C}" type="datetime'''2''''''''0''2''''''''6Q''''''''2''''''''''''''''''''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2026Q2</a:t>
            </a:fld>
            <a:endParaRPr lang="en-GB" sz="80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4254D407-B109-12FB-8514-528F86FB613E}"/>
              </a:ext>
            </a:extLst>
          </p:cNvPr>
          <p:cNvSpPr txBox="1">
            <a:spLocks/>
          </p:cNvSpPr>
          <p:nvPr>
            <p:custDataLst>
              <p:tags r:id="rId112"/>
            </p:custDataLst>
          </p:nvPr>
        </p:nvSpPr>
        <p:spPr bwMode="auto">
          <a:xfrm>
            <a:off x="9401175" y="4071938"/>
            <a:ext cx="658813" cy="273050"/>
          </a:xfrm>
          <a:prstGeom prst="ellipse">
            <a:avLst/>
          </a:prstGeom>
          <a:solidFill>
            <a:srgbClr val="2F9E98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E34D986-7BB4-4AF6-AEED-ED9220F8546E}" type="datetime'''''''''''-''''''3''''''''9'' ''''''''''''''''''''pp''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-39 pp</a:t>
            </a:fld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B88474CA-B26C-1ACC-AB93-098485789BDE}"/>
              </a:ext>
            </a:extLst>
          </p:cNvPr>
          <p:cNvSpPr txBox="1">
            <a:spLocks/>
          </p:cNvSpPr>
          <p:nvPr>
            <p:custDataLst>
              <p:tags r:id="rId113"/>
            </p:custDataLst>
          </p:nvPr>
        </p:nvSpPr>
        <p:spPr bwMode="auto">
          <a:xfrm>
            <a:off x="9979025" y="4543425"/>
            <a:ext cx="658813" cy="273050"/>
          </a:xfrm>
          <a:prstGeom prst="ellipse">
            <a:avLst/>
          </a:prstGeom>
          <a:solidFill>
            <a:srgbClr val="13807B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B2F6F04-4166-4E4C-9319-AC251BB6CDD0}" type="datetime'''''-''''''''''2''3'''' ''''''''p''''''''''p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-23 pp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D6A99B-750D-6535-A3FE-F43A9938518C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8761413" y="5965825"/>
            <a:ext cx="142875" cy="106363"/>
          </a:xfrm>
          <a:prstGeom prst="rect">
            <a:avLst/>
          </a:prstGeom>
          <a:solidFill>
            <a:srgbClr val="10B4A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72D2FC-77BE-1D67-AA7C-450A943E678B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350500" y="5965825"/>
            <a:ext cx="142875" cy="106363"/>
          </a:xfrm>
          <a:prstGeom prst="rect">
            <a:avLst/>
          </a:prstGeom>
          <a:solidFill>
            <a:srgbClr val="13807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90B545A9-49FB-56AF-EFB2-5D614274ACEA}"/>
              </a:ext>
            </a:extLst>
          </p:cNvPr>
          <p:cNvSpPr txBox="1">
            <a:spLocks/>
          </p:cNvSpPr>
          <p:nvPr>
            <p:custDataLst>
              <p:tags r:id="rId116"/>
            </p:custDataLst>
          </p:nvPr>
        </p:nvSpPr>
        <p:spPr bwMode="auto">
          <a:xfrm>
            <a:off x="8955088" y="5970588"/>
            <a:ext cx="1293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9A6179D6-2E0D-434F-BBED-290B22EEF8CC}" type="datetime'''''S''hare Ajust''''''''ado Tic''ke''''''''''t Produ''ct''o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Ajustado Ticket Producto</a:t>
            </a:fld>
            <a:endParaRPr lang="en-GB" sz="80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61959CF3-1230-012F-C434-C0B185BBC858}"/>
              </a:ext>
            </a:extLst>
          </p:cNvPr>
          <p:cNvSpPr txBox="1">
            <a:spLocks/>
          </p:cNvSpPr>
          <p:nvPr>
            <p:custDataLst>
              <p:tags r:id="rId117"/>
            </p:custDataLst>
          </p:nvPr>
        </p:nvSpPr>
        <p:spPr bwMode="auto">
          <a:xfrm>
            <a:off x="10544175" y="5970588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985B2DC8-65AD-4354-A71A-02C750CC33DC}" type="datetime'''''S''''''h''''''''are R''el''e''''v''a''''''nt''''''e''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Relevante</a:t>
            </a:fld>
            <a:endParaRPr lang="en-GB" sz="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587387-BD38-DD4F-F9C9-99ACBC377798}"/>
              </a:ext>
            </a:extLst>
          </p:cNvPr>
          <p:cNvSpPr txBox="1"/>
          <p:nvPr/>
        </p:nvSpPr>
        <p:spPr>
          <a:xfrm>
            <a:off x="8451850" y="6394219"/>
            <a:ext cx="3346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PE" sz="800" dirty="0"/>
              <a:t>La gestión se disparó en el último tramo — hoy es el problema principal, no el precio.</a:t>
            </a:r>
            <a:endParaRPr lang="en-GB" sz="800" dirty="0"/>
          </a:p>
        </p:txBody>
      </p:sp>
      <p:pic>
        <p:nvPicPr>
          <p:cNvPr id="23" name="Picture 86">
            <a:extLst>
              <a:ext uri="{FF2B5EF4-FFF2-40B4-BE49-F238E27FC236}">
                <a16:creationId xmlns:a16="http://schemas.microsoft.com/office/drawing/2014/main" id="{7F7589BF-F8AD-93EC-D030-A8B977C1605D}"/>
              </a:ext>
            </a:extLst>
      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pic>
        <p:nvPicPr>
          <p:cNvPr id="27" name="Picture 515">
            <a:extLst>
              <a:ext uri="{FF2B5EF4-FFF2-40B4-BE49-F238E27FC236}">
                <a16:creationId xmlns:a16="http://schemas.microsoft.com/office/drawing/2014/main" id="{96D952A5-92D3-25A5-5E05-F35AA4E8C3BB}"/>
              </a:ext>
            </a:extLst>
          </p:cNvPr>
          <p:cNvPicPr>
            <a:picLocks noChangeAspect="1"/>
          </p:cNvPicPr>
          <p:nvPr/>
        </p:nvPicPr>
        <p:blipFill>
          <a:blip r:embed="rId129"/>
          <a:srcRect t="1" r="9121" b="14302"/>
          <a:stretch>
            <a:fillRect/>
          </a:stretch>
        </p:blipFill>
        <p:spPr>
          <a:xfrm>
            <a:off x="8770939" y="6194371"/>
            <a:ext cx="144000" cy="121497"/>
          </a:xfrm>
          <a:prstGeom prst="rect">
            <a:avLst/>
          </a:prstGeom>
        </p:spPr>
      </p:pic>
      <p:sp>
        <p:nvSpPr>
          <p:cNvPr id="45" name="TextBox 516">
            <a:extLst>
              <a:ext uri="{FF2B5EF4-FFF2-40B4-BE49-F238E27FC236}">
                <a16:creationId xmlns:a16="http://schemas.microsoft.com/office/drawing/2014/main" id="{1BA748DD-067F-7ED1-4B4C-7F30A7494C8C}"/>
              </a:ext>
            </a:extLst>
          </p:cNvPr>
          <p:cNvSpPr txBox="1"/>
          <p:nvPr/>
        </p:nvSpPr>
        <p:spPr>
          <a:xfrm>
            <a:off x="8895414" y="6142718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err="1"/>
              <a:t>Desembolsos</a:t>
            </a:r>
            <a:r>
              <a:rPr lang="en-GB" sz="800"/>
              <a:t> </a:t>
            </a:r>
            <a:r>
              <a:rPr lang="en-GB" sz="800" err="1"/>
              <a:t>Competencia</a:t>
            </a:r>
            <a:endParaRPr lang="en-GB" sz="800"/>
          </a:p>
        </p:txBody>
      </p:sp>
      <p:pic>
        <p:nvPicPr>
          <p:cNvPr id="75" name="Icono Cliente por Reactivar">
            <a:hlinkClick r:id="rId130" action="ppaction://hlinksldjump"/>
            <a:extLst>
              <a:ext uri="{FF2B5EF4-FFF2-40B4-BE49-F238E27FC236}">
                <a16:creationId xmlns:a16="http://schemas.microsoft.com/office/drawing/2014/main" id="{5CACB629-8374-3FC7-901D-EA3900CA4C45}"/>
              </a:ext>
            </a:extLst>
      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0634789" y="245334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45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68AB11-A644-618E-D3C3-949C5A42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4B5ADF69-D2E8-BF7F-3773-C87DFD7D88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66687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20" imgW="7772400" imgH="10058400" progId="TCLayout.ActiveDocument.1">
                  <p:embed/>
                </p:oleObj>
              </mc:Choice>
              <mc:Fallback>
                <p:oleObj name="Diapositiva de thinkcell" r:id="rId120" imgW="7772400" imgH="10058400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5ADF69-D2E8-BF7F-3773-C87DFD7D88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CAC86394-6722-877F-532F-DCD77D52167C}"/>
              </a:ext>
            </a:extLst>
          </p:cNvPr>
          <p:cNvSpPr/>
          <p:nvPr/>
        </p:nvSpPr>
        <p:spPr>
          <a:xfrm>
            <a:off x="331788" y="952501"/>
            <a:ext cx="3711575" cy="27051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819BC4-4496-9C89-61A5-FD1C863A8DF1}"/>
              </a:ext>
            </a:extLst>
          </p:cNvPr>
          <p:cNvSpPr/>
          <p:nvPr/>
        </p:nvSpPr>
        <p:spPr>
          <a:xfrm>
            <a:off x="324573" y="3977305"/>
            <a:ext cx="3711575" cy="27072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896EFF-607E-2D16-78FC-129572B6D2ED}"/>
              </a:ext>
            </a:extLst>
          </p:cNvPr>
          <p:cNvSpPr/>
          <p:nvPr/>
        </p:nvSpPr>
        <p:spPr>
          <a:xfrm>
            <a:off x="4235450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55E45C-9721-208F-C11A-7700E069363F}"/>
              </a:ext>
            </a:extLst>
          </p:cNvPr>
          <p:cNvSpPr/>
          <p:nvPr/>
        </p:nvSpPr>
        <p:spPr>
          <a:xfrm>
            <a:off x="4227513" y="3983038"/>
            <a:ext cx="3711575" cy="2701467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A82116-F399-BDCF-B3A0-24D1FF3D66D8}"/>
              </a:ext>
            </a:extLst>
          </p:cNvPr>
          <p:cNvSpPr/>
          <p:nvPr/>
        </p:nvSpPr>
        <p:spPr>
          <a:xfrm>
            <a:off x="8137525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8A93F93E-146E-155E-9838-B01E0208E69E}"/>
              </a:ext>
            </a:extLst>
          </p:cNvPr>
          <p:cNvSpPr/>
          <p:nvPr/>
        </p:nvSpPr>
        <p:spPr>
          <a:xfrm>
            <a:off x="324573" y="750962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2025Q2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839EEDA4-BA40-6E7B-6D28-FFE9F1FE6F52}"/>
              </a:ext>
            </a:extLst>
          </p:cNvPr>
          <p:cNvSpPr/>
          <p:nvPr/>
        </p:nvSpPr>
        <p:spPr>
          <a:xfrm>
            <a:off x="4226009" y="747737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2025Q3</a:t>
            </a: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429B9332-B6F7-4ADB-DB89-B61B28FDCAC5}"/>
              </a:ext>
            </a:extLst>
          </p:cNvPr>
          <p:cNvSpPr/>
          <p:nvPr/>
        </p:nvSpPr>
        <p:spPr>
          <a:xfrm>
            <a:off x="8132329" y="748011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2025Q4</a:t>
            </a:r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D7377FFF-6E41-9C50-C582-A8A8EEA7787B}"/>
              </a:ext>
            </a:extLst>
          </p:cNvPr>
          <p:cNvSpPr/>
          <p:nvPr/>
        </p:nvSpPr>
        <p:spPr>
          <a:xfrm>
            <a:off x="311150" y="3761073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2026Q1</a:t>
            </a:r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D2303C93-7975-B86B-9E8C-487073CFD296}"/>
              </a:ext>
            </a:extLst>
          </p:cNvPr>
          <p:cNvSpPr/>
          <p:nvPr/>
        </p:nvSpPr>
        <p:spPr>
          <a:xfrm>
            <a:off x="4220846" y="3754310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202604-202605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4402064A-6015-046B-DFF5-FEBBC31342A3}"/>
              </a:ext>
            </a:extLst>
          </p:cNvPr>
          <p:cNvSpPr txBox="1"/>
          <p:nvPr/>
        </p:nvSpPr>
        <p:spPr>
          <a:xfrm>
            <a:off x="324572" y="213075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Emprendedor Izipay: Salto de share en el último periodo, impulsado por precio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65D3FE3-08D3-930B-3CE1-A46C8A96B61F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439863" y="13176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8415538A-5461-7FC7-94C1-484F3CBA892B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036763" y="16271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Conector recto 233">
            <a:extLst>
              <a:ext uri="{FF2B5EF4-FFF2-40B4-BE49-F238E27FC236}">
                <a16:creationId xmlns:a16="http://schemas.microsoft.com/office/drawing/2014/main" id="{80B49EDC-A242-BFBE-5F2B-7134A221DD09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33663" y="162718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Conector recto 234">
            <a:extLst>
              <a:ext uri="{FF2B5EF4-FFF2-40B4-BE49-F238E27FC236}">
                <a16:creationId xmlns:a16="http://schemas.microsoft.com/office/drawing/2014/main" id="{8CE2CC89-BF18-DAE9-C59B-E9CE773E491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228975" y="17891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2" name="Chart 3">
            <a:extLst>
              <a:ext uri="{FF2B5EF4-FFF2-40B4-BE49-F238E27FC236}">
                <a16:creationId xmlns:a16="http://schemas.microsoft.com/office/drawing/2014/main" id="{E0AC652B-3483-3AAB-02CB-922828D1825A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00081587"/>
              </p:ext>
            </p:extLst>
          </p:nvPr>
        </p:nvGraphicFramePr>
        <p:xfrm>
          <a:off x="314325" y="1235075"/>
          <a:ext cx="3743325" cy="2112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20C999-03D1-2227-FB43-E75B4644BC19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2275" y="329088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BE5D0AD-D565-482E-9C33-E0CE6402DA98}" type="datetime'''D''esembo''''ls''os'''' R''CC c''''''on Le''ad'' ''''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3E39F78-C4B1-F3B0-5729-70D7186D646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16000" y="329088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E5786F5-EE1E-4DF5-AEF1-963DBDE296CC}" type="datetime'Desembo''ls''o''s'' RC''''C s''i''n O''tr''o''''s'' IBK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619FD21-84AA-0BC9-EF19-17A34CA73626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809750" y="14176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1E43F82-5845-409D-BD3C-3F853E80E982}" type="datetime'''''''''''0'''',''''''4''''''''''''''''''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0,4</a:t>
            </a:fld>
            <a:endParaRPr lang="en-GB" sz="8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A5AD507-55C9-27B4-5611-B40D2101CB01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604963" y="329088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96F5332-CA7F-4773-BDFB-BACF6FCEE87B}" type="datetime'''D''es''''emb''''o''l''sos R''CC ''Ofe''r''ta'' &gt;120''''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68A2DD48-468E-81E8-B64C-66BADD1D8632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2352675" y="18716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6048B0B-F593-42B1-BE16-347D5E3A7A22}" type="datetime'''''''''''0'''''''',''''''''''''''8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0,8</a:t>
            </a:fld>
            <a:br>
              <a:rPr lang="en-GB" altLang="en-US" sz="800">
                <a:solidFill>
                  <a:schemeClr val="bg1"/>
                </a:solidFill>
                <a:effectLst/>
              </a:rPr>
            </a:br>
            <a:r>
              <a:rPr lang="en-GB" altLang="en-US" sz="800">
                <a:solidFill>
                  <a:schemeClr val="bg1"/>
                </a:solidFill>
                <a:effectLst/>
              </a:rPr>
              <a:t>(</a:t>
            </a:r>
            <a:fld id="{104E64CA-E5D3-4F8A-BED8-B4771BCF97A6}" type="datetime'''''''''''''4''''''''3''''''%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43%</a:t>
            </a:fld>
            <a:r>
              <a:rPr lang="en-GB" altLang="en-US" sz="800">
                <a:solidFill>
                  <a:schemeClr val="bg1"/>
                </a:solidFill>
                <a:effectLst/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50" name="Text Placeholder 2">
            <a:extLst>
              <a:ext uri="{FF2B5EF4-FFF2-40B4-BE49-F238E27FC236}">
                <a16:creationId xmlns:a16="http://schemas.microsoft.com/office/drawing/2014/main" id="{1D63906F-E676-A00E-233C-61B85610E912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2406650" y="274637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24B9946-2692-46D5-B5B6-8760EDF3837A}" type="datetime'''''''''1'''''''',''''''''''''''1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1,1</a:t>
            </a:fld>
            <a:endParaRPr lang="en-GB" sz="8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B434C57-2FE5-F7F8-BAA1-A8253079C887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244725" y="329088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B9B385C-9208-4017-833D-D9871E98B175}" type="datetime'Sha''re Ajust''ado p''o''r Ticket'' ''''y Pro''d''u''ct''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55FB7D7-4101-1A05-E6A6-6339FDCA702D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3001963" y="165417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10B47D4-BA93-4C27-874B-8EB71D9B890E}" type="datetime'''''0,''''''''''''''''''''''''''''''''2''''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0,2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02D6C-7BEF-811C-9D86-29BC05052333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797175" y="329088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AD55BC6-6D83-4B72-B025-40A420165AFF}" type="datetime'D''es''e''mbolsos'' RCC N''o'''' G''e''''stio''''na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F5540D2-4848-06CC-C0B8-6742DA1FC135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3544888" y="20335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F5722BD-398B-47F7-9473-6D634053A7DB}" type="datetime'0'''''''''',''''''''8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0,8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6FC62195-546F-41EC-8669-936FDA9936DB}" type="datetime'''''''4''''''''''''8''''%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5C55465-8B54-763A-FEA0-AB855C8BE19C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598863" y="282733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26AC2DA-4257-4481-868F-E5E235731510}" type="datetime'''''''0'''''''''',''''''''''''''''''''''''''''''''''''''9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0,9</a:t>
            </a:fld>
            <a:endParaRPr lang="en-GB" sz="8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337492C-54A0-981B-6FC3-C476D6F86C8F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3419475" y="329088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2386284-5986-473A-98E6-93953C43B83A}" type="datetime'S''''''''''hare ''''R''''''''''el''''''e''''v''''an''''t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879B07-FD7C-A878-69F7-0617FD1D793C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617538" y="11826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EE25DCB-4727-4B08-936A-5E18AC68DF96}" type="datetime'''''''2'''''''''''''''''''''''''''',''''3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2,3</a:t>
            </a:fld>
            <a:endParaRPr lang="en-GB" altLang="en-US" sz="80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D82B42C-0499-C956-BBAE-18235A09AF2E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212850" y="11826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957895E-65C9-4AE8-9C3D-6CB5AA9EF460}" type="datetime'''''''''''''2'''''''''''''''''''''''''''''''''''''''''',3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2,3</a:t>
            </a:fld>
            <a:endParaRPr lang="en-GB" sz="800"/>
          </a:p>
        </p:txBody>
      </p:sp>
      <p:sp>
        <p:nvSpPr>
          <p:cNvPr id="149" name="Text Placeholder 2">
            <a:extLst>
              <a:ext uri="{FF2B5EF4-FFF2-40B4-BE49-F238E27FC236}">
                <a16:creationId xmlns:a16="http://schemas.microsoft.com/office/drawing/2014/main" id="{A47697B6-9A3E-D511-9FED-110275695BF7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2406650" y="14922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9CA59BD-ECD0-4026-A15F-C972C5E523C4}" type="datetime'''''1'''''''''',''''9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1,9</a:t>
            </a:fld>
            <a:endParaRPr lang="en-GB" sz="80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51C9587-3466-EF38-913F-15AF593BC926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598863" y="165417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922DA5F-FC17-4B4F-A945-13A9819F6B2C}" type="datetime'''1'',''''''''''''''''7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1,7</a:t>
            </a:fld>
            <a:endParaRPr lang="en-GB" sz="8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68BE544-3CD7-1AF6-DFD0-75527EF32B07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318125" y="13176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1F98EC73-D463-455B-334B-CF7B4D8BB4A7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915025" y="150018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047B37BC-8ACF-9B0A-5FC5-8830A3A17CAE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510338" y="15001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Conector recto 227">
            <a:extLst>
              <a:ext uri="{FF2B5EF4-FFF2-40B4-BE49-F238E27FC236}">
                <a16:creationId xmlns:a16="http://schemas.microsoft.com/office/drawing/2014/main" id="{17B50DB4-6187-0B7D-3FCE-722929252F9A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107238" y="182562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CAC4F76A-4D32-0740-9FFA-D93D3780FBB2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948418890"/>
              </p:ext>
            </p:extLst>
          </p:nvPr>
        </p:nvGraphicFramePr>
        <p:xfrm>
          <a:off x="4192588" y="1235075"/>
          <a:ext cx="3741737" cy="2112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D728828-DE79-03DB-AADB-3A825D608932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300538" y="329088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752CC5D-547D-418C-89A2-F0F3B492D09D}" type="datetime'De''se''mbolso''''''s RCC'' ''con'''' L''''ea''d ''''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67AC273C-B608-5AEA-10A1-C7FF6AFEC432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894263" y="329088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B76273E-5FCB-4F77-B298-F6CE99D1DC28}" type="datetime'De''''''''sem''bols''os'''' R''''CC'''' ''s''in Otro''s''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E3695EE-8F47-8BDA-8B65-AF4D14F397DA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5688013" y="13541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3FE6094-8FBA-4721-8A19-1F791B8A78FE}" type="datetime'''''0,''''''''2''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0,2</a:t>
            </a:fld>
            <a:endParaRPr lang="en-GB" sz="80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88CA5C2A-E717-8A0F-BCE5-C147A5F8A645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483225" y="329088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040A68C-B852-4CA7-8542-D5009830B846}" type="datetime'Desemb''ols''o''s ''''R''CC'''' ''''''''Ofert''a &gt;1''20%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64" name="Text Placeholder 2">
            <a:extLst>
              <a:ext uri="{FF2B5EF4-FFF2-40B4-BE49-F238E27FC236}">
                <a16:creationId xmlns:a16="http://schemas.microsoft.com/office/drawing/2014/main" id="{A3596AB7-973D-C1B1-4DFD-98C82BB49817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6229350" y="17986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1E0125-8C36-4765-882A-742F8E7BA86E}" type="datetime'''''''''''''''''''''''''0,''''''''''''''''''''9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0,9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4C931F7E-768F-4EAE-B275-2FA07EB6E168}" type="datetime'''''4''''''6''%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68" name="Text Placeholder 2">
            <a:extLst>
              <a:ext uri="{FF2B5EF4-FFF2-40B4-BE49-F238E27FC236}">
                <a16:creationId xmlns:a16="http://schemas.microsoft.com/office/drawing/2014/main" id="{C5B3F07D-557B-D76B-A134-AB26231A8B4A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283325" y="2736850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82FC543-B542-4F8C-9953-62813BBAAC8A}" type="datetime'''''''''''''''''''1'''''',''1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1,1</a:t>
            </a:fld>
            <a:endParaRPr lang="en-GB" sz="800"/>
          </a:p>
        </p:txBody>
      </p:sp>
      <p:sp>
        <p:nvSpPr>
          <p:cNvPr id="152" name="Text Placeholder 2">
            <a:extLst>
              <a:ext uri="{FF2B5EF4-FFF2-40B4-BE49-F238E27FC236}">
                <a16:creationId xmlns:a16="http://schemas.microsoft.com/office/drawing/2014/main" id="{9CC7CD0E-B3D3-2B0D-490E-F675C89512D8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6121400" y="329088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9F3B819-1208-44DB-A8BC-8C27FB260781}" type="datetime'''''Share'' ''A''''''ju''stado po''r Ticket y Produ''c''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EB2CD24D-8241-D8A9-A6FD-918AB89A22CB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880225" y="16081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8BFF8E2-ABB9-438A-B777-0A42551006A5}" type="datetime'''''''''''''''''0'''''''''''''',''''''''''4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0,4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B0B82E30-66F5-F77F-E328-DA0B9C826F8F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675438" y="329088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95AC692-0831-4844-9478-29C0E8FDD0F1}" type="datetime'De''sembolsos R''CC No'' G''''es''''''t''''''i''o''nado''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C9D56D26-202B-9B92-D92C-9D3E5AE546C7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421563" y="21240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76C112B-24ED-444D-99BC-80A9BA80A9FB}" type="datetime'''''''''''''''0,''''''''''''''''''''''''''9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0,9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1515F226-DA46-4F4A-9FF1-6C5B7943DE9A}" type="datetime'''5''''''''''''''''''''''7''''''%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57%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835C31D0-3DEE-12D0-0702-BC7A4A950A6F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7475538" y="2900363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CAC8A1F-D639-44B1-8519-24F6B9F7DA63}" type="datetime'''''''''''''''''''0'''''''''''''',''''''''''''''''7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0,7</a:t>
            </a:fld>
            <a:endParaRPr lang="en-GB" sz="80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C38CE387-1D1A-31E6-B1A0-63F6996D7144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7296150" y="329088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72E769F-6CCA-47B9-8E7A-1F66C3093F77}" type="datetime'''''''''Sh''a''r''''''e R''''elev''a''n''''''t''e''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60FAA2B-CD5D-1B1D-9216-54F5CEF8A3D2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495800" y="11826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42514DB-68C4-49EC-9C1D-C6BEDB2B67CC}" type="datetime'2'''''''''''''',''''''''''''''''''''2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en-US" sz="800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BE223E8B-7A53-74A0-85D5-7332B6B4CBFE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5091113" y="11826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B41929D-7A38-4B5D-9C22-CB32570A51D9}" type="datetime'''''2'''',''''''''''''''''''''''''''2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en-GB" sz="800"/>
          </a:p>
        </p:txBody>
      </p:sp>
      <p:sp>
        <p:nvSpPr>
          <p:cNvPr id="167" name="Text Placeholder 2">
            <a:extLst>
              <a:ext uri="{FF2B5EF4-FFF2-40B4-BE49-F238E27FC236}">
                <a16:creationId xmlns:a16="http://schemas.microsoft.com/office/drawing/2014/main" id="{593FD933-98DB-00C3-C4B3-84B14E2BCAB5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283325" y="13652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05343CB-897F-4EA6-930C-6BF8E85C7C88}" type="datetime'''''''''''''''''2,''''''''''''''''''''''''''0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2,0</a:t>
            </a:fld>
            <a:endParaRPr lang="en-GB" sz="800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3390FE65-32A8-B6AB-6353-903FAB49AFB8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475538" y="16906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42C72C6-2ADD-4648-AF43-FE01C70E4BA6}" type="datetime'''''''''1'''''''''''',''''6''''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1,6</a:t>
            </a:fld>
            <a:endParaRPr lang="en-GB" sz="80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5DD00D3-22FC-B230-C956-2CB537946623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9251950" y="13462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1A6D1586-00FA-1315-9FB8-9BBC2376C8AF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9848850" y="15398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Conector recto 220">
            <a:extLst>
              <a:ext uri="{FF2B5EF4-FFF2-40B4-BE49-F238E27FC236}">
                <a16:creationId xmlns:a16="http://schemas.microsoft.com/office/drawing/2014/main" id="{9A3E57FD-5C31-A941-7E28-8D7495F8A57A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0445750" y="15398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Conector recto 179">
            <a:extLst>
              <a:ext uri="{FF2B5EF4-FFF2-40B4-BE49-F238E27FC236}">
                <a16:creationId xmlns:a16="http://schemas.microsoft.com/office/drawing/2014/main" id="{F3B38F0B-7F37-6FA6-5F69-BEE40CFA2471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1041063" y="18605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2" name="Chart 3">
            <a:extLst>
              <a:ext uri="{FF2B5EF4-FFF2-40B4-BE49-F238E27FC236}">
                <a16:creationId xmlns:a16="http://schemas.microsoft.com/office/drawing/2014/main" id="{130733A0-5522-A72E-C487-68D2489DA9AC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1211375515"/>
              </p:ext>
            </p:extLst>
          </p:nvPr>
        </p:nvGraphicFramePr>
        <p:xfrm>
          <a:off x="8126413" y="1100138"/>
          <a:ext cx="3743325" cy="224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0E9B15AD-0EE2-91B2-225E-55F8EA254103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auto">
          <a:xfrm>
            <a:off x="8234363" y="329088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C956729-EA7F-407C-B5C6-341ED0BD51EA}" type="datetime'''De''s''em''''bo''lsos ''RCC ''co''''n'''' Le''ad ''''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216F1F5E-BEFB-B8C7-4BD8-50C0931169EB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auto">
          <a:xfrm>
            <a:off x="8828088" y="329088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836E53F-E9E9-4019-A86B-D1B3051ACD12}" type="datetime'''Dese''''mbolsos'' RCC'' ''s''''i''''''''''n O''tros''''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50355FD1-032D-17E4-38F6-F97220FE0957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621838" y="13890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05EC5E9-6863-473A-9809-A57D22D5E7FB}" type="datetime'''0'''''''''''''''''''''',''''''''''''''''''''''''''3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0,3</a:t>
            </a:fld>
            <a:endParaRPr lang="en-GB" sz="800"/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954163-5910-E9D1-A2F6-C2ED4838CD78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9417050" y="329088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747A028-536C-4320-A24A-A5BC44840551}" type="datetime'Desem''b''o''''lso''s R''''''CC ''''O''fer''ta'' ''&gt;12''''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76" name="Text Placeholder 2">
            <a:extLst>
              <a:ext uri="{FF2B5EF4-FFF2-40B4-BE49-F238E27FC236}">
                <a16:creationId xmlns:a16="http://schemas.microsoft.com/office/drawing/2014/main" id="{DB00897A-1F8F-4BC0-5E09-CBC8E5D636D1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0164763" y="17700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F9D6EE5-329D-49BF-85A4-826DE067D731}" type="datetime'''0'''''''''''''''',''''''''''''''''''9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0,9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548C0B7B-AECB-40F0-92CB-110197BB8214}" type="datetime'''''''''3''''9''''''''%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39%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79" name="Text Placeholder 2">
            <a:extLst>
              <a:ext uri="{FF2B5EF4-FFF2-40B4-BE49-F238E27FC236}">
                <a16:creationId xmlns:a16="http://schemas.microsoft.com/office/drawing/2014/main" id="{FC2FEBB1-8358-4B42-384C-1E043D0DF84E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0218738" y="268763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F2273CC-F737-4370-A72D-B29FF2AE0098}" type="datetime'1'''''''''''''''''''''''''''',''4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1,4</a:t>
            </a:fld>
            <a:endParaRPr lang="en-GB" sz="800"/>
          </a:p>
        </p:txBody>
      </p:sp>
      <p:sp>
        <p:nvSpPr>
          <p:cNvPr id="171" name="Text Placeholder 2">
            <a:extLst>
              <a:ext uri="{FF2B5EF4-FFF2-40B4-BE49-F238E27FC236}">
                <a16:creationId xmlns:a16="http://schemas.microsoft.com/office/drawing/2014/main" id="{75A36C8D-618D-2916-E681-78D37DC2E3AE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056813" y="329088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8D92659-458A-4FD4-96EA-53FB89E5B744}" type="datetime'Share'' A''''ju''s''tado por ''''''Tick''''et'' y Pro''d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D26BF230-58AF-9593-F055-212AE1A33DF2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814050" y="16462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446547-689A-4AB6-AEB2-B1F3C6CE8D13}" type="datetime'''''''''0'''''',''''''''4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0,4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D6778729-8532-A0B0-2E3F-1A6054FD7E5A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609263" y="329088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607DD9B-7C70-42DB-AAE1-4DE841AB2AA3}" type="datetime'''De''sembolso''''''s R''''CC N''o Ge''''''s''tio''na''d''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CA91BA5-DF4F-1E0B-43A9-28F51559FF2C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356975" y="208915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3807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442FACB-CFAE-4385-93FC-50B4C7740D92}" type="datetime'''''0'',''''''''''''''''''9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0,9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64E5F5EC-45E6-4015-8281-916D0F2BE2D5}" type="datetime'''''''''''''''''''''''''4''''''''''8''''''%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FFF85C76-3988-F905-B41C-E191AE1D2FC1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410950" y="284797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9F0247C-6B04-43FD-A2A7-F15032B08BF6}" type="datetime'''''0'',''''''''9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0,9</a:t>
            </a:fld>
            <a:endParaRPr lang="en-GB" sz="800"/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0F2DF1F6-0D24-FBC0-022B-6D0243D0E5FF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11231563" y="329088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37E27BB-EC96-4225-8175-FDBF9B5493D2}" type="datetime'S''''h''a''r''''e'''''' ''''''R''''elev''''''''''''a''''''n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357A4445-F138-1078-8260-47FF64E4197B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8429625" y="12112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451235-BC09-4982-BCAA-16FEFB29F0B2}" type="datetime'''''''2'''''''',''''''''''''''''''''5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en-US" sz="800"/>
          </a:p>
        </p:txBody>
      </p:sp>
      <p:sp>
        <p:nvSpPr>
          <p:cNvPr id="92" name="Text Placeholder 2">
            <a:extLst>
              <a:ext uri="{FF2B5EF4-FFF2-40B4-BE49-F238E27FC236}">
                <a16:creationId xmlns:a16="http://schemas.microsoft.com/office/drawing/2014/main" id="{E3C187BB-7C98-361C-9A8A-2BDF44492D5D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9024938" y="12112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5B4FCE8-5ACA-4252-85D5-F3EDF279324E}" type="datetime'2'''''''''''''',5''''''''''''''''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en-GB" sz="800"/>
          </a:p>
        </p:txBody>
      </p:sp>
      <p:sp>
        <p:nvSpPr>
          <p:cNvPr id="178" name="Text Placeholder 2">
            <a:extLst>
              <a:ext uri="{FF2B5EF4-FFF2-40B4-BE49-F238E27FC236}">
                <a16:creationId xmlns:a16="http://schemas.microsoft.com/office/drawing/2014/main" id="{C5447A02-2E69-F09F-F591-6F98BEF7E629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10218738" y="14049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CBD1807-F3FF-42EB-93D0-DB7D51947B2C}" type="datetime'''2'''',''''''''''''''''''''2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en-GB" sz="800"/>
          </a:p>
        </p:txBody>
      </p:sp>
      <p:sp>
        <p:nvSpPr>
          <p:cNvPr id="94" name="Text Placeholder 2">
            <a:extLst>
              <a:ext uri="{FF2B5EF4-FFF2-40B4-BE49-F238E27FC236}">
                <a16:creationId xmlns:a16="http://schemas.microsoft.com/office/drawing/2014/main" id="{A8B95281-D422-53AA-8723-D5023AF2B315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11410950" y="17256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3EB2093-69CA-46BC-9962-5C43750B304B}" type="datetime'''''''''''''''''''''''1'',''''''''''''''''''''''''''''8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1,8</a:t>
            </a:fld>
            <a:endParaRPr lang="en-GB" sz="80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99C4799-12F6-87DC-14C6-6739B16947E8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439863" y="42354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ector recto 184">
            <a:extLst>
              <a:ext uri="{FF2B5EF4-FFF2-40B4-BE49-F238E27FC236}">
                <a16:creationId xmlns:a16="http://schemas.microsoft.com/office/drawing/2014/main" id="{50D243D7-96A2-F423-2663-BD27DC631A9C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2036763" y="43481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39FC4702-A47F-6247-FB3F-21097C50374C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2633663" y="434816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FC8D6F65-8E93-A753-99BC-D140BEBFDFDB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228975" y="47466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9" name="Chart 3">
            <a:extLst>
              <a:ext uri="{FF2B5EF4-FFF2-40B4-BE49-F238E27FC236}">
                <a16:creationId xmlns:a16="http://schemas.microsoft.com/office/drawing/2014/main" id="{69BB6F96-35EC-5217-1DAD-4A7468A8DF03}"/>
              </a:ext>
            </a:extLst>
          </p:cNvPr>
          <p:cNvGraphicFramePr/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123224201"/>
              </p:ext>
            </p:extLst>
          </p:nvPr>
        </p:nvGraphicFramePr>
        <p:xfrm>
          <a:off x="314325" y="4108450"/>
          <a:ext cx="3743325" cy="2408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0EAC2036-8041-602D-4F6D-CEF7D6125B2E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22275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0BB7C63-2557-4366-95FC-678D145781EF}" type="datetime'Desembo''lsos ''RCC c''''on'' L''''''''ea''''''''''d''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4257AC65-1E39-83B1-8BFB-6960C5F976E1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1016000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5195DBC-5023-4C1D-AA0D-D5FBC4C0A8BB}" type="datetime'''Desem''bolso''s'''' RCC'''''' sin'' ''''Ot''r''os I''''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14262D10-9063-DD0D-7878-A010A6B41875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809750" y="42370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828AD6C-D9A5-43D4-86DC-5B92100409C4}" type="datetime'''''''''''''''''''''''''''''''''0'',''''''''''''''''2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0,2</a:t>
            </a:fld>
            <a:endParaRPr lang="en-GB" sz="800"/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3C66C487-142A-EE0D-1E4E-7F6B8D590A49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1604963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6DC2A4C-4EE9-4FB0-9726-DBC9ACB24D86}" type="datetime'''Desembo''l''sos'' ''''RC''C ''Of''e''''''r''ta &gt;''120''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88" name="Text Placeholder 2">
            <a:extLst>
              <a:ext uri="{FF2B5EF4-FFF2-40B4-BE49-F238E27FC236}">
                <a16:creationId xmlns:a16="http://schemas.microsoft.com/office/drawing/2014/main" id="{FF07BB9C-D744-4BB3-490F-4A6D351DD7CB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gray">
          <a:xfrm>
            <a:off x="2352675" y="46688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6B621D5-1D5C-4CBA-A210-BC60ADA83B06}" type="datetime'''''''''''''''''''''''''''1'''''''',''''''''2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1,2</a:t>
            </a:fld>
            <a:br>
              <a:rPr lang="en-GB" altLang="en-US" sz="800">
                <a:solidFill>
                  <a:schemeClr val="bg1"/>
                </a:solidFill>
                <a:effectLst/>
              </a:rPr>
            </a:br>
            <a:r>
              <a:rPr lang="en-GB" altLang="en-US" sz="800">
                <a:solidFill>
                  <a:schemeClr val="bg1"/>
                </a:solidFill>
                <a:effectLst/>
              </a:rPr>
              <a:t>(</a:t>
            </a:r>
            <a:fld id="{6410CF63-BA78-4411-A44F-2560B5089AEE}" type="datetime'''''4''''''''''''''''1''%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41%</a:t>
            </a:fld>
            <a:r>
              <a:rPr lang="en-GB" altLang="en-US" sz="800">
                <a:solidFill>
                  <a:schemeClr val="bg1"/>
                </a:solidFill>
                <a:effectLst/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92" name="Text Placeholder 2">
            <a:extLst>
              <a:ext uri="{FF2B5EF4-FFF2-40B4-BE49-F238E27FC236}">
                <a16:creationId xmlns:a16="http://schemas.microsoft.com/office/drawing/2014/main" id="{2D33CAEA-2430-19BF-8234-91489672A959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gray">
          <a:xfrm>
            <a:off x="2406650" y="57673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460B60D-C2B0-483E-B26C-0E6576FB45A0}" type="datetime'''''''''''''''''''''''''''1'',''6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1,6</a:t>
            </a:fld>
            <a:endParaRPr lang="en-GB" sz="800"/>
          </a:p>
        </p:txBody>
      </p:sp>
      <p:sp>
        <p:nvSpPr>
          <p:cNvPr id="183" name="Text Placeholder 2">
            <a:extLst>
              <a:ext uri="{FF2B5EF4-FFF2-40B4-BE49-F238E27FC236}">
                <a16:creationId xmlns:a16="http://schemas.microsoft.com/office/drawing/2014/main" id="{25BC718A-1BF2-F233-892D-6663AC394C2B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2244725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5BC72F0-16B6-46E6-BA39-D7B5657615F4}" type="datetime'Share Aj''ust''a''do por Ti''ck''et'' y'''' Pro''d''uc''t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68C563F7-9528-C229-4AF9-69CAD1CB73A9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gray">
          <a:xfrm>
            <a:off x="3001963" y="449262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8EC6749-DE7D-47A1-A9B0-0B87BB8569CE}" type="datetime'''''''''''''''''''''''''''''''''''0'''''''''',''''''5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0,5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CDC4A358-99D8-2143-5CBC-22378C326461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2797175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54522C5-35F5-4E1A-8548-F472F1567CEF}" type="datetime'D''''''e''''s''''e''mbo''lsos'' ''RCC'''' ''No Gesti''ona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9D090686-B17C-46E3-B831-D0D508859AC3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gray">
          <a:xfrm>
            <a:off x="3544888" y="50673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5D080F0-F976-4783-96D1-EFB9B674B2FA}" type="datetime'''''''''''''''''''''1'',''''''''''''''''2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1,2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FD6178D6-54E1-4B67-9FB5-96EF739DC815}" type="datetime'''''''''''''''''''51''''''''''''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51%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5A2784D6-73EC-3103-52D4-41253D316FDC}"/>
              </a:ext>
            </a:extLst>
          </p:cNvPr>
          <p:cNvSpPr txBox="1">
            <a:spLocks/>
          </p:cNvSpPr>
          <p:nvPr>
            <p:custDataLst>
              <p:tags r:id="rId80"/>
            </p:custDataLst>
          </p:nvPr>
        </p:nvSpPr>
        <p:spPr bwMode="gray">
          <a:xfrm>
            <a:off x="3598863" y="5967413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8827EA0-E53D-4BF0-8916-5A9611CAA628}" type="datetime'''''''''''''''''''''''''''''''''1'''''',''''''''''1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1,1</a:t>
            </a:fld>
            <a:endParaRPr lang="en-GB" sz="800"/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D53BB781-CE6D-FE2E-B998-8604773AAB2C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auto">
          <a:xfrm>
            <a:off x="3419475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D5268F2-6D22-44AA-8653-A65FDB5F7F6E}" type="datetime'Sh''ar''e ''''''R''e''''''''l''''ev''an''''''''''t''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593E2AA6-C7FF-F1A4-5993-4B08F5FF6D0B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617538" y="40560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6B30725-0C9A-409A-BF8C-E346471946C7}" type="datetime'''''3'',''0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3,0</a:t>
            </a:fld>
            <a:endParaRPr lang="en-US" sz="800"/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0A3CC8E5-F7AA-F243-04C2-192D699931FF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1212850" y="41005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EF3427A-DE77-4A45-9B18-70C35E223F77}" type="datetime'''''''''''''2'''''''''''''''''''''''''''''',''''9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2,9</a:t>
            </a:fld>
            <a:endParaRPr lang="en-GB" sz="800"/>
          </a:p>
        </p:txBody>
      </p:sp>
      <p:sp>
        <p:nvSpPr>
          <p:cNvPr id="191" name="Text Placeholder 2">
            <a:extLst>
              <a:ext uri="{FF2B5EF4-FFF2-40B4-BE49-F238E27FC236}">
                <a16:creationId xmlns:a16="http://schemas.microsoft.com/office/drawing/2014/main" id="{AB880AEE-A25E-186F-735B-63428F41B1D1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2406650" y="421322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5B25AA2-DF72-472D-9D54-717A96529AC8}" type="datetime'''''''''''''2'''''''''',''''''''''''8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en-GB" sz="800"/>
          </a:p>
        </p:txBody>
      </p:sp>
      <p:sp>
        <p:nvSpPr>
          <p:cNvPr id="119" name="Text Placeholder 2">
            <a:extLst>
              <a:ext uri="{FF2B5EF4-FFF2-40B4-BE49-F238E27FC236}">
                <a16:creationId xmlns:a16="http://schemas.microsoft.com/office/drawing/2014/main" id="{3B7B4489-3D5B-A0D2-DE11-9688685E8866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3598863" y="46116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E3DC6C5-AECB-45CE-9B65-BE7EC5A0915A}" type="datetime'''''''2'''''''''''''''''''''''''''''''''''',3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2,3</a:t>
            </a:fld>
            <a:endParaRPr lang="en-GB" sz="800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89B71C1-5769-7A8F-D9F1-6EBEA10387BF}"/>
              </a:ext>
            </a:extLst>
          </p:cNvPr>
          <p:cNvCxnSpPr/>
          <p:nvPr>
            <p:custDataLst>
              <p:tags r:id="rId86"/>
            </p:custDataLst>
          </p:nvPr>
        </p:nvCxnSpPr>
        <p:spPr bwMode="auto">
          <a:xfrm>
            <a:off x="5318125" y="44084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12D130F3-F971-037F-3E96-B1E9E6B71924}"/>
              </a:ext>
            </a:extLst>
          </p:cNvPr>
          <p:cNvCxnSpPr/>
          <p:nvPr>
            <p:custDataLst>
              <p:tags r:id="rId87"/>
            </p:custDataLst>
          </p:nvPr>
        </p:nvCxnSpPr>
        <p:spPr bwMode="auto">
          <a:xfrm>
            <a:off x="5915025" y="474503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Conector recto 208">
            <a:extLst>
              <a:ext uri="{FF2B5EF4-FFF2-40B4-BE49-F238E27FC236}">
                <a16:creationId xmlns:a16="http://schemas.microsoft.com/office/drawing/2014/main" id="{E1053582-BFBE-C1CD-0C4C-B8EAE01E05E1}"/>
              </a:ext>
            </a:extLst>
          </p:cNvPr>
          <p:cNvCxnSpPr/>
          <p:nvPr>
            <p:custDataLst>
              <p:tags r:id="rId88"/>
            </p:custDataLst>
          </p:nvPr>
        </p:nvCxnSpPr>
        <p:spPr bwMode="auto">
          <a:xfrm>
            <a:off x="6510338" y="47450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AA5FA64-8CA4-0893-D96D-8F28DD5E7D28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>
            <a:off x="7107238" y="48799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1" name="Chart 3">
            <a:extLst>
              <a:ext uri="{FF2B5EF4-FFF2-40B4-BE49-F238E27FC236}">
                <a16:creationId xmlns:a16="http://schemas.microsoft.com/office/drawing/2014/main" id="{6D6B2D38-187B-C1A8-72F7-A2BDC914C416}"/>
              </a:ext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4057569179"/>
              </p:ext>
            </p:extLst>
          </p:nvPr>
        </p:nvGraphicFramePr>
        <p:xfrm>
          <a:off x="4192588" y="4017963"/>
          <a:ext cx="3741737" cy="2498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AE6CB38C-58FA-DA9F-B968-80F65B269D72}"/>
              </a:ext>
            </a:extLst>
          </p:cNvPr>
          <p:cNvSpPr txBox="1">
            <a:spLocks/>
          </p:cNvSpPr>
          <p:nvPr>
            <p:custDataLst>
              <p:tags r:id="rId91"/>
            </p:custDataLst>
          </p:nvPr>
        </p:nvSpPr>
        <p:spPr bwMode="auto">
          <a:xfrm>
            <a:off x="4300538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39BF316-7725-4A7B-A665-A65B6680545F}" type="datetime'D''es''em''b''ol''''''sos'' ''RC''C'' c''on'' Le''a''d I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E055D9F7-16FA-0554-6183-1947135A5442}"/>
              </a:ext>
            </a:extLst>
          </p:cNvPr>
          <p:cNvSpPr txBox="1">
            <a:spLocks/>
          </p:cNvSpPr>
          <p:nvPr>
            <p:custDataLst>
              <p:tags r:id="rId92"/>
            </p:custDataLst>
          </p:nvPr>
        </p:nvSpPr>
        <p:spPr bwMode="auto">
          <a:xfrm>
            <a:off x="4894263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A1D5C25-8B4F-4A68-BC4F-2B79699DAFCA}" type="datetime'De''sembols''o''''''s ''RC''''''C si''n ''O''''tr''''os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93DB07E-C30B-7AFC-E0E2-BCBD9FBE1CB8}"/>
              </a:ext>
            </a:extLst>
          </p:cNvPr>
          <p:cNvSpPr txBox="1">
            <a:spLocks/>
          </p:cNvSpPr>
          <p:nvPr>
            <p:custDataLst>
              <p:tags r:id="rId93"/>
            </p:custDataLst>
          </p:nvPr>
        </p:nvSpPr>
        <p:spPr bwMode="gray">
          <a:xfrm>
            <a:off x="5688013" y="45227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3BB30A5-5FCB-4ECA-AE16-935E629DEEC2}" type="datetime'''''''''''''''''''''''''''1'''''''''''''''''''''''''''',''''8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1,8</a:t>
            </a:fld>
            <a:endParaRPr lang="en-GB" sz="800"/>
          </a:p>
        </p:txBody>
      </p:sp>
      <p:sp>
        <p:nvSpPr>
          <p:cNvPr id="131" name="Text Placeholder 2">
            <a:extLst>
              <a:ext uri="{FF2B5EF4-FFF2-40B4-BE49-F238E27FC236}">
                <a16:creationId xmlns:a16="http://schemas.microsoft.com/office/drawing/2014/main" id="{C994ED14-8A1F-34A2-C956-5CCF17B72EAD}"/>
              </a:ext>
            </a:extLst>
          </p:cNvPr>
          <p:cNvSpPr txBox="1">
            <a:spLocks/>
          </p:cNvSpPr>
          <p:nvPr>
            <p:custDataLst>
              <p:tags r:id="rId94"/>
            </p:custDataLst>
          </p:nvPr>
        </p:nvSpPr>
        <p:spPr bwMode="auto">
          <a:xfrm>
            <a:off x="5483225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5B3EAF2-1F59-4EA1-A8C9-A170EEEBF9FC}" type="datetime'''''''Desemb''o''l''so''s RCC Ofert''a ''''''''''&gt;''120%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200" name="Text Placeholder 2">
            <a:extLst>
              <a:ext uri="{FF2B5EF4-FFF2-40B4-BE49-F238E27FC236}">
                <a16:creationId xmlns:a16="http://schemas.microsoft.com/office/drawing/2014/main" id="{FEDA3306-5E3E-C30B-0446-8ACF77431596}"/>
              </a:ext>
            </a:extLst>
          </p:cNvPr>
          <p:cNvSpPr txBox="1">
            <a:spLocks/>
          </p:cNvSpPr>
          <p:nvPr>
            <p:custDataLst>
              <p:tags r:id="rId95"/>
            </p:custDataLst>
          </p:nvPr>
        </p:nvSpPr>
        <p:spPr bwMode="gray">
          <a:xfrm>
            <a:off x="6229350" y="52609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23A4FAF-1E9A-4ACC-BCC5-D46521F14A1C}" type="datetime'''6'''''',''''''''''''''''''''''''''''''''7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ED414ACA-C7E0-4463-B28B-46F389E02B6A}" type="datetime'''''''''''''''''''''''7''''''''4%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74%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04" name="Text Placeholder 2">
            <a:extLst>
              <a:ext uri="{FF2B5EF4-FFF2-40B4-BE49-F238E27FC236}">
                <a16:creationId xmlns:a16="http://schemas.microsoft.com/office/drawing/2014/main" id="{85119F88-F9B6-E6F7-BC5E-C9D06AB1E5DB}"/>
              </a:ext>
            </a:extLst>
          </p:cNvPr>
          <p:cNvSpPr txBox="1">
            <a:spLocks/>
          </p:cNvSpPr>
          <p:nvPr>
            <p:custDataLst>
              <p:tags r:id="rId96"/>
            </p:custDataLst>
          </p:nvPr>
        </p:nvSpPr>
        <p:spPr bwMode="gray">
          <a:xfrm>
            <a:off x="6283325" y="61610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56E7439-5816-4AEF-AD8C-067CACE0AE61}" type="datetime'''''2'''''''''',''''''''''''''''''''''''''''''''''''3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2,3</a:t>
            </a:fld>
            <a:endParaRPr lang="en-GB" sz="800"/>
          </a:p>
        </p:txBody>
      </p:sp>
      <p:sp>
        <p:nvSpPr>
          <p:cNvPr id="195" name="Text Placeholder 2">
            <a:extLst>
              <a:ext uri="{FF2B5EF4-FFF2-40B4-BE49-F238E27FC236}">
                <a16:creationId xmlns:a16="http://schemas.microsoft.com/office/drawing/2014/main" id="{21F9C6DB-47C3-FF50-2B1B-9C8DDE8560AB}"/>
              </a:ext>
            </a:extLst>
          </p:cNvPr>
          <p:cNvSpPr txBox="1">
            <a:spLocks/>
          </p:cNvSpPr>
          <p:nvPr>
            <p:custDataLst>
              <p:tags r:id="rId97"/>
            </p:custDataLst>
          </p:nvPr>
        </p:nvSpPr>
        <p:spPr bwMode="auto">
          <a:xfrm>
            <a:off x="6121400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FCC0C0-B0A9-4C60-BEEA-E64B0C331819}" type="datetime'S''h''are Aj''u''stado po''r'' Ticket'' y'' Produ''ct''o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270E4167-DC45-80E1-5B82-4B9F402182B3}"/>
              </a:ext>
            </a:extLst>
          </p:cNvPr>
          <p:cNvSpPr txBox="1">
            <a:spLocks/>
          </p:cNvSpPr>
          <p:nvPr>
            <p:custDataLst>
              <p:tags r:id="rId98"/>
            </p:custDataLst>
          </p:nvPr>
        </p:nvSpPr>
        <p:spPr bwMode="gray">
          <a:xfrm>
            <a:off x="6880225" y="47577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6AA1F91-CB95-486A-A007-1416A4454DB6}" type="datetime'''''''''''''''''0'''''''''''''''''''',7''''''''''''''''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0,7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BAE52A38-4017-B69E-DD95-1B60369743BA}"/>
              </a:ext>
            </a:extLst>
          </p:cNvPr>
          <p:cNvSpPr txBox="1">
            <a:spLocks/>
          </p:cNvSpPr>
          <p:nvPr>
            <p:custDataLst>
              <p:tags r:id="rId99"/>
            </p:custDataLst>
          </p:nvPr>
        </p:nvSpPr>
        <p:spPr bwMode="auto">
          <a:xfrm>
            <a:off x="6675438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D875B48-9CEE-4FBF-81C5-1C6DA945A6D8}" type="datetime'De''se''''m''bol''''sos RC''''C ''''''No ''Ge''stionad''''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C4CAA05D-3B0A-3022-5847-E3590DE689A6}"/>
              </a:ext>
            </a:extLst>
          </p:cNvPr>
          <p:cNvSpPr txBox="1">
            <a:spLocks/>
          </p:cNvSpPr>
          <p:nvPr>
            <p:custDataLst>
              <p:tags r:id="rId100"/>
            </p:custDataLst>
          </p:nvPr>
        </p:nvSpPr>
        <p:spPr bwMode="gray">
          <a:xfrm>
            <a:off x="7421563" y="539591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878F8AB-6D6E-4FBD-88EC-5C627A056F17}" type="datetime'''''''''''''6'''''',''''''''''7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821767E2-179E-4513-9EAD-AF6BC068223B}" type="datetime'8''''''1''''''''''%''''''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81%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B62A5911-E21C-41BD-DD82-5144A2AA61FD}"/>
              </a:ext>
            </a:extLst>
          </p:cNvPr>
          <p:cNvSpPr txBox="1">
            <a:spLocks/>
          </p:cNvSpPr>
          <p:nvPr>
            <p:custDataLst>
              <p:tags r:id="rId101"/>
            </p:custDataLst>
          </p:nvPr>
        </p:nvSpPr>
        <p:spPr bwMode="gray">
          <a:xfrm>
            <a:off x="7475538" y="6229350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2510865-AF45-4A6C-BB36-E96EF8950389}" type="datetime'''''''''1'',''6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1,6</a:t>
            </a:fld>
            <a:endParaRPr lang="en-GB" sz="800"/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3D0BBD89-3FC6-028D-E606-FF5C8C6DBB7B}"/>
              </a:ext>
            </a:extLst>
          </p:cNvPr>
          <p:cNvSpPr txBox="1">
            <a:spLocks/>
          </p:cNvSpPr>
          <p:nvPr>
            <p:custDataLst>
              <p:tags r:id="rId102"/>
            </p:custDataLst>
          </p:nvPr>
        </p:nvSpPr>
        <p:spPr bwMode="auto">
          <a:xfrm>
            <a:off x="7296150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D5505BA-3E1D-483A-91D2-9D6E1D99D2C4}" type="datetime'''S''''''har''''''''e'''' R''''el''''e''''''van''t''e''''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38" name="Text Placeholder 2">
            <a:extLst>
              <a:ext uri="{FF2B5EF4-FFF2-40B4-BE49-F238E27FC236}">
                <a16:creationId xmlns:a16="http://schemas.microsoft.com/office/drawing/2014/main" id="{9F8DBD1B-62BD-440A-7E85-0609C809B8C0}"/>
              </a:ext>
            </a:extLst>
          </p:cNvPr>
          <p:cNvSpPr txBox="1">
            <a:spLocks/>
          </p:cNvSpPr>
          <p:nvPr>
            <p:custDataLst>
              <p:tags r:id="rId103"/>
            </p:custDataLst>
          </p:nvPr>
        </p:nvSpPr>
        <p:spPr bwMode="gray">
          <a:xfrm>
            <a:off x="4470400" y="40560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E583ECB-650A-44E2-AFD9-98099D734179}" type="datetime'''''''''''''''''''''''1''''''2'''''',''''''''''''''''''0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12,0</a:t>
            </a:fld>
            <a:endParaRPr lang="en-US" sz="800"/>
          </a:p>
        </p:txBody>
      </p:sp>
      <p:sp>
        <p:nvSpPr>
          <p:cNvPr id="139" name="Text Placeholder 2">
            <a:extLst>
              <a:ext uri="{FF2B5EF4-FFF2-40B4-BE49-F238E27FC236}">
                <a16:creationId xmlns:a16="http://schemas.microsoft.com/office/drawing/2014/main" id="{1B72EEC7-3C3F-057D-D4BF-BE92DA034784}"/>
              </a:ext>
            </a:extLst>
          </p:cNvPr>
          <p:cNvSpPr txBox="1">
            <a:spLocks/>
          </p:cNvSpPr>
          <p:nvPr>
            <p:custDataLst>
              <p:tags r:id="rId104"/>
            </p:custDataLst>
          </p:nvPr>
        </p:nvSpPr>
        <p:spPr bwMode="gray">
          <a:xfrm>
            <a:off x="5065713" y="42735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65E0A3D-9FEE-4FA9-81C8-8EC10888D7B4}" type="datetime'''''''''''''''1''''''''''''0'''''',''''''''''''8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10,8</a:t>
            </a:fld>
            <a:endParaRPr lang="en-GB" sz="800"/>
          </a:p>
        </p:txBody>
      </p:sp>
      <p:sp>
        <p:nvSpPr>
          <p:cNvPr id="203" name="Text Placeholder 2">
            <a:extLst>
              <a:ext uri="{FF2B5EF4-FFF2-40B4-BE49-F238E27FC236}">
                <a16:creationId xmlns:a16="http://schemas.microsoft.com/office/drawing/2014/main" id="{F44EAA5F-B0A4-475E-9B1B-7D7B2214B811}"/>
              </a:ext>
            </a:extLst>
          </p:cNvPr>
          <p:cNvSpPr txBox="1">
            <a:spLocks/>
          </p:cNvSpPr>
          <p:nvPr>
            <p:custDataLst>
              <p:tags r:id="rId105"/>
            </p:custDataLst>
          </p:nvPr>
        </p:nvSpPr>
        <p:spPr bwMode="gray">
          <a:xfrm>
            <a:off x="6283325" y="461010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63F3D32-D0FF-4B93-B6D1-1608B276B0A8}" type="datetime'''''''9'''''''''',''''''''''''''''''0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9,0</a:t>
            </a:fld>
            <a:endParaRPr lang="en-GB" sz="800"/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C7D9DB35-615F-3345-82F2-62B05F8C1E84}"/>
              </a:ext>
            </a:extLst>
          </p:cNvPr>
          <p:cNvSpPr txBox="1">
            <a:spLocks/>
          </p:cNvSpPr>
          <p:nvPr>
            <p:custDataLst>
              <p:tags r:id="rId106"/>
            </p:custDataLst>
          </p:nvPr>
        </p:nvSpPr>
        <p:spPr bwMode="gray">
          <a:xfrm>
            <a:off x="7475538" y="47450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C45C4F3-3B17-46BE-A742-F550F77AC4D6}" type="datetime'''''''''''''''''''''''8'''''''''''',''''3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8,3</a:t>
            </a:fld>
            <a:endParaRPr lang="en-GB" sz="800"/>
          </a:p>
        </p:txBody>
      </p:sp>
      <p:graphicFrame>
        <p:nvGraphicFramePr>
          <p:cNvPr id="14" name="Chart 3">
            <a:extLst>
              <a:ext uri="{FF2B5EF4-FFF2-40B4-BE49-F238E27FC236}">
                <a16:creationId xmlns:a16="http://schemas.microsoft.com/office/drawing/2014/main" id="{B6608692-A4CD-466A-BA98-A85F7F095FCB}"/>
              </a:ext>
            </a:extLst>
          </p:cNvPr>
          <p:cNvGraphicFramePr/>
          <p:nvPr>
            <p:custDataLst>
              <p:tags r:id="rId107"/>
            </p:custDataLst>
            <p:extLst>
              <p:ext uri="{D42A27DB-BD31-4B8C-83A1-F6EECF244321}">
                <p14:modId xmlns:p14="http://schemas.microsoft.com/office/powerpoint/2010/main" val="4048375770"/>
              </p:ext>
            </p:extLst>
          </p:nvPr>
        </p:nvGraphicFramePr>
        <p:xfrm>
          <a:off x="8320088" y="4567238"/>
          <a:ext cx="3413125" cy="1441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7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C18BCA-0968-2E58-1BE5-F2F215D67E5A}"/>
              </a:ext>
            </a:extLst>
          </p:cNvPr>
          <p:cNvCxnSpPr>
            <a:cxnSpLocks/>
          </p:cNvCxnSpPr>
          <p:nvPr>
            <p:custDataLst>
              <p:tags r:id="rId108"/>
            </p:custDataLst>
          </p:nvPr>
        </p:nvCxnSpPr>
        <p:spPr bwMode="auto">
          <a:xfrm flipV="1">
            <a:off x="8924925" y="3976688"/>
            <a:ext cx="1624013" cy="3794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387103D-487D-3E41-2EB6-9993D6DBCEFA}"/>
              </a:ext>
            </a:extLst>
          </p:cNvPr>
          <p:cNvCxnSpPr>
            <a:cxnSpLocks/>
          </p:cNvCxnSpPr>
          <p:nvPr>
            <p:custDataLst>
              <p:tags r:id="rId109"/>
            </p:custDataLst>
          </p:nvPr>
        </p:nvCxnSpPr>
        <p:spPr bwMode="auto">
          <a:xfrm flipV="1">
            <a:off x="9504363" y="4341813"/>
            <a:ext cx="1624013" cy="3984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5DB3BAE-96A9-C945-44E2-E7B36A78EE1A}"/>
              </a:ext>
            </a:extLst>
          </p:cNvPr>
          <p:cNvSpPr txBox="1">
            <a:spLocks/>
          </p:cNvSpPr>
          <p:nvPr>
            <p:custDataLst>
              <p:tags r:id="rId110"/>
            </p:custDataLst>
          </p:nvPr>
        </p:nvSpPr>
        <p:spPr bwMode="auto">
          <a:xfrm>
            <a:off x="9047163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4808D09-91DC-473C-8D24-1D0E59981171}" type="datetime'''2''''0''''2''''''''''5''''''Q''''''''''''2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2025Q2</a:t>
            </a:fld>
            <a:endParaRPr lang="en-GB" sz="80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E459CF9D-DEB1-4DAE-E939-28228069A6AA}"/>
              </a:ext>
            </a:extLst>
          </p:cNvPr>
          <p:cNvSpPr txBox="1">
            <a:spLocks/>
          </p:cNvSpPr>
          <p:nvPr>
            <p:custDataLst>
              <p:tags r:id="rId111"/>
            </p:custDataLst>
          </p:nvPr>
        </p:nvSpPr>
        <p:spPr bwMode="auto">
          <a:xfrm>
            <a:off x="10671175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7E7383B-80F8-46C4-8BD4-F1375C192C64}" type="datetime'''''''2''''''''0''2''''''''''6''''''Q''''''''''''2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2026Q2</a:t>
            </a:fld>
            <a:endParaRPr lang="en-GB" sz="80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5B8F067-4130-03C5-9CA3-C4D7BEFCBC59}"/>
              </a:ext>
            </a:extLst>
          </p:cNvPr>
          <p:cNvSpPr txBox="1">
            <a:spLocks/>
          </p:cNvSpPr>
          <p:nvPr>
            <p:custDataLst>
              <p:tags r:id="rId112"/>
            </p:custDataLst>
          </p:nvPr>
        </p:nvSpPr>
        <p:spPr bwMode="auto">
          <a:xfrm>
            <a:off x="9382125" y="4029075"/>
            <a:ext cx="708025" cy="273050"/>
          </a:xfrm>
          <a:prstGeom prst="ellipse">
            <a:avLst/>
          </a:prstGeom>
          <a:solidFill>
            <a:srgbClr val="2F9E98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38FCF0A-9316-4B30-A2A0-5FF8859BDEBD}" type="datetime'''''''''''''''''+''''''''3''''''1 p''''''''''''p''''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+31 pp</a:t>
            </a:fld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4DA1DD5-A0E2-CDAC-8B9E-F6065DF9A110}"/>
              </a:ext>
            </a:extLst>
          </p:cNvPr>
          <p:cNvSpPr txBox="1">
            <a:spLocks/>
          </p:cNvSpPr>
          <p:nvPr>
            <p:custDataLst>
              <p:tags r:id="rId113"/>
            </p:custDataLst>
          </p:nvPr>
        </p:nvSpPr>
        <p:spPr bwMode="auto">
          <a:xfrm>
            <a:off x="9961563" y="4403725"/>
            <a:ext cx="708025" cy="273050"/>
          </a:xfrm>
          <a:prstGeom prst="ellipse">
            <a:avLst/>
          </a:prstGeom>
          <a:solidFill>
            <a:srgbClr val="13807B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B44617D-6A08-4537-8E1F-F9A5B0C753D7}" type="datetime'''''''+''33'''''''''' ''''''''''''''''''''p''''''p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+33 pp</a:t>
            </a:fld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81EB02-C207-3485-7C20-A3571AFD21DC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8616950" y="5965825"/>
            <a:ext cx="142875" cy="106363"/>
          </a:xfrm>
          <a:prstGeom prst="rect">
            <a:avLst/>
          </a:prstGeom>
          <a:solidFill>
            <a:srgbClr val="10B4A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88B064-C4B1-EE8F-C6BD-A9D984E2360A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206038" y="5965825"/>
            <a:ext cx="142875" cy="106363"/>
          </a:xfrm>
          <a:prstGeom prst="rect">
            <a:avLst/>
          </a:prstGeom>
          <a:solidFill>
            <a:srgbClr val="13807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34A74DE2-598A-2C89-4C60-E0D0282E3B01}"/>
              </a:ext>
            </a:extLst>
          </p:cNvPr>
          <p:cNvSpPr txBox="1">
            <a:spLocks/>
          </p:cNvSpPr>
          <p:nvPr>
            <p:custDataLst>
              <p:tags r:id="rId116"/>
            </p:custDataLst>
          </p:nvPr>
        </p:nvSpPr>
        <p:spPr bwMode="auto">
          <a:xfrm>
            <a:off x="8810625" y="5970588"/>
            <a:ext cx="1293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AF63184C-59AD-4054-A1C9-E1BE7B673D84}" type="datetime'''S''har''e Ajus''ta''d''o Tick''e''''''t P''rod''uc''to''''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Ajustado Ticket Producto</a:t>
            </a:fld>
            <a:endParaRPr lang="en-GB" sz="80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0AA7D75C-18B2-8473-B0AC-5EC189446C40}"/>
              </a:ext>
            </a:extLst>
          </p:cNvPr>
          <p:cNvSpPr txBox="1">
            <a:spLocks/>
          </p:cNvSpPr>
          <p:nvPr>
            <p:custDataLst>
              <p:tags r:id="rId117"/>
            </p:custDataLst>
          </p:nvPr>
        </p:nvSpPr>
        <p:spPr bwMode="auto">
          <a:xfrm>
            <a:off x="10399713" y="5970588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84D824E3-3D49-4BBB-B52B-E20479C91953}" type="datetime'S''h''''''a''''''re'' Re''''''''le''''''''va''''nt''''''''''e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Relevante</a:t>
            </a:fld>
            <a:endParaRPr lang="en-GB" sz="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FF6686-73C8-7191-BB49-801B2E7C824B}"/>
              </a:ext>
            </a:extLst>
          </p:cNvPr>
          <p:cNvSpPr txBox="1"/>
          <p:nvPr/>
        </p:nvSpPr>
        <p:spPr>
          <a:xfrm>
            <a:off x="8451850" y="6394219"/>
            <a:ext cx="3346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s-ES" sz="800"/>
              <a:t>Sin alerta de gestión: el salto viene del precio, sobre una base que recién crece.</a:t>
            </a:r>
            <a:endParaRPr lang="en-GB" sz="800" dirty="0"/>
          </a:p>
        </p:txBody>
      </p:sp>
      <p:pic>
        <p:nvPicPr>
          <p:cNvPr id="9" name="Picture 86">
            <a:extLst>
              <a:ext uri="{FF2B5EF4-FFF2-40B4-BE49-F238E27FC236}">
                <a16:creationId xmlns:a16="http://schemas.microsoft.com/office/drawing/2014/main" id="{2A3A0D7A-001A-3429-187E-E3D2C7E5B9F7}"/>
              </a:ext>
            </a:extLst>
      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pic>
        <p:nvPicPr>
          <p:cNvPr id="19" name="Picture 515">
            <a:extLst>
              <a:ext uri="{FF2B5EF4-FFF2-40B4-BE49-F238E27FC236}">
                <a16:creationId xmlns:a16="http://schemas.microsoft.com/office/drawing/2014/main" id="{2F25D886-0EDC-59E0-A24E-012D5CDD8AD2}"/>
              </a:ext>
            </a:extLst>
          </p:cNvPr>
          <p:cNvPicPr>
            <a:picLocks noChangeAspect="1"/>
          </p:cNvPicPr>
          <p:nvPr/>
        </p:nvPicPr>
        <p:blipFill>
          <a:blip r:embed="rId129"/>
          <a:srcRect t="1" r="9121" b="14302"/>
          <a:stretch>
            <a:fillRect/>
          </a:stretch>
        </p:blipFill>
        <p:spPr>
          <a:xfrm>
            <a:off x="8630259" y="6194371"/>
            <a:ext cx="144000" cy="121497"/>
          </a:xfrm>
          <a:prstGeom prst="rect">
            <a:avLst/>
          </a:prstGeom>
        </p:spPr>
      </p:pic>
      <p:sp>
        <p:nvSpPr>
          <p:cNvPr id="28" name="TextBox 516">
            <a:extLst>
              <a:ext uri="{FF2B5EF4-FFF2-40B4-BE49-F238E27FC236}">
                <a16:creationId xmlns:a16="http://schemas.microsoft.com/office/drawing/2014/main" id="{ED825164-0B3C-BD6D-9CB5-0E7776636773}"/>
              </a:ext>
            </a:extLst>
          </p:cNvPr>
          <p:cNvSpPr txBox="1"/>
          <p:nvPr/>
        </p:nvSpPr>
        <p:spPr>
          <a:xfrm>
            <a:off x="8754734" y="6142718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err="1"/>
              <a:t>Desembolsos</a:t>
            </a:r>
            <a:r>
              <a:rPr lang="en-GB" sz="800"/>
              <a:t> </a:t>
            </a:r>
            <a:r>
              <a:rPr lang="en-GB" sz="800" err="1"/>
              <a:t>Competencia</a:t>
            </a:r>
            <a:endParaRPr lang="en-GB" sz="800"/>
          </a:p>
        </p:txBody>
      </p:sp>
      <p:pic>
        <p:nvPicPr>
          <p:cNvPr id="70" name="Icono Emprendedor Izipay">
            <a:hlinkClick r:id="rId130" action="ppaction://hlinksldjump"/>
            <a:extLst>
              <a:ext uri="{FF2B5EF4-FFF2-40B4-BE49-F238E27FC236}">
                <a16:creationId xmlns:a16="http://schemas.microsoft.com/office/drawing/2014/main" id="{AB40993C-2354-A4CD-44B0-457C1FDA232B}"/>
              </a:ext>
            </a:extLst>
      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0636250" y="262066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00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5B8BCA-CE84-7734-24CB-797E9CC7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FD4ADD1D-3ED3-178B-FCD0-303EA3AA382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01713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20" imgW="7772400" imgH="10058400" progId="TCLayout.ActiveDocument.1">
                  <p:embed/>
                </p:oleObj>
              </mc:Choice>
              <mc:Fallback>
                <p:oleObj name="Diapositiva de thinkcell" r:id="rId120" imgW="7772400" imgH="10058400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4ADD1D-3ED3-178B-FCD0-303EA3AA38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B1BE3804-8409-2FB8-CF7A-B7E18D1CA88B}"/>
              </a:ext>
            </a:extLst>
          </p:cNvPr>
          <p:cNvSpPr/>
          <p:nvPr/>
        </p:nvSpPr>
        <p:spPr>
          <a:xfrm>
            <a:off x="331788" y="952501"/>
            <a:ext cx="3711575" cy="27051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8CA115-FC19-7AED-238F-E66BC38B3E8F}"/>
              </a:ext>
            </a:extLst>
          </p:cNvPr>
          <p:cNvSpPr/>
          <p:nvPr/>
        </p:nvSpPr>
        <p:spPr>
          <a:xfrm>
            <a:off x="324573" y="3977305"/>
            <a:ext cx="3711575" cy="27072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675444-55ED-7FFD-AF47-819582BD6FB9}"/>
              </a:ext>
            </a:extLst>
          </p:cNvPr>
          <p:cNvSpPr/>
          <p:nvPr/>
        </p:nvSpPr>
        <p:spPr>
          <a:xfrm>
            <a:off x="4235450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1C7187-7DC5-43CF-6FCD-03E71C36FED1}"/>
              </a:ext>
            </a:extLst>
          </p:cNvPr>
          <p:cNvSpPr/>
          <p:nvPr/>
        </p:nvSpPr>
        <p:spPr>
          <a:xfrm>
            <a:off x="4227513" y="3983038"/>
            <a:ext cx="3711575" cy="2701467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9EDB06-DAEC-5CC8-1577-76582492712D}"/>
              </a:ext>
            </a:extLst>
          </p:cNvPr>
          <p:cNvSpPr/>
          <p:nvPr/>
        </p:nvSpPr>
        <p:spPr>
          <a:xfrm>
            <a:off x="8137525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80B82A91-E2E3-0105-04D3-55D107FC3C57}"/>
              </a:ext>
            </a:extLst>
          </p:cNvPr>
          <p:cNvSpPr/>
          <p:nvPr/>
        </p:nvSpPr>
        <p:spPr>
          <a:xfrm>
            <a:off x="324573" y="750962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2025Q2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0991B49B-2DDD-CD23-FF19-F37A22035DDE}"/>
              </a:ext>
            </a:extLst>
          </p:cNvPr>
          <p:cNvSpPr/>
          <p:nvPr/>
        </p:nvSpPr>
        <p:spPr>
          <a:xfrm>
            <a:off x="4226009" y="747737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2025Q3</a:t>
            </a: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93547236-655C-685D-E40C-461E70BA26FE}"/>
              </a:ext>
            </a:extLst>
          </p:cNvPr>
          <p:cNvSpPr/>
          <p:nvPr/>
        </p:nvSpPr>
        <p:spPr>
          <a:xfrm>
            <a:off x="8132329" y="748011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2025Q4</a:t>
            </a:r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5E66AADF-B35C-77A2-DADD-2A739228B3B8}"/>
              </a:ext>
            </a:extLst>
          </p:cNvPr>
          <p:cNvSpPr/>
          <p:nvPr/>
        </p:nvSpPr>
        <p:spPr>
          <a:xfrm>
            <a:off x="311150" y="3761073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2026Q1</a:t>
            </a:r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1C814CC8-C896-F5F7-750B-57ED96FAACE4}"/>
              </a:ext>
            </a:extLst>
          </p:cNvPr>
          <p:cNvSpPr/>
          <p:nvPr/>
        </p:nvSpPr>
        <p:spPr>
          <a:xfrm>
            <a:off x="4220846" y="3754310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202604-202605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146BA90C-256A-3277-6863-1C184F555629}"/>
              </a:ext>
            </a:extLst>
          </p:cNvPr>
          <p:cNvSpPr txBox="1"/>
          <p:nvPr/>
        </p:nvSpPr>
        <p:spPr>
          <a:xfrm>
            <a:off x="324572" y="213074"/>
            <a:ext cx="10161720" cy="75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Nuevo en Expansión: Cae en 2025 y se recupera en 2026, sin cambios en la gestión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6496FBD-370A-B2DC-8111-5DFFA8AE6D0C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439863" y="13541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E36B5B32-A498-3123-4CA6-8483172EB56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036763" y="19335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Conector recto 223">
            <a:extLst>
              <a:ext uri="{FF2B5EF4-FFF2-40B4-BE49-F238E27FC236}">
                <a16:creationId xmlns:a16="http://schemas.microsoft.com/office/drawing/2014/main" id="{FFD02627-58B2-BA72-E528-9D9E9A21DB59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33663" y="19335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Conector recto 224">
            <a:extLst>
              <a:ext uri="{FF2B5EF4-FFF2-40B4-BE49-F238E27FC236}">
                <a16:creationId xmlns:a16="http://schemas.microsoft.com/office/drawing/2014/main" id="{96C889C1-8084-8C47-6360-832236B4B01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228975" y="21415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1AF40A6F-1878-1ED0-B3BC-160FEEB7F3DB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782511136"/>
              </p:ext>
            </p:extLst>
          </p:nvPr>
        </p:nvGraphicFramePr>
        <p:xfrm>
          <a:off x="314325" y="1231900"/>
          <a:ext cx="3743325" cy="212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2CF55DB-878B-88B9-ED02-676538DD75B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2275" y="3298825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8C51300-F5A3-45AA-A49F-BE8FB09750FD}" type="datetime'''D''esemb''''o''lso''s ''''R''''CC'' ''co''n'' Lead''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6C571F5-8F89-8A96-0F5F-AAD097464BF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16000" y="3298825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01CE4A5-B51F-47DD-814B-B6E14E58DAEC}" type="datetime'''''De''s''emb''ol''so''s RC''C sin Ot''r''os I''''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06BA99F-D4D1-C488-3F20-7A1C0F005279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809750" y="15890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21883FE-20CF-4861-BE0D-9531F42033FC}" type="datetime'''''3'''''''''''''''''''''''''''''''''''''',7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3,7</a:t>
            </a:fld>
            <a:endParaRPr lang="en-GB" sz="8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1A8DC13-A0A0-75DC-B014-F6E5D4C61DDC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604963" y="32988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BDE93D-C195-4B5D-8049-220EE6656F7A}" type="datetime'''D''esembo''''''l''sos RCC ''Ofe''r''ta'''' &gt;''''12''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213" name="Text Placeholder 2">
            <a:extLst>
              <a:ext uri="{FF2B5EF4-FFF2-40B4-BE49-F238E27FC236}">
                <a16:creationId xmlns:a16="http://schemas.microsoft.com/office/drawing/2014/main" id="{909C5695-132C-EC83-FF3F-A1DB316AA68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2352675" y="21336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797179E-99E1-4D06-B33A-13B7133ED58C}" type="datetime'''''''3'''''''''''''''''''''''''''''''''''',''''''''''9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E966112B-80A8-409A-BED3-9F803E58E3FB}" type="datetime'''''''''''''4''''''''6''''''%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18" name="Text Placeholder 2">
            <a:extLst>
              <a:ext uri="{FF2B5EF4-FFF2-40B4-BE49-F238E27FC236}">
                <a16:creationId xmlns:a16="http://schemas.microsoft.com/office/drawing/2014/main" id="{9873351C-6F99-DC36-16A6-1DCABB7BAB12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2406650" y="28590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2542F0D-C80C-4F78-8F9C-0E3C481DDE27}" type="datetime'''4'',''''''''''''6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4,6</a:t>
            </a:fld>
            <a:endParaRPr lang="en-GB" sz="800"/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1826CBDE-4583-67B0-680C-DFDF8E9323B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244725" y="3298825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FA7AAFC-9FC6-4D38-A34A-3DA96BA8F9BD}" type="datetime'Shar''''e'' Aj''ustado'' por Ti''''''cke''t ''y Prod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B22BFA-1EE5-CDFF-4047-D6E47B7737B2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3001963" y="19827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0407AF-26A0-4EA9-B6EE-F18A48151EBB}" type="datetime'''1'''''''''''',''''''''''''''''''''''''''''''''''''''3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1,3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C38031F-75CF-BB85-3D8D-519E39B5402C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797175" y="32988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D9A32EE-5C6B-4680-9668-6251B1A2F4DB}" type="datetime'D''e''sembolso''s RCC'''''' N''o G''e''st''''i''o''n''ado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1967171-94E4-7C84-5D83-864229CD929C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3544888" y="23415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4818B1B-784C-4323-A497-255A5BFE868F}" type="datetime'''''''''''''''''''''''''3,''''9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0C4041D8-8EAE-4F95-8795-88578EB64F0C}" type="datetime'''''''''''5''''''''''''''''''''5%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A74F84A-0A72-D2FA-D3EC-4A21CB0D730E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598863" y="296227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B798E7-9C00-4032-8EF8-714665B1D0FC}" type="datetime'''''''''''''''''''''''''''''''3'',''''''3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3,3</a:t>
            </a:fld>
            <a:endParaRPr lang="en-GB" sz="80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C85048-AB66-CD64-8B8F-137C38FF977F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3419475" y="3298825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05DFE8C-B7E6-4733-8648-5DE2A8F562E5}" type="datetime'''S''''''''h''a''''r''e'' R''el''''e''v''a''nt''e''''''''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7267EB6-515C-3249-1CC8-8C763C09857A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92138" y="11795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B968F2C-035B-40D3-8517-2DE974605B4F}" type="datetime'''''''''''''''''''''''1''''''''''''''''''2,''''''''5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12,5</a:t>
            </a:fld>
            <a:endParaRPr lang="en-GB" altLang="en-US" sz="80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D13C201-DD73-0DFE-132A-F7071E2A9730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187450" y="12192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41C9EBE-D0E4-472D-A16B-69DB9EB2E54A}" type="datetime'''''''''''''''1''2'''''''''''''''',''''''2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12,2</a:t>
            </a:fld>
            <a:endParaRPr lang="en-GB" sz="800"/>
          </a:p>
        </p:txBody>
      </p:sp>
      <p:sp>
        <p:nvSpPr>
          <p:cNvPr id="217" name="Text Placeholder 2">
            <a:extLst>
              <a:ext uri="{FF2B5EF4-FFF2-40B4-BE49-F238E27FC236}">
                <a16:creationId xmlns:a16="http://schemas.microsoft.com/office/drawing/2014/main" id="{A7104B63-783A-EA34-7319-C373E7615126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2406650" y="17986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5A78976-E1BF-40E5-BFD9-AA8BFF4D9AD0}" type="datetime'''''''''''''''''''''''''''''''''8'''''',''''''''5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8,5</a:t>
            </a:fld>
            <a:endParaRPr lang="en-GB" sz="80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23AA62E7-8AEB-9CA3-1293-4F652B17BC18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598863" y="200660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E37FEA3-098B-4450-A2F1-9D2A613CECDF}" type="datetime'''7'''''''''',''2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7,2</a:t>
            </a:fld>
            <a:endParaRPr lang="en-GB" sz="8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49CBD2-2030-E3D0-F21B-1931C6C24BB0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318125" y="13144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5E2C46E2-BA3B-3877-DE28-24C57216FED1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915025" y="200501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264F0022-56B2-41AE-6843-DD27E830747E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510338" y="200501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3351614-F377-4876-C2CE-40E72EA8C71A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107238" y="216852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Chart 3">
            <a:extLst>
              <a:ext uri="{FF2B5EF4-FFF2-40B4-BE49-F238E27FC236}">
                <a16:creationId xmlns:a16="http://schemas.microsoft.com/office/drawing/2014/main" id="{1CA161CC-992E-D3A2-EC68-D29619D7C253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470194420"/>
              </p:ext>
            </p:extLst>
          </p:nvPr>
        </p:nvGraphicFramePr>
        <p:xfrm>
          <a:off x="4192588" y="1231900"/>
          <a:ext cx="3741737" cy="212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1DF4D0C-AFAF-61DE-4C95-63300A01FE6C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300538" y="3298825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AE3BAD6-E549-409E-84E3-6276557F8B84}" type="datetime'''D''''ese''mbo''l''sos RC''C ''''con ''''''Le''''''ad I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30FB8144-4693-9D09-F931-E0B5F7078C16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894263" y="3298825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B719DED-5A23-44C1-8FA2-BF96DA0F932A}" type="datetime'Des''e''mbo''''''''''l''so''''s ''''RCC sin ''Otro''s'' I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D2F01ACA-CDB0-AEAE-B351-58E1C9F49D9A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5688013" y="16049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0F789DE-7166-49F0-BE75-3074FA637D9A}" type="datetime'''''''6'''''''''''''''''''''''''''''''',''6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6,6</a:t>
            </a:fld>
            <a:endParaRPr lang="en-GB" sz="80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B137A16F-7037-ED24-0DB0-9DDEC2B0A938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483225" y="32988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B8CCB21-534F-438E-9301-8EB9AB79EFBF}" type="datetime'De''semb''o''lso''s'' ''R''''CC'' ''Of''erta ''&gt;120%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200" name="Text Placeholder 2">
            <a:extLst>
              <a:ext uri="{FF2B5EF4-FFF2-40B4-BE49-F238E27FC236}">
                <a16:creationId xmlns:a16="http://schemas.microsoft.com/office/drawing/2014/main" id="{952E2B32-E030-15C5-0513-98DA0B7C3C0B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6229350" y="20875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97F42B2-30A2-46B0-B8BC-32821DE93B67}" type="datetime'''''3'''',''7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9B35DE28-5609-4A36-8F23-D058735EDF62}" type="datetime'''''''''''3''''''0''''''''''''''''%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04" name="Text Placeholder 2">
            <a:extLst>
              <a:ext uri="{FF2B5EF4-FFF2-40B4-BE49-F238E27FC236}">
                <a16:creationId xmlns:a16="http://schemas.microsoft.com/office/drawing/2014/main" id="{D452D745-E14B-E8EF-85E8-E911C889C6D3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283325" y="277812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2C8226F-C22D-486C-8B38-953DA3C7D78F}" type="datetime'''''''8'''''''''''''''''''''''''',''''4''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8,4</a:t>
            </a:fld>
            <a:endParaRPr lang="en-GB" sz="800"/>
          </a:p>
        </p:txBody>
      </p:sp>
      <p:sp>
        <p:nvSpPr>
          <p:cNvPr id="195" name="Text Placeholder 2">
            <a:extLst>
              <a:ext uri="{FF2B5EF4-FFF2-40B4-BE49-F238E27FC236}">
                <a16:creationId xmlns:a16="http://schemas.microsoft.com/office/drawing/2014/main" id="{CD447EE2-6682-7C33-CD09-A23EE6FBBEF7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6121400" y="3298825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16892F7-C097-4EC4-B2AD-D006E6124F54}" type="datetime'Share ''''Aj''us''t''ado por'''''' T''icket y Prod''uct''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80B00F70-4B47-4CFD-DED8-B8CCF36870D8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880225" y="203200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1E1BF3D-68F5-4EBF-9412-BE52476B27BB}" type="datetime'''''''''1'''''''''',5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1,5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0029B149-28E6-7F8C-8CA6-4DBE3491C554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675438" y="32988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5451643-BD97-4A2A-B99E-27C9A97BC96A}" type="datetime'D''''''''''es''embolsos'' ''''RC''C'' ''N''o ''Gestio''na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20A6E85-D506-4D09-B6ED-4D3BB15225ED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421563" y="22510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E9C2805-A9C7-4B7B-9EED-0D87F83D1430}" type="datetime'''''''''''''''''''''''''''''''''3'''',7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ADDD6261-D67A-4326-9D8E-92034878CA6C}" type="datetime'3''''''''''''''''''''''5''''''''''''''''''''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7D6A17D7-4C1F-7C2A-96E1-B2E20B245783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7475538" y="28590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69C8467-E042-466E-B183-989775BE178A}" type="datetime'''''''''''''''''''''''6'',''''''''''8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en-GB" sz="80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12632910-9810-AA84-0B87-3BD2D5D304AE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7296150" y="3298825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C821978-9024-4EC2-A2CD-267A163F1738}" type="datetime'S''''''''h''''a''r''e'''''''' ''Rel''e''''''''van''t''''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5E58A3EF-9367-9B44-1930-99305F3EE182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470400" y="11795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DE99A60-4C6C-40F2-9B01-B3A270B3997C}" type="datetime'''18'''''''''''',''''''''6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18,6</a:t>
            </a:fld>
            <a:endParaRPr lang="en-US" sz="80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CCCC116B-6420-2CA7-AB01-1E9BBD51D45D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5065713" y="11795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A256B6E-7E4D-477A-B579-34541EF02751}" type="datetime'''''''1''''''''8'''''''''''''''''''',''''''''6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18,6</a:t>
            </a:fld>
            <a:endParaRPr lang="en-GB" sz="800"/>
          </a:p>
        </p:txBody>
      </p:sp>
      <p:sp>
        <p:nvSpPr>
          <p:cNvPr id="203" name="Text Placeholder 2">
            <a:extLst>
              <a:ext uri="{FF2B5EF4-FFF2-40B4-BE49-F238E27FC236}">
                <a16:creationId xmlns:a16="http://schemas.microsoft.com/office/drawing/2014/main" id="{23A0453F-7D4D-0309-34F8-13B7824A5E58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257925" y="18700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4E64F7B-8121-4D18-A7D2-39E4674968C5}" type="datetime'1''''''''2'''''''',0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12,0</a:t>
            </a:fld>
            <a:endParaRPr lang="en-GB" sz="800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8C7DCFBF-BF16-5BF3-C398-07DE8636680B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450138" y="20335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B7E78E8-9D29-40E9-9A2A-0DBBA7345317}" type="datetime'''10'',''''''''5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en-GB" sz="80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F014DB1-1B4A-534B-5CE8-D09B63187B62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9251950" y="13350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Conector recto 177">
            <a:extLst>
              <a:ext uri="{FF2B5EF4-FFF2-40B4-BE49-F238E27FC236}">
                <a16:creationId xmlns:a16="http://schemas.microsoft.com/office/drawing/2014/main" id="{AF26A99D-9C5B-B417-1680-67EC28A615EE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9848850" y="18589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Conector recto 234">
            <a:extLst>
              <a:ext uri="{FF2B5EF4-FFF2-40B4-BE49-F238E27FC236}">
                <a16:creationId xmlns:a16="http://schemas.microsoft.com/office/drawing/2014/main" id="{2F23F74B-B9DC-A237-AF5E-9D4C039B5DD0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0445750" y="1858963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EEFB9B8-ACC0-1F6C-79DD-708928B0AFBF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1041063" y="21050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Chart 3">
            <a:extLst>
              <a:ext uri="{FF2B5EF4-FFF2-40B4-BE49-F238E27FC236}">
                <a16:creationId xmlns:a16="http://schemas.microsoft.com/office/drawing/2014/main" id="{3AF1C15A-F2FD-DEFF-0DFF-1193AF6AB9E9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3177731288"/>
              </p:ext>
            </p:extLst>
          </p:nvPr>
        </p:nvGraphicFramePr>
        <p:xfrm>
          <a:off x="8126413" y="1231900"/>
          <a:ext cx="3743325" cy="212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70DA6264-256C-E861-0AEC-9B6BA9AF4657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auto">
          <a:xfrm>
            <a:off x="8234363" y="3298825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7A65D03-0B34-489F-AB0B-C9BEA9AECBAA}" type="datetime'''De''''s''''e''mbo''lsos RCC'' c''on'' Le''''a''''d I''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CBE08E48-E62A-641D-41A8-AE1144979B4C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auto">
          <a:xfrm>
            <a:off x="8828088" y="3298825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8A90B1F-99F8-48ED-B8C9-A09CA7493F74}" type="datetime'''''''D''esem''bo''l''''sos'' R''C''''''C'' ''''sin Otros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2F8B202-13E0-9613-DA9C-CC4A86BD9714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621838" y="15430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35BAB94-234F-4702-B63E-A450ACFEF5F9}" type="datetime'''''''''''''''''''''''''''''''''''5,1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5,1</a:t>
            </a:fld>
            <a:endParaRPr lang="en-GB" sz="80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1480691B-1D62-C597-6BC7-D61E17E06366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9417050" y="32988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098AB1E-586C-4158-B88E-BFB034A7222B}" type="datetime'''''D''e''se''mbol''sos ''RCC ''O''f''er''t''a &gt;12''0''''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81" name="Text Placeholder 2">
            <a:extLst>
              <a:ext uri="{FF2B5EF4-FFF2-40B4-BE49-F238E27FC236}">
                <a16:creationId xmlns:a16="http://schemas.microsoft.com/office/drawing/2014/main" id="{4983FD6F-9070-98A6-A380-44FD8BB40114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0164763" y="19351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0FD92A6-9351-405B-B6C9-B1C7678D3697}" type="datetime'''3'''''''''''''''''''''''''''''''''''''''''''',''''''''''6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3,6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15769D4D-E74F-4478-BFBA-C3343E59D14A}" type="datetime'''''''''''''''''''''''''''''''''''''2''''''6''''''''''%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85" name="Text Placeholder 2">
            <a:extLst>
              <a:ext uri="{FF2B5EF4-FFF2-40B4-BE49-F238E27FC236}">
                <a16:creationId xmlns:a16="http://schemas.microsoft.com/office/drawing/2014/main" id="{1C1E2EEB-D8DD-BDD4-36F8-DF48100321BB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0193338" y="2697163"/>
            <a:ext cx="2063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3F7680B-589E-4395-AC27-698FA5FD785B}" type="datetime'1''''0'''''',''''''''''''''''''''''''''''''''2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10,2</a:t>
            </a:fld>
            <a:endParaRPr lang="en-GB" sz="800"/>
          </a:p>
        </p:txBody>
      </p:sp>
      <p:sp>
        <p:nvSpPr>
          <p:cNvPr id="175" name="Text Placeholder 2">
            <a:extLst>
              <a:ext uri="{FF2B5EF4-FFF2-40B4-BE49-F238E27FC236}">
                <a16:creationId xmlns:a16="http://schemas.microsoft.com/office/drawing/2014/main" id="{92E1D237-6349-437C-CE6A-F6092F9E81F8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056813" y="3298825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91192A7-657A-48CA-A537-89CDB1A89512}" type="datetime'''''Share ''Aju''st''ado p''or'''' Tick''et y Pro''d''uct''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2E440EB4-7949-EC1D-B474-1FEE606DCE69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814050" y="192722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4B4B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18150FB-4630-4A4E-92AC-CB6FCD8E3A1C}" type="datetime'''''2,''''''''''4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2,4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AA9DE391-CF0B-3161-6ECC-555B19DFC670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609263" y="32988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1FAD663-4609-4A05-8808-91327E204541}" type="datetime'D''esembol''sos'' ''RCC No Ge''''s''''''tio''na''''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C4631510-D8C2-5480-C005-0147615A2397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356975" y="218122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4E8E3B4-17B3-4DFD-AC62-19F2D53D85FF}" type="datetime'3'''''''''''''''''''''''''''''''''',''''6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3,6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6D79E947-ED1F-4600-82FD-AC02FB1CE2A5}" type="datetime'''''''''''''3''''''''2''''''''''''''''%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32%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BC78D87-D285-6AA4-38B7-AA2052FDC60F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410950" y="28209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C407A8F-E115-4F51-A290-49DE574EE0CF}" type="datetime'''''''''''''''''''''''''''7'''''',''''8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7,8</a:t>
            </a:fld>
            <a:endParaRPr lang="en-GB" sz="80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015D45B3-C71A-731A-90D7-2B2EC6ACFA9F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11231563" y="3298825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29A108C-9B24-4503-AD4C-C80E0FA71EE7}" type="datetime'S''har''e ''''''''''''''''''Rele''''v''''''''a''''''''''n''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AF1DA2EB-68A7-5DBF-619E-2ED2EC7C79EA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8404225" y="11795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69EE4A9-50B9-4924-B16E-E0D3574F6EBF}" type="datetime'''''''''''''''''''''''1''''9,''1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19,1</a:t>
            </a:fld>
            <a:endParaRPr lang="en-US" sz="800"/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8AB3D94B-9F8B-CBD3-6D12-8A9C36BFB4D0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8999538" y="12001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A33D48B-AD52-4583-A770-B71D77E15AC4}" type="datetime'''''''''1''''''''''''''''8'''''',9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18,9</a:t>
            </a:fld>
            <a:endParaRPr lang="en-GB" sz="800"/>
          </a:p>
        </p:txBody>
      </p:sp>
      <p:sp>
        <p:nvSpPr>
          <p:cNvPr id="184" name="Text Placeholder 2">
            <a:extLst>
              <a:ext uri="{FF2B5EF4-FFF2-40B4-BE49-F238E27FC236}">
                <a16:creationId xmlns:a16="http://schemas.microsoft.com/office/drawing/2014/main" id="{48FFCF94-73B3-86A1-B65D-323E9BD783BB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10193338" y="17240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C3706DB-1BC7-4B01-8EEC-FF2A4F8F307D}" type="datetime'''''''''''''''''''13'''''''''''''''''''''''''',''''8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13,8</a:t>
            </a:fld>
            <a:endParaRPr lang="en-GB" sz="800"/>
          </a:p>
        </p:txBody>
      </p:sp>
      <p:sp>
        <p:nvSpPr>
          <p:cNvPr id="92" name="Text Placeholder 2">
            <a:extLst>
              <a:ext uri="{FF2B5EF4-FFF2-40B4-BE49-F238E27FC236}">
                <a16:creationId xmlns:a16="http://schemas.microsoft.com/office/drawing/2014/main" id="{3D1407E1-1E0E-9169-61E0-D1512AB967D1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11385550" y="19700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A42E29A-062C-467A-8001-2815974B5B84}" type="datetime'''''''''''''''''''''''''''1''''''1,''''''4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11,4</a:t>
            </a:fld>
            <a:endParaRPr lang="en-GB" sz="80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14D5E0D-0C6C-D8D4-1C14-F62FA31C59B5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439863" y="42354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B8F3BAA0-735E-F852-42B9-27D53057697F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2036763" y="46942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Conector recto 240">
            <a:extLst>
              <a:ext uri="{FF2B5EF4-FFF2-40B4-BE49-F238E27FC236}">
                <a16:creationId xmlns:a16="http://schemas.microsoft.com/office/drawing/2014/main" id="{9A20DF6B-09AF-8C0E-0765-08F6C036D7B1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2633663" y="469423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Conector recto 241">
            <a:extLst>
              <a:ext uri="{FF2B5EF4-FFF2-40B4-BE49-F238E27FC236}">
                <a16:creationId xmlns:a16="http://schemas.microsoft.com/office/drawing/2014/main" id="{EDA802C0-3466-E62D-C231-4D96D82EE647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228975" y="491648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2" name="Chart 3">
            <a:extLst>
              <a:ext uri="{FF2B5EF4-FFF2-40B4-BE49-F238E27FC236}">
                <a16:creationId xmlns:a16="http://schemas.microsoft.com/office/drawing/2014/main" id="{AFFB4183-8465-A0A8-85DB-BEA1E817787E}"/>
              </a:ext>
            </a:extLst>
          </p:cNvPr>
          <p:cNvGraphicFramePr/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110640264"/>
              </p:ext>
            </p:extLst>
          </p:nvPr>
        </p:nvGraphicFramePr>
        <p:xfrm>
          <a:off x="314325" y="4106863"/>
          <a:ext cx="3743325" cy="240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5974B1C-82D5-6F02-59D3-73710AD43C57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22275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B9520FB-30D8-4352-8800-BE1E5041C729}" type="datetime'Desemb''o''l''''sos'' RC''C'' con Le''''''''ad'' I''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02" name="Text Placeholder 2">
            <a:extLst>
              <a:ext uri="{FF2B5EF4-FFF2-40B4-BE49-F238E27FC236}">
                <a16:creationId xmlns:a16="http://schemas.microsoft.com/office/drawing/2014/main" id="{95D28D29-AEFB-52F7-5AE8-4929F95E756F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1016000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8546CBF-164C-4805-8F73-B86D722FEDE1}" type="datetime'''D''''e''sembol''s''os R''CC si''n Otr''''os'' ''''I''B''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97668A0C-3CD2-CA2A-8265-5C0D57D37EB7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809750" y="441007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AA58857-988C-43D7-95DF-B3527CAE8BC2}" type="datetime'''''''''3'''''''''''',''''''''''''''''''''''''5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3,5</a:t>
            </a:fld>
            <a:endParaRPr lang="en-GB" sz="800"/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47BFA881-3D9A-E92D-B6D9-E1F67E10B0E6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1604963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983BD07-C5E0-450D-B58C-85EBDFD9F75F}" type="datetime'Des''''''e''m''''''bo''lsos'' RCC O''ferta'''' ''''&gt;''''1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65" name="Text Placeholder 2">
            <a:extLst>
              <a:ext uri="{FF2B5EF4-FFF2-40B4-BE49-F238E27FC236}">
                <a16:creationId xmlns:a16="http://schemas.microsoft.com/office/drawing/2014/main" id="{09F3B2D8-5159-D5C2-C99C-AAB983111BC0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gray">
          <a:xfrm>
            <a:off x="2352675" y="489585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E9F8025-230F-435F-8BC8-EBA933E44948}" type="datetime'''''''''''''''4'''''',''''''''''''''''''''7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6A7857CB-A115-4368-B514-C753428674A9}" type="datetime'3''''''6''''''''''''''''''''''''%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36%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69" name="Text Placeholder 2">
            <a:extLst>
              <a:ext uri="{FF2B5EF4-FFF2-40B4-BE49-F238E27FC236}">
                <a16:creationId xmlns:a16="http://schemas.microsoft.com/office/drawing/2014/main" id="{FD93BF79-CF4B-9C1E-A74D-F519A2ED01BF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gray">
          <a:xfrm>
            <a:off x="2406650" y="5821363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747D1C-18E8-46DA-8B9B-E24549034D94}" type="datetime'''''''''''''''''''''''''8'''''''''''''''''''''',''4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8,4</a:t>
            </a:fld>
            <a:endParaRPr lang="en-GB" sz="800"/>
          </a:p>
        </p:txBody>
      </p:sp>
      <p:sp>
        <p:nvSpPr>
          <p:cNvPr id="154" name="Text Placeholder 2">
            <a:extLst>
              <a:ext uri="{FF2B5EF4-FFF2-40B4-BE49-F238E27FC236}">
                <a16:creationId xmlns:a16="http://schemas.microsoft.com/office/drawing/2014/main" id="{C7CD4B8D-257D-2134-FEC1-88C2DC6082B8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2244725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3D0A6AD-E3B9-4885-9485-1BAE11A0550B}" type="datetime'Share Aj''''''ustado por Ticke''t'' y'' Pr''o''''du''cto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E5C203E5-1845-FAFE-AD98-CDA5B24F6A70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gray">
          <a:xfrm>
            <a:off x="3001963" y="47513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ABC41BA-8D27-42F8-8945-AAADF739B01F}" type="datetime'''''''''1'''''''''''''''''''''''',''''''''7''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1,7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84C4563F-3A1E-EDEF-3E22-BFC4BD8E8BC8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2797175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97008C1-D249-4335-AD8C-0371F0171ACD}" type="datetime'De''se''''m''bols''os'' RCC N''''o'''' G''''estio''''''na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5C9B5D05-4F2B-3886-DC9E-3A20D14577A5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gray">
          <a:xfrm>
            <a:off x="3544888" y="51181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98F4793-567E-448E-B795-F9F547BCFD70}" type="datetime'''''''''''''4'''''''''''''''''''''''''',7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B685F428-178C-4C8E-B48D-8880945D8468}" type="datetime'''''4''''''''''''1''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41%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767948F8-3D97-C74F-C6D1-9A6A460A8C9B}"/>
              </a:ext>
            </a:extLst>
          </p:cNvPr>
          <p:cNvSpPr txBox="1">
            <a:spLocks/>
          </p:cNvSpPr>
          <p:nvPr>
            <p:custDataLst>
              <p:tags r:id="rId80"/>
            </p:custDataLst>
          </p:nvPr>
        </p:nvSpPr>
        <p:spPr bwMode="gray">
          <a:xfrm>
            <a:off x="3598863" y="59324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F0D1CB4-3A4A-45A6-8F29-E9CDB4A25934}" type="datetime'''''''''6'''''''''''''''''''''''''''''''''''''',''7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6,7</a:t>
            </a:fld>
            <a:endParaRPr lang="en-GB" sz="800"/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95A9A4AC-679C-6884-2A32-90F713F878D2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auto">
          <a:xfrm>
            <a:off x="3419475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4B86D46-3DDB-42BB-8B03-D5B6AA8BDB1C}" type="datetime'S''h''''ar''''e R''''e''''''l''e''v''''a''''nt''''''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A9D309C0-3116-0C2C-61CD-F4141992044F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592138" y="40544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B4073B3-3D6F-4109-B6C2-038FB9C566A2}" type="datetime'16'''''''''''',''9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16,9</a:t>
            </a:fld>
            <a:endParaRPr lang="en-US" sz="800"/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3F54523A-948F-4AFA-C41B-4A99AC4C5CAE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1187450" y="41005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B49D458-4856-45F9-86E7-5932F4C03993}" type="datetime'''''''''''1''''''''''''''''''''''''6'''''''',6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16,6</a:t>
            </a:fld>
            <a:endParaRPr lang="en-GB" sz="800"/>
          </a:p>
        </p:txBody>
      </p:sp>
      <p:sp>
        <p:nvSpPr>
          <p:cNvPr id="168" name="Text Placeholder 2">
            <a:extLst>
              <a:ext uri="{FF2B5EF4-FFF2-40B4-BE49-F238E27FC236}">
                <a16:creationId xmlns:a16="http://schemas.microsoft.com/office/drawing/2014/main" id="{DF1DF56D-248E-FB98-C17A-9454E1F7C724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2381250" y="45593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8A64750-26BA-4EB0-8EA4-8A4622F0FE49}" type="datetime'''13'''''''''''''''''',1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13,1</a:t>
            </a:fld>
            <a:endParaRPr lang="en-GB" sz="800"/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F5B0BA2-D636-4DCF-6FF4-288577B076D1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3573463" y="47815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D55DA6B-734A-447E-A7E9-1931FA2FC5CB}" type="datetime'''''''''''''''''''''''''''1''''1'''',''''''''''''''''''4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11,4</a:t>
            </a:fld>
            <a:endParaRPr lang="en-GB" sz="80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AE04BFFB-4B36-A61D-2346-E6B75E6850E7}"/>
              </a:ext>
            </a:extLst>
          </p:cNvPr>
          <p:cNvCxnSpPr/>
          <p:nvPr>
            <p:custDataLst>
              <p:tags r:id="rId86"/>
            </p:custDataLst>
          </p:nvPr>
        </p:nvCxnSpPr>
        <p:spPr bwMode="auto">
          <a:xfrm>
            <a:off x="5318125" y="42545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69EF2663-419E-FF42-8C43-A9C73412DC5D}"/>
              </a:ext>
            </a:extLst>
          </p:cNvPr>
          <p:cNvCxnSpPr/>
          <p:nvPr>
            <p:custDataLst>
              <p:tags r:id="rId87"/>
            </p:custDataLst>
          </p:nvPr>
        </p:nvCxnSpPr>
        <p:spPr bwMode="auto">
          <a:xfrm>
            <a:off x="5915025" y="46545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Conector recto 246">
            <a:extLst>
              <a:ext uri="{FF2B5EF4-FFF2-40B4-BE49-F238E27FC236}">
                <a16:creationId xmlns:a16="http://schemas.microsoft.com/office/drawing/2014/main" id="{CC3B5CF1-CAC1-B60E-DC97-80E17CC14648}"/>
              </a:ext>
            </a:extLst>
          </p:cNvPr>
          <p:cNvCxnSpPr/>
          <p:nvPr>
            <p:custDataLst>
              <p:tags r:id="rId88"/>
            </p:custDataLst>
          </p:nvPr>
        </p:nvCxnSpPr>
        <p:spPr bwMode="auto">
          <a:xfrm>
            <a:off x="6510338" y="46545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CC56592-7262-BAF7-66D6-B10469C510B4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>
            <a:off x="7107238" y="4916488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9" name="Chart 3">
            <a:extLst>
              <a:ext uri="{FF2B5EF4-FFF2-40B4-BE49-F238E27FC236}">
                <a16:creationId xmlns:a16="http://schemas.microsoft.com/office/drawing/2014/main" id="{1F010E2D-0CF3-F5E1-7A12-CA18256853C1}"/>
              </a:ext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2670289440"/>
              </p:ext>
            </p:extLst>
          </p:nvPr>
        </p:nvGraphicFramePr>
        <p:xfrm>
          <a:off x="4192588" y="4106863"/>
          <a:ext cx="3741737" cy="240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123" name="Text Placeholder 2">
            <a:extLst>
              <a:ext uri="{FF2B5EF4-FFF2-40B4-BE49-F238E27FC236}">
                <a16:creationId xmlns:a16="http://schemas.microsoft.com/office/drawing/2014/main" id="{D495EF3B-DE79-D785-22D4-6992CBBEE1C8}"/>
              </a:ext>
            </a:extLst>
          </p:cNvPr>
          <p:cNvSpPr txBox="1">
            <a:spLocks/>
          </p:cNvSpPr>
          <p:nvPr>
            <p:custDataLst>
              <p:tags r:id="rId91"/>
            </p:custDataLst>
          </p:nvPr>
        </p:nvSpPr>
        <p:spPr bwMode="auto">
          <a:xfrm>
            <a:off x="4300538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212A329-BB3D-417D-A89B-5EE954BB0E8A}" type="datetime'De''''''''se''mbo''ls''os'' RCC ''''''''c''o''n Lead I''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24" name="Text Placeholder 2">
            <a:extLst>
              <a:ext uri="{FF2B5EF4-FFF2-40B4-BE49-F238E27FC236}">
                <a16:creationId xmlns:a16="http://schemas.microsoft.com/office/drawing/2014/main" id="{E733ACF3-3BEC-2EAB-4254-F4C0C76D27C7}"/>
              </a:ext>
            </a:extLst>
          </p:cNvPr>
          <p:cNvSpPr txBox="1">
            <a:spLocks/>
          </p:cNvSpPr>
          <p:nvPr>
            <p:custDataLst>
              <p:tags r:id="rId92"/>
            </p:custDataLst>
          </p:nvPr>
        </p:nvSpPr>
        <p:spPr bwMode="auto">
          <a:xfrm>
            <a:off x="4894263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EA3660A-84A2-463E-B411-4BBDAFF6D3DC}" type="datetime'De''''s''emb''''ol''''sos'''' ''''RCC sin ''''Otros ''IB''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263CEE9F-0006-19BB-005F-EB6197B1659B}"/>
              </a:ext>
            </a:extLst>
          </p:cNvPr>
          <p:cNvSpPr txBox="1">
            <a:spLocks/>
          </p:cNvSpPr>
          <p:nvPr>
            <p:custDataLst>
              <p:tags r:id="rId93"/>
            </p:custDataLst>
          </p:nvPr>
        </p:nvSpPr>
        <p:spPr bwMode="gray">
          <a:xfrm>
            <a:off x="5688013" y="44005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06E6F79-F119-4D2F-8C24-0905B1AED4BA}" type="datetime'3'''',''''''''7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3,7</a:t>
            </a:fld>
            <a:endParaRPr lang="en-GB" sz="800"/>
          </a:p>
        </p:txBody>
      </p:sp>
      <p:sp>
        <p:nvSpPr>
          <p:cNvPr id="128" name="Text Placeholder 2">
            <a:extLst>
              <a:ext uri="{FF2B5EF4-FFF2-40B4-BE49-F238E27FC236}">
                <a16:creationId xmlns:a16="http://schemas.microsoft.com/office/drawing/2014/main" id="{08E78815-8ACB-E66D-114D-1EC85CD8A7C8}"/>
              </a:ext>
            </a:extLst>
          </p:cNvPr>
          <p:cNvSpPr txBox="1">
            <a:spLocks/>
          </p:cNvSpPr>
          <p:nvPr>
            <p:custDataLst>
              <p:tags r:id="rId94"/>
            </p:custDataLst>
          </p:nvPr>
        </p:nvSpPr>
        <p:spPr bwMode="auto">
          <a:xfrm>
            <a:off x="5483225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49C3571-4DF8-4CA5-8440-C67E26984C44}" type="datetime'D''''''''''ese''m''bols''''o''s'''' RCC Oferta'' &gt;''12''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46" name="Text Placeholder 2">
            <a:extLst>
              <a:ext uri="{FF2B5EF4-FFF2-40B4-BE49-F238E27FC236}">
                <a16:creationId xmlns:a16="http://schemas.microsoft.com/office/drawing/2014/main" id="{3B3E556E-1D5F-D154-8390-916D5E93483A}"/>
              </a:ext>
            </a:extLst>
          </p:cNvPr>
          <p:cNvSpPr txBox="1">
            <a:spLocks/>
          </p:cNvSpPr>
          <p:nvPr>
            <p:custDataLst>
              <p:tags r:id="rId95"/>
            </p:custDataLst>
          </p:nvPr>
        </p:nvSpPr>
        <p:spPr bwMode="gray">
          <a:xfrm>
            <a:off x="6229350" y="49990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3ABA35D-A32B-434F-943B-D5AEE8F2B957}" type="datetime'8'''''''',''5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421B80E1-744B-4883-B0ED-F60937A151D2}" type="datetime'''''''5''1''''''''''''''''%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51%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50" name="Text Placeholder 2">
            <a:extLst>
              <a:ext uri="{FF2B5EF4-FFF2-40B4-BE49-F238E27FC236}">
                <a16:creationId xmlns:a16="http://schemas.microsoft.com/office/drawing/2014/main" id="{882FE4C8-FFA6-F3A3-4C53-3CF72A328253}"/>
              </a:ext>
            </a:extLst>
          </p:cNvPr>
          <p:cNvSpPr txBox="1">
            <a:spLocks/>
          </p:cNvSpPr>
          <p:nvPr>
            <p:custDataLst>
              <p:tags r:id="rId96"/>
            </p:custDataLst>
          </p:nvPr>
        </p:nvSpPr>
        <p:spPr bwMode="gray">
          <a:xfrm>
            <a:off x="6283325" y="59451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D2C0C3B-DBFF-42D8-824E-B61DAD6C98E4}" type="datetime'8'''''''''''''''''''''',''''''''''''''1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en-GB" sz="80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238C9D0-3661-7C34-DA63-0F0ED0DAFDD8}"/>
              </a:ext>
            </a:extLst>
          </p:cNvPr>
          <p:cNvSpPr txBox="1">
            <a:spLocks/>
          </p:cNvSpPr>
          <p:nvPr>
            <p:custDataLst>
              <p:tags r:id="rId97"/>
            </p:custDataLst>
          </p:nvPr>
        </p:nvSpPr>
        <p:spPr bwMode="auto">
          <a:xfrm>
            <a:off x="6121400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3ABD0A-677E-4A1C-BFDE-74F7AC03CE09}" type="datetime'Share Aju''''s''''tado p''or ''''T''icke''t'' y Pr''oduc''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7FCC363D-03C4-61FE-C668-B432565F8E1A}"/>
              </a:ext>
            </a:extLst>
          </p:cNvPr>
          <p:cNvSpPr txBox="1">
            <a:spLocks/>
          </p:cNvSpPr>
          <p:nvPr>
            <p:custDataLst>
              <p:tags r:id="rId98"/>
            </p:custDataLst>
          </p:nvPr>
        </p:nvSpPr>
        <p:spPr bwMode="gray">
          <a:xfrm>
            <a:off x="6880225" y="47307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5382B5F-92F9-4DD0-B09F-FDF233E381BF}" type="datetime'''''''''''2'',''''''''4''''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2,4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ABED03DD-C605-37FE-AFCC-38F9541C8D3A}"/>
              </a:ext>
            </a:extLst>
          </p:cNvPr>
          <p:cNvSpPr txBox="1">
            <a:spLocks/>
          </p:cNvSpPr>
          <p:nvPr>
            <p:custDataLst>
              <p:tags r:id="rId99"/>
            </p:custDataLst>
          </p:nvPr>
        </p:nvSpPr>
        <p:spPr bwMode="auto">
          <a:xfrm>
            <a:off x="6675438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5652B35-E3BA-4260-B224-7DEA194F9DA3}" type="datetime'De''se''''m''''''bo''lsos RCC'' ''N''o G''''estio''nad''o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B0970605-BC3C-03D8-F21D-2D82B0435842}"/>
              </a:ext>
            </a:extLst>
          </p:cNvPr>
          <p:cNvSpPr txBox="1">
            <a:spLocks/>
          </p:cNvSpPr>
          <p:nvPr>
            <p:custDataLst>
              <p:tags r:id="rId100"/>
            </p:custDataLst>
          </p:nvPr>
        </p:nvSpPr>
        <p:spPr bwMode="gray">
          <a:xfrm>
            <a:off x="7421563" y="5260975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A3F878E-101C-4073-8FD4-77C828122C51}" type="datetime'''''''8'''''''''''''''''''''''''''',''''''5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8C3357E9-5537-4A7D-BE8C-884DB59C98B7}" type="datetime'6''''''''''''0%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3E058A55-C449-2086-BF95-2A3DE639E71E}"/>
              </a:ext>
            </a:extLst>
          </p:cNvPr>
          <p:cNvSpPr txBox="1">
            <a:spLocks/>
          </p:cNvSpPr>
          <p:nvPr>
            <p:custDataLst>
              <p:tags r:id="rId101"/>
            </p:custDataLst>
          </p:nvPr>
        </p:nvSpPr>
        <p:spPr bwMode="gray">
          <a:xfrm>
            <a:off x="7475538" y="6075363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4ECBB04-A97F-4ED3-B5D0-72C5BF93D12E}" type="datetime'''5'''''''''''''''''''''''''''''''''''''''''''''',''''''''''6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5,6</a:t>
            </a:fld>
            <a:endParaRPr lang="en-GB" sz="800"/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19DC712C-7B5D-3518-AA60-2E84A106A4BF}"/>
              </a:ext>
            </a:extLst>
          </p:cNvPr>
          <p:cNvSpPr txBox="1">
            <a:spLocks/>
          </p:cNvSpPr>
          <p:nvPr>
            <p:custDataLst>
              <p:tags r:id="rId102"/>
            </p:custDataLst>
          </p:nvPr>
        </p:nvSpPr>
        <p:spPr bwMode="auto">
          <a:xfrm>
            <a:off x="7296150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812DE33-B89C-4C77-9FCB-11CBEEA937EF}" type="datetime'S''h''''''ar''''e'''' Re''''''l''e''''''''v''''''''a''n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2DBBDA6B-1AE2-FB48-E846-2AD26B132D96}"/>
              </a:ext>
            </a:extLst>
          </p:cNvPr>
          <p:cNvSpPr txBox="1">
            <a:spLocks/>
          </p:cNvSpPr>
          <p:nvPr>
            <p:custDataLst>
              <p:tags r:id="rId103"/>
            </p:custDataLst>
          </p:nvPr>
        </p:nvSpPr>
        <p:spPr bwMode="gray">
          <a:xfrm>
            <a:off x="4470400" y="405447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C59D425-79F8-47DE-A6FD-B5902B9ACB73}" type="datetime'''''20'''''''''''''''',''''''9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20,9</a:t>
            </a:fld>
            <a:endParaRPr lang="en-US" sz="800"/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81C58207-2D54-4E5A-58CE-75CA53818079}"/>
              </a:ext>
            </a:extLst>
          </p:cNvPr>
          <p:cNvSpPr txBox="1">
            <a:spLocks/>
          </p:cNvSpPr>
          <p:nvPr>
            <p:custDataLst>
              <p:tags r:id="rId104"/>
            </p:custDataLst>
          </p:nvPr>
        </p:nvSpPr>
        <p:spPr bwMode="gray">
          <a:xfrm>
            <a:off x="5065713" y="41195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41C1E15-8F73-42F3-80B8-E825502E1EDF}" type="datetime'''2''''''''''''''''''''''''''''''0'''''',''''''3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20,3</a:t>
            </a:fld>
            <a:endParaRPr lang="en-GB" sz="800"/>
          </a:p>
        </p:txBody>
      </p:sp>
      <p:sp>
        <p:nvSpPr>
          <p:cNvPr id="149" name="Text Placeholder 2">
            <a:extLst>
              <a:ext uri="{FF2B5EF4-FFF2-40B4-BE49-F238E27FC236}">
                <a16:creationId xmlns:a16="http://schemas.microsoft.com/office/drawing/2014/main" id="{F30458EF-7AAF-6380-6B01-82AA4B7CDE6F}"/>
              </a:ext>
            </a:extLst>
          </p:cNvPr>
          <p:cNvSpPr txBox="1">
            <a:spLocks/>
          </p:cNvSpPr>
          <p:nvPr>
            <p:custDataLst>
              <p:tags r:id="rId105"/>
            </p:custDataLst>
          </p:nvPr>
        </p:nvSpPr>
        <p:spPr bwMode="gray">
          <a:xfrm>
            <a:off x="6257925" y="45196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0C5DBAC-5DDC-4B64-B035-617ED2CC351E}" type="datetime'1''''''''6'''''''''''',''5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16,5</a:t>
            </a:fld>
            <a:endParaRPr lang="en-GB" sz="800"/>
          </a:p>
        </p:txBody>
      </p:sp>
      <p:sp>
        <p:nvSpPr>
          <p:cNvPr id="138" name="Text Placeholder 2">
            <a:extLst>
              <a:ext uri="{FF2B5EF4-FFF2-40B4-BE49-F238E27FC236}">
                <a16:creationId xmlns:a16="http://schemas.microsoft.com/office/drawing/2014/main" id="{A62E0AFC-0B21-231D-FDA1-9B0896F75896}"/>
              </a:ext>
            </a:extLst>
          </p:cNvPr>
          <p:cNvSpPr txBox="1">
            <a:spLocks/>
          </p:cNvSpPr>
          <p:nvPr>
            <p:custDataLst>
              <p:tags r:id="rId106"/>
            </p:custDataLst>
          </p:nvPr>
        </p:nvSpPr>
        <p:spPr bwMode="gray">
          <a:xfrm>
            <a:off x="7450138" y="47815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EA78E01-B249-405E-9047-6A4DE40B76A1}" type="datetime'''''''''''''1''''''''''''''''4'''',''''''''''''''''''''''1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14,1</a:t>
            </a:fld>
            <a:endParaRPr lang="en-GB" sz="80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D77BAD7-AB63-B5B5-EDAC-334C75A7F30D}"/>
              </a:ext>
            </a:extLst>
          </p:cNvPr>
          <p:cNvGraphicFramePr/>
          <p:nvPr>
            <p:custDataLst>
              <p:tags r:id="rId107"/>
            </p:custDataLst>
            <p:extLst>
              <p:ext uri="{D42A27DB-BD31-4B8C-83A1-F6EECF244321}">
                <p14:modId xmlns:p14="http://schemas.microsoft.com/office/powerpoint/2010/main" val="1967289739"/>
              </p:ext>
            </p:extLst>
          </p:nvPr>
        </p:nvGraphicFramePr>
        <p:xfrm>
          <a:off x="8320088" y="4425950"/>
          <a:ext cx="3036887" cy="1582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7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E7B570-F22E-9817-AE40-E41B640F69A2}"/>
              </a:ext>
            </a:extLst>
          </p:cNvPr>
          <p:cNvCxnSpPr>
            <a:cxnSpLocks/>
          </p:cNvCxnSpPr>
          <p:nvPr>
            <p:custDataLst>
              <p:tags r:id="rId108"/>
            </p:custDataLst>
          </p:nvPr>
        </p:nvCxnSpPr>
        <p:spPr bwMode="auto">
          <a:xfrm flipV="1">
            <a:off x="8864600" y="4067175"/>
            <a:ext cx="1435100" cy="9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6410CA-0082-DCD8-DCDA-1BC3B2FC02D8}"/>
              </a:ext>
            </a:extLst>
          </p:cNvPr>
          <p:cNvCxnSpPr>
            <a:cxnSpLocks/>
          </p:cNvCxnSpPr>
          <p:nvPr>
            <p:custDataLst>
              <p:tags r:id="rId109"/>
            </p:custDataLst>
          </p:nvPr>
        </p:nvCxnSpPr>
        <p:spPr bwMode="auto">
          <a:xfrm flipV="1">
            <a:off x="9377363" y="4438650"/>
            <a:ext cx="1435100" cy="984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A9644AF-E5C9-97E8-7B37-A71ADB00B25A}"/>
              </a:ext>
            </a:extLst>
          </p:cNvPr>
          <p:cNvSpPr txBox="1">
            <a:spLocks/>
          </p:cNvSpPr>
          <p:nvPr>
            <p:custDataLst>
              <p:tags r:id="rId110"/>
            </p:custDataLst>
          </p:nvPr>
        </p:nvSpPr>
        <p:spPr bwMode="auto">
          <a:xfrm>
            <a:off x="8953500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77DA3A7-246C-4527-ACC4-3EC318D7CD8A}" type="datetime'''''2''''''''''''02''''''''5''''''''''''''''''''Q''''''''''2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2025Q2</a:t>
            </a:fld>
            <a:endParaRPr lang="en-GB" sz="80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CE0E84ED-6098-A77E-F0E5-612571801378}"/>
              </a:ext>
            </a:extLst>
          </p:cNvPr>
          <p:cNvSpPr txBox="1">
            <a:spLocks/>
          </p:cNvSpPr>
          <p:nvPr>
            <p:custDataLst>
              <p:tags r:id="rId111"/>
            </p:custDataLst>
          </p:nvPr>
        </p:nvSpPr>
        <p:spPr bwMode="auto">
          <a:xfrm>
            <a:off x="10390188" y="5856288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B2EA25F-E588-4863-A3AC-1A41BF7C4198}" type="datetime'2''0''2''''''''6''''''''''Q''''2''''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2026Q2</a:t>
            </a:fld>
            <a:endParaRPr lang="en-GB" sz="80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9FD2F90C-6E87-EFED-6C1D-BA7368936FC8}"/>
              </a:ext>
            </a:extLst>
          </p:cNvPr>
          <p:cNvSpPr txBox="1">
            <a:spLocks/>
          </p:cNvSpPr>
          <p:nvPr>
            <p:custDataLst>
              <p:tags r:id="rId112"/>
            </p:custDataLst>
          </p:nvPr>
        </p:nvSpPr>
        <p:spPr bwMode="auto">
          <a:xfrm>
            <a:off x="9293225" y="3976688"/>
            <a:ext cx="579438" cy="273050"/>
          </a:xfrm>
          <a:prstGeom prst="ellipse">
            <a:avLst/>
          </a:prstGeom>
          <a:solidFill>
            <a:srgbClr val="2F9E98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50B40EE-C92C-48DD-A563-8E084D4600DD}" type="datetime'''''''''+''''''''''''5'''' p''p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+5 pp</a:t>
            </a:fld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F43ECF25-89CE-C884-E7FC-EE27AACD9259}"/>
              </a:ext>
            </a:extLst>
          </p:cNvPr>
          <p:cNvSpPr txBox="1">
            <a:spLocks/>
          </p:cNvSpPr>
          <p:nvPr>
            <p:custDataLst>
              <p:tags r:id="rId113"/>
            </p:custDataLst>
          </p:nvPr>
        </p:nvSpPr>
        <p:spPr bwMode="auto">
          <a:xfrm>
            <a:off x="9805988" y="4351338"/>
            <a:ext cx="579438" cy="273050"/>
          </a:xfrm>
          <a:prstGeom prst="ellipse">
            <a:avLst/>
          </a:prstGeom>
          <a:solidFill>
            <a:srgbClr val="13807B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48FDA69-2D28-4F4C-96FF-1585DF124ADB}" type="datetime'+''5'''''''''''''''''''''''' ''''''p''''''''''''p''''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+5 pp</a:t>
            </a:fld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D86652-267C-3EA6-D7AF-690EA2CE841C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8572500" y="6005513"/>
            <a:ext cx="142875" cy="106363"/>
          </a:xfrm>
          <a:prstGeom prst="rect">
            <a:avLst/>
          </a:prstGeom>
          <a:solidFill>
            <a:srgbClr val="10B4A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C0CBE6-275E-0204-F540-1EC005CABF70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161588" y="6005513"/>
            <a:ext cx="142875" cy="106363"/>
          </a:xfrm>
          <a:prstGeom prst="rect">
            <a:avLst/>
          </a:prstGeom>
          <a:solidFill>
            <a:srgbClr val="13807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7E880867-BFB9-DCAB-4AE3-6B4F99DBC6C2}"/>
              </a:ext>
            </a:extLst>
          </p:cNvPr>
          <p:cNvSpPr txBox="1">
            <a:spLocks/>
          </p:cNvSpPr>
          <p:nvPr>
            <p:custDataLst>
              <p:tags r:id="rId116"/>
            </p:custDataLst>
          </p:nvPr>
        </p:nvSpPr>
        <p:spPr bwMode="auto">
          <a:xfrm>
            <a:off x="8766175" y="6010275"/>
            <a:ext cx="1293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06462CA-EF14-4D99-9B16-EB4D2BFB3DBC}" type="datetime'Sha''''''re Ajus''tad''o T''icke''t ''P''''ro''d''u''cto''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Ajustado Ticket Producto</a:t>
            </a:fld>
            <a:endParaRPr lang="en-GB" sz="80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87DA774C-CEAF-22D2-CB0F-2285D378ED05}"/>
              </a:ext>
            </a:extLst>
          </p:cNvPr>
          <p:cNvSpPr txBox="1">
            <a:spLocks/>
          </p:cNvSpPr>
          <p:nvPr>
            <p:custDataLst>
              <p:tags r:id="rId117"/>
            </p:custDataLst>
          </p:nvPr>
        </p:nvSpPr>
        <p:spPr bwMode="auto">
          <a:xfrm>
            <a:off x="10355263" y="6010275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1ED5C774-E61C-496F-ABCC-5E09DC901F41}" type="datetime'S''h''ar''''''e ''R''e''''l''''eva''''n''''''''''''t''e''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Relevante</a:t>
            </a:fld>
            <a:endParaRPr lang="en-GB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11C33-CE4F-EBEC-DAA0-D7633E8DAE35}"/>
              </a:ext>
            </a:extLst>
          </p:cNvPr>
          <p:cNvSpPr txBox="1"/>
          <p:nvPr/>
        </p:nvSpPr>
        <p:spPr>
          <a:xfrm>
            <a:off x="8451850" y="6394219"/>
            <a:ext cx="3346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PE" sz="800"/>
              <a:t>Sin alerta — tras el bache, mejora un poco por precio y la gestión se mantiene.</a:t>
            </a:r>
            <a:endParaRPr lang="en-GB" sz="800" dirty="0"/>
          </a:p>
        </p:txBody>
      </p:sp>
      <p:pic>
        <p:nvPicPr>
          <p:cNvPr id="5" name="Picture 86">
            <a:extLst>
              <a:ext uri="{FF2B5EF4-FFF2-40B4-BE49-F238E27FC236}">
                <a16:creationId xmlns:a16="http://schemas.microsoft.com/office/drawing/2014/main" id="{E64A858A-D6C3-0848-C0EB-C6920B7D045C}"/>
              </a:ext>
            </a:extLst>
      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pic>
        <p:nvPicPr>
          <p:cNvPr id="8" name="Picture 515">
            <a:extLst>
              <a:ext uri="{FF2B5EF4-FFF2-40B4-BE49-F238E27FC236}">
                <a16:creationId xmlns:a16="http://schemas.microsoft.com/office/drawing/2014/main" id="{0D4AB796-D610-A4C2-6315-863901A02278}"/>
              </a:ext>
            </a:extLst>
          </p:cNvPr>
          <p:cNvPicPr>
            <a:picLocks noChangeAspect="1"/>
          </p:cNvPicPr>
          <p:nvPr/>
        </p:nvPicPr>
        <p:blipFill>
          <a:blip r:embed="rId129"/>
          <a:srcRect t="1" r="9121" b="14302"/>
          <a:stretch>
            <a:fillRect/>
          </a:stretch>
        </p:blipFill>
        <p:spPr>
          <a:xfrm>
            <a:off x="8577503" y="6194371"/>
            <a:ext cx="144000" cy="121497"/>
          </a:xfrm>
          <a:prstGeom prst="rect">
            <a:avLst/>
          </a:prstGeom>
        </p:spPr>
      </p:pic>
      <p:sp>
        <p:nvSpPr>
          <p:cNvPr id="27" name="TextBox 516">
            <a:extLst>
              <a:ext uri="{FF2B5EF4-FFF2-40B4-BE49-F238E27FC236}">
                <a16:creationId xmlns:a16="http://schemas.microsoft.com/office/drawing/2014/main" id="{6DEEF18A-47F1-6349-01B5-CDCEA1FB8C80}"/>
              </a:ext>
            </a:extLst>
          </p:cNvPr>
          <p:cNvSpPr txBox="1"/>
          <p:nvPr/>
        </p:nvSpPr>
        <p:spPr>
          <a:xfrm>
            <a:off x="8701978" y="6142718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err="1"/>
              <a:t>Desembolsos</a:t>
            </a:r>
            <a:r>
              <a:rPr lang="en-GB" sz="800"/>
              <a:t> </a:t>
            </a:r>
            <a:r>
              <a:rPr lang="en-GB" sz="800" err="1"/>
              <a:t>Competencia</a:t>
            </a:r>
            <a:endParaRPr lang="en-GB" sz="800"/>
          </a:p>
        </p:txBody>
      </p:sp>
      <p:pic>
        <p:nvPicPr>
          <p:cNvPr id="73" name="Icono Nuevo en Expansión">
            <a:hlinkClick r:id="rId130" action="ppaction://hlinksldjump"/>
            <a:extLst>
              <a:ext uri="{FF2B5EF4-FFF2-40B4-BE49-F238E27FC236}">
                <a16:creationId xmlns:a16="http://schemas.microsoft.com/office/drawing/2014/main" id="{5F22FC9D-1496-E4EF-CCAD-4EF94C286EC4}"/>
              </a:ext>
            </a:extLst>
      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0634789" y="228728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46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A04484-090D-0170-8420-AA3B4E42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49BF2DF7-278B-3828-0108-043A1987E5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29268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20" imgW="7772400" imgH="10058400" progId="TCLayout.ActiveDocument.1">
                  <p:embed/>
                </p:oleObj>
              </mc:Choice>
              <mc:Fallback>
                <p:oleObj name="Diapositiva de thinkcell" r:id="rId120" imgW="7772400" imgH="10058400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BF2DF7-278B-3828-0108-043A1987E5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3DCA3D90-D921-44F9-24EA-B3DCE7929802}"/>
              </a:ext>
            </a:extLst>
          </p:cNvPr>
          <p:cNvSpPr/>
          <p:nvPr/>
        </p:nvSpPr>
        <p:spPr>
          <a:xfrm>
            <a:off x="331788" y="952501"/>
            <a:ext cx="3711575" cy="27051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C06A3A-45D9-A1CB-CEBA-5D063C9047CF}"/>
              </a:ext>
            </a:extLst>
          </p:cNvPr>
          <p:cNvSpPr/>
          <p:nvPr/>
        </p:nvSpPr>
        <p:spPr>
          <a:xfrm>
            <a:off x="324573" y="3977305"/>
            <a:ext cx="3711575" cy="270720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5A2B92-4A2D-59F6-97F6-D29A3EFD9ED2}"/>
              </a:ext>
            </a:extLst>
          </p:cNvPr>
          <p:cNvSpPr/>
          <p:nvPr/>
        </p:nvSpPr>
        <p:spPr>
          <a:xfrm>
            <a:off x="4235450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11A406-FA93-4947-773D-A880002430B2}"/>
              </a:ext>
            </a:extLst>
          </p:cNvPr>
          <p:cNvSpPr/>
          <p:nvPr/>
        </p:nvSpPr>
        <p:spPr>
          <a:xfrm>
            <a:off x="4227513" y="3983038"/>
            <a:ext cx="3711575" cy="2701467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DD13A1B-1D3E-F6AD-EFCE-738963DCB131}"/>
              </a:ext>
            </a:extLst>
          </p:cNvPr>
          <p:cNvSpPr/>
          <p:nvPr/>
        </p:nvSpPr>
        <p:spPr>
          <a:xfrm>
            <a:off x="8137525" y="952501"/>
            <a:ext cx="3711575" cy="2724150"/>
          </a:xfrm>
          <a:prstGeom prst="rect">
            <a:avLst/>
          </a:prstGeom>
          <a:noFill/>
          <a:ln>
            <a:solidFill>
              <a:srgbClr val="D5DF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EA0CE074-4360-514B-D7BA-2E1CF21B4915}"/>
              </a:ext>
            </a:extLst>
          </p:cNvPr>
          <p:cNvSpPr/>
          <p:nvPr/>
        </p:nvSpPr>
        <p:spPr>
          <a:xfrm>
            <a:off x="324573" y="750962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2025Q2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4F684632-D3A8-C79B-CECF-93B2B15404BB}"/>
              </a:ext>
            </a:extLst>
          </p:cNvPr>
          <p:cNvSpPr/>
          <p:nvPr/>
        </p:nvSpPr>
        <p:spPr>
          <a:xfrm>
            <a:off x="4226009" y="747737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2025Q3</a:t>
            </a: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7AFA4ABE-3A5F-8F21-F68A-2E761E19C90D}"/>
              </a:ext>
            </a:extLst>
          </p:cNvPr>
          <p:cNvSpPr/>
          <p:nvPr/>
        </p:nvSpPr>
        <p:spPr>
          <a:xfrm>
            <a:off x="8132329" y="748011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2025Q4</a:t>
            </a:r>
          </a:p>
        </p:txBody>
      </p:sp>
      <p:sp>
        <p:nvSpPr>
          <p:cNvPr id="143" name="Shape 21">
            <a:extLst>
              <a:ext uri="{FF2B5EF4-FFF2-40B4-BE49-F238E27FC236}">
                <a16:creationId xmlns:a16="http://schemas.microsoft.com/office/drawing/2014/main" id="{6AE15C8F-11D3-7EAE-DF56-88F799BA7649}"/>
              </a:ext>
            </a:extLst>
          </p:cNvPr>
          <p:cNvSpPr/>
          <p:nvPr/>
        </p:nvSpPr>
        <p:spPr>
          <a:xfrm>
            <a:off x="311150" y="3761073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2026Q1</a:t>
            </a:r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D5CBCD35-28AD-D756-9B8B-F039D8756089}"/>
              </a:ext>
            </a:extLst>
          </p:cNvPr>
          <p:cNvSpPr/>
          <p:nvPr/>
        </p:nvSpPr>
        <p:spPr>
          <a:xfrm>
            <a:off x="4220846" y="3754310"/>
            <a:ext cx="3729903" cy="301752"/>
          </a:xfrm>
          <a:prstGeom prst="rect">
            <a:avLst/>
          </a:prstGeom>
          <a:solidFill>
            <a:srgbClr val="13807B"/>
          </a:solidFill>
          <a:ln/>
        </p:spPr>
        <p:txBody>
          <a:bodyPr/>
          <a:lstStyle/>
          <a:p>
            <a:pPr algn="ctr"/>
            <a:r>
              <a:rPr lang="en-PE" sz="1350">
                <a:solidFill>
                  <a:schemeClr val="bg1"/>
                </a:solidFill>
              </a:rPr>
              <a:t>202604-202605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2DE4EDB1-11DD-8BA7-C784-1D057D8FCA12}"/>
              </a:ext>
            </a:extLst>
          </p:cNvPr>
          <p:cNvSpPr txBox="1"/>
          <p:nvPr/>
        </p:nvSpPr>
        <p:spPr>
          <a:xfrm>
            <a:off x="324572" y="213075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Próximo Recurrente: Cierra con el mejor share y casi toda su base gestionada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C7C5836-EBE1-06F2-4F4C-CAA0EC58B6C1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439863" y="13493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Conector recto 226">
            <a:extLst>
              <a:ext uri="{FF2B5EF4-FFF2-40B4-BE49-F238E27FC236}">
                <a16:creationId xmlns:a16="http://schemas.microsoft.com/office/drawing/2014/main" id="{EE5F86F1-4AFB-AC7C-EB52-11A17ECE92ED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036763" y="19716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Conector recto 242">
            <a:extLst>
              <a:ext uri="{FF2B5EF4-FFF2-40B4-BE49-F238E27FC236}">
                <a16:creationId xmlns:a16="http://schemas.microsoft.com/office/drawing/2014/main" id="{A31208DE-60AE-AE18-44AD-2FDDB4B9ADA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33663" y="19716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5" name="Conector recto 244">
            <a:extLst>
              <a:ext uri="{FF2B5EF4-FFF2-40B4-BE49-F238E27FC236}">
                <a16:creationId xmlns:a16="http://schemas.microsoft.com/office/drawing/2014/main" id="{C6F93EA2-60AA-8661-8C1A-888F87889603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228975" y="23828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9" name="Chart 3">
            <a:extLst>
              <a:ext uri="{FF2B5EF4-FFF2-40B4-BE49-F238E27FC236}">
                <a16:creationId xmlns:a16="http://schemas.microsoft.com/office/drawing/2014/main" id="{B8F604BC-F4F3-D5C4-2891-EADA1A0E00CF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017248452"/>
              </p:ext>
            </p:extLst>
          </p:nvPr>
        </p:nvGraphicFramePr>
        <p:xfrm>
          <a:off x="314325" y="1217613"/>
          <a:ext cx="3743325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265EBF7-7F94-55DA-5B96-FAFCF329B46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22275" y="3294063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0B9BC19-FFFE-4740-93C4-FDB17711B4ED}" type="datetime'De''''sem''''''''b''o''lsos ''RC''''C con L''ea''''d''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413F18-2781-F70D-FE03-FA5BFD74939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016000" y="3294063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3476E66-643A-4734-A52A-7065EB945224}" type="datetime'Desem''b''''''o''l''''''so''s ''''R''''CC'' ''sin Otro''s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BF37884-C4F6-213D-FCD0-8A296CCA5021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809750" y="16065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9588E88-45EC-4FA0-A753-3D51D861EDBF}" type="datetime'''''1'''',9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1,9</a:t>
            </a:fld>
            <a:endParaRPr lang="en-GB" sz="8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D668D80-F86B-7258-952C-6AE387A83CA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604963" y="32940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F4BB6B8-908E-4915-BE3E-C649CDAF8E92}" type="datetime'D''esem''bolso''s ''RCC ''''O''''f''e''rt''a ''''''&gt;''1''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231" name="Text Placeholder 2">
            <a:extLst>
              <a:ext uri="{FF2B5EF4-FFF2-40B4-BE49-F238E27FC236}">
                <a16:creationId xmlns:a16="http://schemas.microsoft.com/office/drawing/2014/main" id="{13AC3436-8B2D-28A5-725D-91B100E10D37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2352675" y="21478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608A616-557A-4B14-B5B4-D16DFB08AAA6}" type="datetime'''''''1,''''''''7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04050366-1002-4382-89D5-9714644B6194}" type="datetime'''''''''''''''''''''''''''4''''''4''''''''''''''''''''%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44%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36" name="Text Placeholder 2">
            <a:extLst>
              <a:ext uri="{FF2B5EF4-FFF2-40B4-BE49-F238E27FC236}">
                <a16:creationId xmlns:a16="http://schemas.microsoft.com/office/drawing/2014/main" id="{7FBA1166-D416-5437-F7F3-C3CA1531FA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2406650" y="285273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5A6CB0F-6209-40F1-8170-2733040E0772}" type="datetime'''''''''''''''''''''''2'''''''''',''''''''''''''''2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en-GB" sz="800"/>
          </a:p>
        </p:txBody>
      </p:sp>
      <p:sp>
        <p:nvSpPr>
          <p:cNvPr id="225" name="Text Placeholder 2">
            <a:extLst>
              <a:ext uri="{FF2B5EF4-FFF2-40B4-BE49-F238E27FC236}">
                <a16:creationId xmlns:a16="http://schemas.microsoft.com/office/drawing/2014/main" id="{05D43AB4-AD8F-0C79-640A-E0F18DA37326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244725" y="3294063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54A2EF-21D5-4C46-B6C2-906AA2BA1BD1}" type="datetime'S''''har''e Aju''s''tado po''r T''''i''''cket y Pr''o''d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E38C8FB-BA62-83BC-1736-545E274B246F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3001963" y="21224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45A62B2-89B8-4DE3-8E37-C065743C275F}" type="datetime'''''''''''''''''''''''''1'''''''''''''',''''''''''''''''2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1,2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8C74A73-B4B9-2168-E768-0A6D671B09A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797175" y="3294063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24E5C74-D99C-4C94-A999-BAD48FB2640F}" type="datetime'Des''e''m''''bo''lsos'' ''''R''CC No'' Gestio''''''''n''a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C9278E4-2A25-21F9-C946-667C0E8143B5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3544888" y="255905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8EE52E9-1C2D-4145-BFD1-91A011E33EDB}" type="datetime'''''''''''''''''1'''''''''',''7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1,7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46FCC72A-E34A-4E28-8793-DBC6A0FD097D}" type="datetime'''''''''''''''''''''''''''''''''''6''5''''%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65%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194DCA-5770-75C9-C709-1E3A8E9AB6D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598863" y="305752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7D2DAF1-C9DE-4289-BD70-64D93CE11002}" type="datetime'''''''''''''''''''''''''''0'''''''''''''''''''''',''9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0,9</a:t>
            </a:fld>
            <a:endParaRPr lang="en-GB" sz="80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5EEFF8B-BF76-6DC1-2AC0-969093E1ED82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3419475" y="3294063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52879DC-B76B-453B-972C-E0A16681D3AE}" type="datetime'''''S''h''''a''re'''' ''Relev''''''''''''''a''nt''''''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869905E-C5B9-F3F1-5E4B-EB5C68C7B109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617538" y="116522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A207C28-AB4F-4ED5-AF18-B3EF663D6DF6}" type="datetime'''''''''''''''6'''''''''''''''''',''''''''''''''0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6,0</a:t>
            </a:fld>
            <a:endParaRPr lang="en-GB" altLang="en-US" sz="80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B116D27-51E7-C462-0EC2-2992097F2421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212850" y="12144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78FA0BD-8973-48DA-B602-F3843B391140}" type="datetime'''''''''''''5'''''''''''''''''''''''''''''''''''',8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en-GB" sz="800"/>
          </a:p>
        </p:txBody>
      </p:sp>
      <p:sp>
        <p:nvSpPr>
          <p:cNvPr id="235" name="Text Placeholder 2">
            <a:extLst>
              <a:ext uri="{FF2B5EF4-FFF2-40B4-BE49-F238E27FC236}">
                <a16:creationId xmlns:a16="http://schemas.microsoft.com/office/drawing/2014/main" id="{BB105BA6-54FF-5774-9B52-495D834C08F7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2406650" y="18367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7B30B62-152F-4167-A80F-E42223EA5C88}" type="datetime'3,''''''''''''''''''''9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en-GB" sz="80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D976430-483E-E0BE-F79C-306F0E5EAE0F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598863" y="224790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24AB5E5-6870-42B5-9AA8-C3E0CDCD268E}" type="datetime'2'''''''''''''',''7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2,7</a:t>
            </a:fld>
            <a:endParaRPr lang="en-GB" sz="8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6B02E96-97C2-4998-F503-85ED3FE81C14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318125" y="13668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Conector recto 213">
            <a:extLst>
              <a:ext uri="{FF2B5EF4-FFF2-40B4-BE49-F238E27FC236}">
                <a16:creationId xmlns:a16="http://schemas.microsoft.com/office/drawing/2014/main" id="{5F128309-EC39-AA61-FBA6-024CF626A6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5915025" y="21653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Conector recto 249">
            <a:extLst>
              <a:ext uri="{FF2B5EF4-FFF2-40B4-BE49-F238E27FC236}">
                <a16:creationId xmlns:a16="http://schemas.microsoft.com/office/drawing/2014/main" id="{1828529B-32B2-662E-9E73-13DF46D14CEF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510338" y="21653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084844D-E940-70F9-24B1-56AA9AB95C74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107238" y="244792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3" name="Chart 3">
            <a:extLst>
              <a:ext uri="{FF2B5EF4-FFF2-40B4-BE49-F238E27FC236}">
                <a16:creationId xmlns:a16="http://schemas.microsoft.com/office/drawing/2014/main" id="{7DED8903-D2C9-D0A5-9148-35A06F3ACDAC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97215400"/>
              </p:ext>
            </p:extLst>
          </p:nvPr>
        </p:nvGraphicFramePr>
        <p:xfrm>
          <a:off x="4192588" y="1209675"/>
          <a:ext cx="3741737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F75ADA1-594A-214F-A341-691C6935C6E9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4300538" y="3286125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B7D0A37-1E08-4686-ADDA-4679FDB3E761}" type="datetime'''''D''e''''s''em''bo''l''sos RCC'' con'''' Lea''''d'' 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F532057C-5691-796A-BAC8-D036E6CDA210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4894263" y="3286125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5961D0F-7B46-4C9B-B79A-D20B6CD360BA}" type="datetime'Dese''mbo''''''ls''''''os RCC'''' sin'' ''O''t''ros ''''''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4D4717AB-8D93-7C5F-FA7E-D79E7E6F5BC8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5688013" y="171132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670A1D-89CC-4B28-BD9C-1D6C6BB4618A}" type="datetime'''''''''7'''''''''''''''''',''''''''''''1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7,1</a:t>
            </a:fld>
            <a:endParaRPr lang="en-GB" sz="80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26E2B106-33DA-AC72-DE9E-B067AECEC6BA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auto">
          <a:xfrm>
            <a:off x="5483225" y="32861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428EA3B-2C24-4D0D-95C3-BC11E7C8BC8E}" type="datetime'Des''e''''mbol''s''o''s ''RC''C'' Of''e''r''ta'' &gt;120''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217" name="Text Placeholder 2">
            <a:extLst>
              <a:ext uri="{FF2B5EF4-FFF2-40B4-BE49-F238E27FC236}">
                <a16:creationId xmlns:a16="http://schemas.microsoft.com/office/drawing/2014/main" id="{1E95FE47-E220-72AB-EC13-4DA95935830E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6229350" y="23256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B4BDC97-7FE0-4167-97DE-F94C6C107943}" type="datetime'''''''''''''''''''''''4'''''''',''8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4,8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88F80216-BC00-4BBA-BAF1-78AE72525190}" type="datetime'''49''''''''''''''''''%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49%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22" name="Text Placeholder 2">
            <a:extLst>
              <a:ext uri="{FF2B5EF4-FFF2-40B4-BE49-F238E27FC236}">
                <a16:creationId xmlns:a16="http://schemas.microsoft.com/office/drawing/2014/main" id="{BF4FFF6C-213F-EFDB-1E76-1A2D40D2FB06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283325" y="292893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D4AC0B5-8810-452F-989B-9D8854E1F9B0}" type="datetime'''4'',''''''''''9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en-GB" sz="800"/>
          </a:p>
        </p:txBody>
      </p:sp>
      <p:sp>
        <p:nvSpPr>
          <p:cNvPr id="212" name="Text Placeholder 2">
            <a:extLst>
              <a:ext uri="{FF2B5EF4-FFF2-40B4-BE49-F238E27FC236}">
                <a16:creationId xmlns:a16="http://schemas.microsoft.com/office/drawing/2014/main" id="{1A8EDE1A-A1A1-9C25-5C3D-C1C07C112B68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6121400" y="3286125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17CC118-D1AA-4E1B-9D1A-C24402887F58}" type="datetime'''S''hare Aj''ustado p''or'' Ti''cket y'' Prod''''ucto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F89EF67-8823-B7D6-2CAD-2867E678E7D1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6880225" y="22526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78FFF5C-4D89-44C7-A5E9-427E64628C6B}" type="datetime'''''''''''''''''2'''''''',5''''''''''''''''''''''''''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F2AAAB08-859D-51BD-0812-A110654B3EF0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auto">
          <a:xfrm>
            <a:off x="6675438" y="32861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AD967DB-E9F5-40FF-834B-4FFEC96F4DB2}" type="datetime'D''es''em''bols''os'''' ''R''CC No'' G''e''st''iona''''dos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91191853-1981-1855-EF15-2289857E3412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421563" y="26082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3E2C49C-0B46-4252-B3DD-1B574CB01891}" type="datetime'''''''''''4'''''''''''''''',''8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4,8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8CE9AA9F-A29F-4495-B486-C4A1217625F9}" type="datetime'''''''''''''6''7''''''''''''''''%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67%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D9AF679F-1424-5FA1-F685-41B0EDC768A1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7475538" y="307022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CBC6F75-5DCB-4B18-A37B-7629CAF3AE3D}" type="datetime'2'''''''''''',''''''4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2,4</a:t>
            </a:fld>
            <a:endParaRPr lang="en-GB" sz="80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23AB8CA1-B6FB-784D-F678-9144077942BF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auto">
          <a:xfrm>
            <a:off x="7296150" y="3286125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4C0D373-0845-4B36-A13C-A0704A713FE6}" type="datetime'''Shar''''''''''''''e'''' ''Re''''l''e''''''''''''van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6ED61178-8B29-9964-DA2A-F54652248C87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470400" y="11572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6C651FA-9A2D-4201-A49A-3DCCEA05EC98}" type="datetime'''''''''''1''7'''''''''''''''''''''''''''''',''''''''''''''5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17,5</a:t>
            </a:fld>
            <a:endParaRPr lang="en-US" sz="80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14996B-D785-BB8D-12AD-32CE01C3435F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5065713" y="12319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1F179D9-0BF0-4414-B65C-52381D490390}" type="datetime'''''''1''6,''''''''''''8''''''''''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16,8</a:t>
            </a:fld>
            <a:endParaRPr lang="en-GB" sz="800"/>
          </a:p>
        </p:txBody>
      </p:sp>
      <p:sp>
        <p:nvSpPr>
          <p:cNvPr id="221" name="Text Placeholder 2">
            <a:extLst>
              <a:ext uri="{FF2B5EF4-FFF2-40B4-BE49-F238E27FC236}">
                <a16:creationId xmlns:a16="http://schemas.microsoft.com/office/drawing/2014/main" id="{B485765D-7972-D4F7-C83C-9AB38DE1352C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6283325" y="203041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CDB3CE9-A762-41F0-8AD6-48FB06BCDF91}" type="datetime'''''''''''''''''''''''9'''''''''''''',7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9,7</a:t>
            </a:fld>
            <a:endParaRPr lang="en-GB" sz="800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B3AF0DF-D300-BC74-B10E-7F6AD1E54AF0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7475538" y="231298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E08F699-4AF9-4BD2-8020-3B1E883BD598}" type="datetime'''''''''''''7'''''''''''''''',''''''''2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7,2</a:t>
            </a:fld>
            <a:endParaRPr lang="en-GB" sz="80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1D6E17C-F78E-0944-6ADB-731CFA6E7664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9251950" y="13033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81274380-1DCA-24E8-9182-1D67EB36EA59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9848850" y="189230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0" name="Conector recto 259">
            <a:extLst>
              <a:ext uri="{FF2B5EF4-FFF2-40B4-BE49-F238E27FC236}">
                <a16:creationId xmlns:a16="http://schemas.microsoft.com/office/drawing/2014/main" id="{2A9074EA-CFCA-D305-7D3C-8BFB783010CA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0445750" y="189230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323EDCC-C6D4-3535-382A-D89C7F806B79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1041063" y="20605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5" name="Chart 3">
            <a:extLst>
              <a:ext uri="{FF2B5EF4-FFF2-40B4-BE49-F238E27FC236}">
                <a16:creationId xmlns:a16="http://schemas.microsoft.com/office/drawing/2014/main" id="{86398C87-AF55-B855-EE58-A28C93C8449C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923991997"/>
              </p:ext>
            </p:extLst>
          </p:nvPr>
        </p:nvGraphicFramePr>
        <p:xfrm>
          <a:off x="8126413" y="1209675"/>
          <a:ext cx="3743325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BBB5598C-4953-FCE4-03E1-368FB4B96B7A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auto">
          <a:xfrm>
            <a:off x="8234363" y="3286125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256EC0E-4245-4173-95B2-D4F1567DDB28}" type="datetime'D''ese''mb''olsos R''''CC'' co''''''''n'''' L''''ead'' I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233DCA50-6473-D12D-EFE5-A092A4263355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auto">
          <a:xfrm>
            <a:off x="8828088" y="3286125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651CABC-4E7C-49D8-8E88-0E86A2B7D3B4}" type="datetime'D''''''''ese''mb''''ols''''o''s RCC sin ''''Ot''ros I''B''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42BFD416-BEE4-9D8B-3F4C-E50003D0F288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9621838" y="1543050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F61E529-7DC7-4B03-88A5-94AB105A0948}" type="datetime'4'''''''''''''',''''''''''0''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en-GB" sz="80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EBBE801D-ACB8-CB3E-1421-CEAA1C5A992B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9417050" y="32861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0A721F2-6334-4BA6-9257-723DAACA6D02}" type="datetime'D''es''''em''b''''''olsos R''C''''C Of''''e''''r''ta ''&gt;12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203" name="Text Placeholder 2">
            <a:extLst>
              <a:ext uri="{FF2B5EF4-FFF2-40B4-BE49-F238E27FC236}">
                <a16:creationId xmlns:a16="http://schemas.microsoft.com/office/drawing/2014/main" id="{E66E9D82-FE04-886E-6295-6B92E60D62CB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0164763" y="206851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0D1478F-3B94-48F8-A836-DEA994950F1C}" type="datetime'''3'''''''',''9''''''''''''''''''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C732A965-3E77-4D54-82CC-F269CBD5B4ED}" type="datetime'''''''''4''''''''''''''''''2%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42%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110FEA89-3458-C8A6-7C44-124C3E01C262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0218738" y="28082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43D1C3-36C1-4DDB-A8BE-B0655B8D2A77}" type="datetime'''''''5'',''''''''''''''''''''''''''''5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5,5</a:t>
            </a:fld>
            <a:endParaRPr lang="en-GB" sz="800"/>
          </a:p>
        </p:txBody>
      </p:sp>
      <p:sp>
        <p:nvSpPr>
          <p:cNvPr id="198" name="Text Placeholder 2">
            <a:extLst>
              <a:ext uri="{FF2B5EF4-FFF2-40B4-BE49-F238E27FC236}">
                <a16:creationId xmlns:a16="http://schemas.microsoft.com/office/drawing/2014/main" id="{3D6B13D0-7CE2-3FC0-82F7-519B8329D80F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056813" y="3286125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0F91D4F-A458-4096-9394-1690AF725C7E}" type="datetime'Sh''''''ar''e Ajus''''tado ''por Ti''cket y Prod''u''''''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EF033773-DB87-EF95-0662-CC9DFB5FE723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814050" y="19224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590F60C-464B-40DE-BCA8-24385769B9C5}" type="datetime'''''''''''''''1'''',2''''''''''''''''''''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1,2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5FF5BF89-42F7-5D13-1D47-3FA8A99970BB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auto">
          <a:xfrm>
            <a:off x="10609263" y="3286125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F43914A-E37E-48F3-AA3B-AF11CE195228}" type="datetime'''De''''semb''''ols''''os RC''''''C No ''G''esti''''o''nado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445F213A-C17F-AC9E-DC8E-EA5A4F250955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356975" y="223678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F04CC46-FF2A-44B3-B58B-5231FE3420EF}" type="datetime'''''''''''''''''''''''3'''''',''''''''''''''''''''''''9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3,9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44313A57-C310-424E-9D78-F845857ABE02}" type="datetime'''''''''''''48%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38053C04-1409-7A43-3B18-E84F89FD6878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410950" y="289242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E2D01F9-EC32-4138-BDF4-420395E27470}" type="datetime'''''''''''''''''''''4'''''''''''''',''''''''''''''''3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4,3</a:t>
            </a:fld>
            <a:endParaRPr lang="en-GB" sz="80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7B619A2F-B40C-8FE1-2F81-8D616DD28576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11231563" y="3286125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98386F9-8E27-44A9-9269-B346835FD64B}" type="datetime'''Sh''''a''r''''''e R''el''''''''''''''ev''''''a''''nt''''''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BC355403-6369-1877-4A1D-A8860BA1AEE4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8404225" y="11572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1D696C8-0C45-48A1-BDD6-62C5F4299622}" type="datetime'''''''''''''''''''''1''''3'''''''''''''''',5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13,5</a:t>
            </a:fld>
            <a:endParaRPr lang="en-US" sz="800"/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1514CD12-F8F0-6B19-65A4-A8930E25C19E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8999538" y="11684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75D1452-0644-41CC-9F43-DB6BA8DF2414}" type="datetime'''''''''''''''''''1''3'''''''''''''''''''''''''',''''5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13,5</a:t>
            </a:fld>
            <a:endParaRPr lang="en-GB" sz="800"/>
          </a:p>
        </p:txBody>
      </p:sp>
      <p:sp>
        <p:nvSpPr>
          <p:cNvPr id="207" name="Text Placeholder 2">
            <a:extLst>
              <a:ext uri="{FF2B5EF4-FFF2-40B4-BE49-F238E27FC236}">
                <a16:creationId xmlns:a16="http://schemas.microsoft.com/office/drawing/2014/main" id="{EF0A9217-C1A7-9243-E3CE-D62051C31BD5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 bwMode="gray">
          <a:xfrm>
            <a:off x="10218738" y="1757363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7352677-04A6-4EFC-92EE-0BE22DA22208}" type="datetime'''''''''''''9'''',''''''''''''''''''''''''''''''4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9,4</a:t>
            </a:fld>
            <a:endParaRPr lang="en-GB" sz="800"/>
          </a:p>
        </p:txBody>
      </p:sp>
      <p:sp>
        <p:nvSpPr>
          <p:cNvPr id="92" name="Text Placeholder 2">
            <a:extLst>
              <a:ext uri="{FF2B5EF4-FFF2-40B4-BE49-F238E27FC236}">
                <a16:creationId xmlns:a16="http://schemas.microsoft.com/office/drawing/2014/main" id="{48497AFA-293A-91C0-D8AF-9B6F4AC18AC3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11410950" y="19256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37868F7-EA2B-4DA9-A711-A6CD0E16A8D9}" type="datetime'''''8'''''''',''''''''''''''''''3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8,3</a:t>
            </a:fld>
            <a:endParaRPr lang="en-GB" sz="80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862A0A9-DBB2-33F5-D8B4-E5DF211AF96F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439863" y="4325938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Conector recto 181">
            <a:extLst>
              <a:ext uri="{FF2B5EF4-FFF2-40B4-BE49-F238E27FC236}">
                <a16:creationId xmlns:a16="http://schemas.microsoft.com/office/drawing/2014/main" id="{833BD80D-6330-8671-E4E9-5C66F136F316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2036763" y="533082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CB6C81AA-AC19-AF7B-4D89-11F21F250E5D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>
            <a:off x="2633663" y="533082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83382B7-A06C-BCB8-7CCD-42347CC76E85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>
            <a:off x="3228975" y="5529263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73DF6396-D2C3-6109-096A-5E8018633199}"/>
              </a:ext>
            </a:extLst>
          </p:cNvPr>
          <p:cNvGraphicFramePr/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1466731111"/>
              </p:ext>
            </p:extLst>
          </p:nvPr>
        </p:nvGraphicFramePr>
        <p:xfrm>
          <a:off x="314325" y="4095750"/>
          <a:ext cx="3743325" cy="242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B5156683-05C7-BE9E-F741-288AB85B9520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22275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F37F914-6286-44B2-A807-6351563CB9A7}" type="datetime'''Desembol''''sos'''''' ''R''''CC'''' con L''ea''''''d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713302C-9AA5-C1C3-8A18-69530D58895B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1016000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61CE1B0-78D4-4D08-B0E5-A7E1E74263FB}" type="datetime'''D''e''s''''''embolso''s'' RCC'' sin Ot''r''o''s'' ''''IBK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081C62F5-E26D-BD64-BE39-66C55BFA4A8D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784350" y="47736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7E01B60-C072-412F-A1E1-C8B799A5450E}" type="datetime'''''1''''''''2'',''''''''''''''''''''2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12,2</a:t>
            </a:fld>
            <a:endParaRPr lang="en-GB" sz="800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6896EE18-43DD-1BB0-FFD6-7D0076B10F34}"/>
              </a:ext>
            </a:extLst>
          </p:cNvPr>
          <p:cNvSpPr txBox="1">
            <a:spLocks/>
          </p:cNvSpPr>
          <p:nvPr>
            <p:custDataLst>
              <p:tags r:id="rId73"/>
            </p:custDataLst>
          </p:nvPr>
        </p:nvSpPr>
        <p:spPr bwMode="auto">
          <a:xfrm>
            <a:off x="1604963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4341247-8F63-4CDF-AF66-A2B5380DD959}" type="datetime'''De''sem''b''olsos RCC O''f''e''''''rta'' ''&gt;1''2''''''0%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85" name="Text Placeholder 2">
            <a:extLst>
              <a:ext uri="{FF2B5EF4-FFF2-40B4-BE49-F238E27FC236}">
                <a16:creationId xmlns:a16="http://schemas.microsoft.com/office/drawing/2014/main" id="{EDE8DB07-D5F0-93B9-6758-8C7DDE2F1A4A}"/>
              </a:ext>
            </a:extLst>
          </p:cNvPr>
          <p:cNvSpPr txBox="1">
            <a:spLocks/>
          </p:cNvSpPr>
          <p:nvPr>
            <p:custDataLst>
              <p:tags r:id="rId74"/>
            </p:custDataLst>
          </p:nvPr>
        </p:nvSpPr>
        <p:spPr bwMode="gray">
          <a:xfrm>
            <a:off x="2352675" y="549116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F0FDFC7-CF34-4D4C-B68C-1F6ED70AF880}" type="datetime'''''''''''''6'''''''''''''''',''''''''5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368E11B8-2BED-4296-92BE-F792E43D8243}" type="datetime'4''''''''''''''''''''9''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49%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89" name="Text Placeholder 2">
            <a:extLst>
              <a:ext uri="{FF2B5EF4-FFF2-40B4-BE49-F238E27FC236}">
                <a16:creationId xmlns:a16="http://schemas.microsoft.com/office/drawing/2014/main" id="{7A9E4F74-CA84-ABA5-4A07-1C9FDF0924D4}"/>
              </a:ext>
            </a:extLst>
          </p:cNvPr>
          <p:cNvSpPr txBox="1">
            <a:spLocks/>
          </p:cNvSpPr>
          <p:nvPr>
            <p:custDataLst>
              <p:tags r:id="rId75"/>
            </p:custDataLst>
          </p:nvPr>
        </p:nvSpPr>
        <p:spPr bwMode="gray">
          <a:xfrm>
            <a:off x="2406650" y="609758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204F834-563E-48D1-A321-724417CB6251}" type="datetime'''''''''''''''''''6,''''''''''''''''''''''''''8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en-GB" sz="800"/>
          </a:p>
        </p:txBody>
      </p:sp>
      <p:sp>
        <p:nvSpPr>
          <p:cNvPr id="179" name="Text Placeholder 2">
            <a:extLst>
              <a:ext uri="{FF2B5EF4-FFF2-40B4-BE49-F238E27FC236}">
                <a16:creationId xmlns:a16="http://schemas.microsoft.com/office/drawing/2014/main" id="{7DFB793D-768E-94A7-80D8-369B07CF8260}"/>
              </a:ext>
            </a:extLst>
          </p:cNvPr>
          <p:cNvSpPr txBox="1">
            <a:spLocks/>
          </p:cNvSpPr>
          <p:nvPr>
            <p:custDataLst>
              <p:tags r:id="rId76"/>
            </p:custDataLst>
          </p:nvPr>
        </p:nvSpPr>
        <p:spPr bwMode="auto">
          <a:xfrm>
            <a:off x="2244725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5366BF3-D86C-429A-ABFA-C4AF1CD4A6F8}" type="datetime'Share Ajusta''d''o por ''Ticke''''t y'''''' P''ro''d''''ucto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43145A6E-7CC3-EBD7-D460-4150B1313B5F}"/>
              </a:ext>
            </a:extLst>
          </p:cNvPr>
          <p:cNvSpPr txBox="1">
            <a:spLocks/>
          </p:cNvSpPr>
          <p:nvPr>
            <p:custDataLst>
              <p:tags r:id="rId77"/>
            </p:custDataLst>
          </p:nvPr>
        </p:nvSpPr>
        <p:spPr bwMode="gray">
          <a:xfrm>
            <a:off x="3001963" y="5375275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A3E17E9-7B20-46F8-97B8-D3ABF50B6775}" type="datetime'''''''''''''''''''''''''''''''''2'''''''''''''',''''''4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2,4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8C3CD920-7763-2967-2ADF-A0B59E009604}"/>
              </a:ext>
            </a:extLst>
          </p:cNvPr>
          <p:cNvSpPr txBox="1">
            <a:spLocks/>
          </p:cNvSpPr>
          <p:nvPr>
            <p:custDataLst>
              <p:tags r:id="rId78"/>
            </p:custDataLst>
          </p:nvPr>
        </p:nvSpPr>
        <p:spPr bwMode="auto">
          <a:xfrm>
            <a:off x="2797175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08701B1-1DC1-4056-AAA5-1BAB041215AC}" type="datetime'Des''em''''''''''''bol''sos'' RCC No'''' Gestiona''dos''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5DA8E3E-A6DF-C7AF-FD09-7DEF980375B1}"/>
              </a:ext>
            </a:extLst>
          </p:cNvPr>
          <p:cNvSpPr txBox="1">
            <a:spLocks/>
          </p:cNvSpPr>
          <p:nvPr>
            <p:custDataLst>
              <p:tags r:id="rId79"/>
            </p:custDataLst>
          </p:nvPr>
        </p:nvSpPr>
        <p:spPr bwMode="gray">
          <a:xfrm>
            <a:off x="3544888" y="5689600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460847D-03CD-4046-ACE1-4779347DA212}" type="datetime'''''''''6'',''''''''''''''''''''5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072356B5-6A77-46E6-8158-2B77BBF9D6FF}" type="datetime'''''''''''''''''''''''6''0''''%''''''''''''''''''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60%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30AB1A75-C17E-6843-4CB2-35FEF7FAF611}"/>
              </a:ext>
            </a:extLst>
          </p:cNvPr>
          <p:cNvSpPr txBox="1">
            <a:spLocks/>
          </p:cNvSpPr>
          <p:nvPr>
            <p:custDataLst>
              <p:tags r:id="rId80"/>
            </p:custDataLst>
          </p:nvPr>
        </p:nvSpPr>
        <p:spPr bwMode="gray">
          <a:xfrm>
            <a:off x="3598863" y="6197600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B7BCC19-43BA-4EED-B21C-62C94CE8D7F3}" type="datetime'4'''''''''''''''''''''''''''''''',''''''''''''4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4,4</a:t>
            </a:fld>
            <a:endParaRPr lang="en-GB" sz="800"/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A709AFCC-3A34-41D4-D62A-0BF8A68AD840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auto">
          <a:xfrm>
            <a:off x="3419475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25A7AD8-7381-4115-8C2D-FBA741812B09}" type="datetime'Sha''''r''''''''e'''' R''''''e''''''''le''''''''''v''a''''nte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3EF5D099-EFCC-7871-62E6-2B3C4C26D606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592138" y="40433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4EEEF81-028A-4479-A437-9540E46D45D3}" type="datetime'''''''''''''''''''27'''''''''''''''''',''''3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27,3</a:t>
            </a:fld>
            <a:endParaRPr lang="en-US" sz="800"/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D52CE7B6-BD9D-E67E-39B3-FD8FAD80274A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1187450" y="419100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B9753BA-65EA-4DC8-BD8F-DE2BDD3F1EED}" type="datetime'''''''''''''''''''''''''''2''''''''''''5'',''5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25,5</a:t>
            </a:fld>
            <a:endParaRPr lang="en-GB" sz="800"/>
          </a:p>
        </p:txBody>
      </p:sp>
      <p:sp>
        <p:nvSpPr>
          <p:cNvPr id="188" name="Text Placeholder 2">
            <a:extLst>
              <a:ext uri="{FF2B5EF4-FFF2-40B4-BE49-F238E27FC236}">
                <a16:creationId xmlns:a16="http://schemas.microsoft.com/office/drawing/2014/main" id="{A1641396-775E-3402-D27E-CEC2EE1FDFBD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2381250" y="519588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ED9B2EB-29E8-43F8-9C12-C9B09D449A05}" type="datetime'''13'''''''''''''''''''''''''',''''''''''''''3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13,3</a:t>
            </a:fld>
            <a:endParaRPr lang="en-GB" sz="800"/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73D04953-6758-756D-BCDC-4932F7934374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3573463" y="53943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4D45196-4DCC-4023-B6C2-D3222E787FCF}" type="datetime'''1''''''''''''0'''''''''''''''''''''''''''''''''''''''',9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10,9</a:t>
            </a:fld>
            <a:endParaRPr lang="en-GB" sz="80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675AB06-D215-F8E1-BFCC-B687C6F11AAF}"/>
              </a:ext>
            </a:extLst>
          </p:cNvPr>
          <p:cNvCxnSpPr/>
          <p:nvPr>
            <p:custDataLst>
              <p:tags r:id="rId86"/>
            </p:custDataLst>
          </p:nvPr>
        </p:nvCxnSpPr>
        <p:spPr bwMode="auto">
          <a:xfrm>
            <a:off x="5318125" y="4222750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CA6E1F3A-4B4A-A572-859C-08DEC7CD840E}"/>
              </a:ext>
            </a:extLst>
          </p:cNvPr>
          <p:cNvCxnSpPr/>
          <p:nvPr>
            <p:custDataLst>
              <p:tags r:id="rId87"/>
            </p:custDataLst>
          </p:nvPr>
        </p:nvCxnSpPr>
        <p:spPr bwMode="auto">
          <a:xfrm>
            <a:off x="5915025" y="5070475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C1BB25EB-6878-24BA-4425-786D765871A4}"/>
              </a:ext>
            </a:extLst>
          </p:cNvPr>
          <p:cNvCxnSpPr/>
          <p:nvPr>
            <p:custDataLst>
              <p:tags r:id="rId88"/>
            </p:custDataLst>
          </p:nvPr>
        </p:nvCxnSpPr>
        <p:spPr bwMode="auto">
          <a:xfrm>
            <a:off x="6510338" y="5070475"/>
            <a:ext cx="298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Conector recto 163">
            <a:extLst>
              <a:ext uri="{FF2B5EF4-FFF2-40B4-BE49-F238E27FC236}">
                <a16:creationId xmlns:a16="http://schemas.microsoft.com/office/drawing/2014/main" id="{236CE518-F81D-D15F-6C91-1A4B9C8087BD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>
            <a:off x="7107238" y="5187950"/>
            <a:ext cx="2968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9" name="Chart 3">
            <a:extLst>
              <a:ext uri="{FF2B5EF4-FFF2-40B4-BE49-F238E27FC236}">
                <a16:creationId xmlns:a16="http://schemas.microsoft.com/office/drawing/2014/main" id="{C1A15CA8-51EB-701A-D192-F9DF65055453}"/>
              </a:ext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1828240207"/>
              </p:ext>
            </p:extLst>
          </p:nvPr>
        </p:nvGraphicFramePr>
        <p:xfrm>
          <a:off x="4192588" y="4095750"/>
          <a:ext cx="3741737" cy="242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123" name="Text Placeholder 2">
            <a:extLst>
              <a:ext uri="{FF2B5EF4-FFF2-40B4-BE49-F238E27FC236}">
                <a16:creationId xmlns:a16="http://schemas.microsoft.com/office/drawing/2014/main" id="{4CBF9C3C-B650-DC37-D8AF-5E9D1D0BE709}"/>
              </a:ext>
            </a:extLst>
          </p:cNvPr>
          <p:cNvSpPr txBox="1">
            <a:spLocks/>
          </p:cNvSpPr>
          <p:nvPr>
            <p:custDataLst>
              <p:tags r:id="rId91"/>
            </p:custDataLst>
          </p:nvPr>
        </p:nvSpPr>
        <p:spPr bwMode="auto">
          <a:xfrm>
            <a:off x="4300538" y="6459538"/>
            <a:ext cx="546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1202217-D388-421B-AB8B-9D3DE53CED8A}" type="datetime'Des''emb''o''ls''''os'''' ''RCC ''con Lead'''' ''I''''B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con Lead IBK</a:t>
            </a:fld>
            <a:endParaRPr lang="en-GB" sz="600"/>
          </a:p>
        </p:txBody>
      </p:sp>
      <p:sp>
        <p:nvSpPr>
          <p:cNvPr id="124" name="Text Placeholder 2">
            <a:extLst>
              <a:ext uri="{FF2B5EF4-FFF2-40B4-BE49-F238E27FC236}">
                <a16:creationId xmlns:a16="http://schemas.microsoft.com/office/drawing/2014/main" id="{ABEEE1B5-4F5C-5207-04D2-E8CE14737B6A}"/>
              </a:ext>
            </a:extLst>
          </p:cNvPr>
          <p:cNvSpPr txBox="1">
            <a:spLocks/>
          </p:cNvSpPr>
          <p:nvPr>
            <p:custDataLst>
              <p:tags r:id="rId92"/>
            </p:custDataLst>
          </p:nvPr>
        </p:nvSpPr>
        <p:spPr bwMode="auto">
          <a:xfrm>
            <a:off x="4894263" y="6459538"/>
            <a:ext cx="549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53A213D-380F-4A41-AD5D-F16DDBC16868}" type="datetime'Dese''''mb''o''l''s''''''o''''''s RCC'' sin'' O''''tros IB''K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sin Otros IBK</a:t>
            </a:fld>
            <a:endParaRPr lang="en-GB" sz="600"/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9FA195CA-94CF-6861-2E5B-05719EF7881A}"/>
              </a:ext>
            </a:extLst>
          </p:cNvPr>
          <p:cNvSpPr txBox="1">
            <a:spLocks/>
          </p:cNvSpPr>
          <p:nvPr>
            <p:custDataLst>
              <p:tags r:id="rId93"/>
            </p:custDataLst>
          </p:nvPr>
        </p:nvSpPr>
        <p:spPr bwMode="gray">
          <a:xfrm>
            <a:off x="5662613" y="45926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1B6B87-3B10-4260-88F1-AE0C4155D36B}" type="datetime'''''''''''''1''''''4'''''',''''4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14,4</a:t>
            </a:fld>
            <a:endParaRPr lang="en-GB" sz="800"/>
          </a:p>
        </p:txBody>
      </p:sp>
      <p:sp>
        <p:nvSpPr>
          <p:cNvPr id="128" name="Text Placeholder 2">
            <a:extLst>
              <a:ext uri="{FF2B5EF4-FFF2-40B4-BE49-F238E27FC236}">
                <a16:creationId xmlns:a16="http://schemas.microsoft.com/office/drawing/2014/main" id="{F0F2D30C-D965-6A9A-26AC-DDAFF4CCD55D}"/>
              </a:ext>
            </a:extLst>
          </p:cNvPr>
          <p:cNvSpPr txBox="1">
            <a:spLocks/>
          </p:cNvSpPr>
          <p:nvPr>
            <p:custDataLst>
              <p:tags r:id="rId94"/>
            </p:custDataLst>
          </p:nvPr>
        </p:nvSpPr>
        <p:spPr bwMode="auto">
          <a:xfrm>
            <a:off x="5483225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3A67C64-CD63-4C01-B440-8A07BDB1A87B}" type="datetime'De''se''mbolso''s R''C''''C'''' Of''''e''r''''ta &gt;120%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Oferta &gt;120%</a:t>
            </a:fld>
            <a:endParaRPr lang="en-GB" sz="600"/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C71DD047-CE68-0AE7-4E93-5A7F585853BB}"/>
              </a:ext>
            </a:extLst>
          </p:cNvPr>
          <p:cNvSpPr txBox="1">
            <a:spLocks/>
          </p:cNvSpPr>
          <p:nvPr>
            <p:custDataLst>
              <p:tags r:id="rId95"/>
            </p:custDataLst>
          </p:nvPr>
        </p:nvSpPr>
        <p:spPr bwMode="gray">
          <a:xfrm>
            <a:off x="6229350" y="5507038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1A1A1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6B1E30-D0BF-4AF4-B65F-7E5DF8FA45B8}" type="datetime'''''''''''''''''''''''''''''''1''8'''''',''''''''''''''''5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18,5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F2F21736-7761-4104-9F25-C752A5F309D6}" type="datetime'''''''''''''''''''''''''''''''8''''''''''''0''''%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80%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52" name="Text Placeholder 2">
            <a:extLst>
              <a:ext uri="{FF2B5EF4-FFF2-40B4-BE49-F238E27FC236}">
                <a16:creationId xmlns:a16="http://schemas.microsoft.com/office/drawing/2014/main" id="{EBD1D78B-173A-D065-984E-76A119C1F597}"/>
              </a:ext>
            </a:extLst>
          </p:cNvPr>
          <p:cNvSpPr txBox="1">
            <a:spLocks/>
          </p:cNvSpPr>
          <p:nvPr>
            <p:custDataLst>
              <p:tags r:id="rId96"/>
            </p:custDataLst>
          </p:nvPr>
        </p:nvSpPr>
        <p:spPr bwMode="gray">
          <a:xfrm>
            <a:off x="6283325" y="6243638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F94CC26-2DE0-4776-8C96-730A930B90B0}" type="datetime'''''''''''''''''''''4'''''''',''''''''''''''''''''''6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4,6</a:t>
            </a:fld>
            <a:endParaRPr lang="en-GB" sz="80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1CCE1EC7-BF5D-B922-5F5D-2794C5CB282D}"/>
              </a:ext>
            </a:extLst>
          </p:cNvPr>
          <p:cNvSpPr txBox="1">
            <a:spLocks/>
          </p:cNvSpPr>
          <p:nvPr>
            <p:custDataLst>
              <p:tags r:id="rId97"/>
            </p:custDataLst>
          </p:nvPr>
        </p:nvSpPr>
        <p:spPr bwMode="auto">
          <a:xfrm>
            <a:off x="6121400" y="6459538"/>
            <a:ext cx="4794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C3A4E25-719D-4138-A2FB-D18C4C1A2BAA}" type="datetime'S''ha''re ''Aj''''u''stado por Ticket'''' y Pr''odu''cto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Ajustado por Ticket y Producto</a:t>
            </a:fld>
            <a:endParaRPr lang="en-GB" sz="600"/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EEC3DE9-664A-2BBD-4C27-EE7EE04A41F6}"/>
              </a:ext>
            </a:extLst>
          </p:cNvPr>
          <p:cNvSpPr txBox="1">
            <a:spLocks/>
          </p:cNvSpPr>
          <p:nvPr>
            <p:custDataLst>
              <p:tags r:id="rId98"/>
            </p:custDataLst>
          </p:nvPr>
        </p:nvSpPr>
        <p:spPr bwMode="gray">
          <a:xfrm>
            <a:off x="6880225" y="5075238"/>
            <a:ext cx="1555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163C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E18426A-3C56-4CDB-8E1E-5A4E2D4EBB25}" type="datetime'''''''''2,''0'''''''''">
              <a:rPr lang="en-GB" altLang="en-US" sz="800" smtClean="0">
                <a:solidFill>
                  <a:schemeClr val="bg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2,0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F0B2970E-219E-1540-57BB-D88530252B6A}"/>
              </a:ext>
            </a:extLst>
          </p:cNvPr>
          <p:cNvSpPr txBox="1">
            <a:spLocks/>
          </p:cNvSpPr>
          <p:nvPr>
            <p:custDataLst>
              <p:tags r:id="rId99"/>
            </p:custDataLst>
          </p:nvPr>
        </p:nvSpPr>
        <p:spPr bwMode="auto">
          <a:xfrm>
            <a:off x="6675438" y="6459538"/>
            <a:ext cx="5651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1A57CCB-3FB7-4979-A305-3F2AC2E79B71}" type="datetime'D''''esem''''''bolsos ''RCC ''No'' ''G''''es''''tio''nado''s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Desembolsos RCC No Gestionados</a:t>
            </a:fld>
            <a:endParaRPr lang="en-GB" sz="600"/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95C40263-AA70-480C-821F-70EA1402E835}"/>
              </a:ext>
            </a:extLst>
          </p:cNvPr>
          <p:cNvSpPr txBox="1">
            <a:spLocks/>
          </p:cNvSpPr>
          <p:nvPr>
            <p:custDataLst>
              <p:tags r:id="rId100"/>
            </p:custDataLst>
          </p:nvPr>
        </p:nvSpPr>
        <p:spPr bwMode="gray">
          <a:xfrm>
            <a:off x="7421563" y="5624513"/>
            <a:ext cx="2635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45C8978-4AFA-4643-97CE-5C50CB9CA0E3}" type="datetime'''''''''''''''''''''''''1''8'''''''''''',''''''5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18,5</a:t>
            </a:fld>
            <a:br>
              <a:rPr lang="en-GB" altLang="en-US" sz="800">
                <a:solidFill>
                  <a:schemeClr val="bg1"/>
                </a:solidFill>
              </a:rPr>
            </a:br>
            <a:r>
              <a:rPr lang="en-GB" altLang="en-US" sz="800">
                <a:solidFill>
                  <a:schemeClr val="bg1"/>
                </a:solidFill>
              </a:rPr>
              <a:t>(</a:t>
            </a:r>
            <a:fld id="{0FC0E63B-093A-48A2-AF5D-85E87B768A86}" type="datetime'''''''''8''''''''''''''''''''8%'''''''''">
              <a:rPr lang="en-GB" altLang="en-US" sz="800" smtClean="0">
                <a:solidFill>
                  <a:schemeClr val="bg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88%</a:t>
            </a:fld>
            <a:r>
              <a:rPr lang="en-GB" altLang="en-US" sz="800">
                <a:solidFill>
                  <a:schemeClr val="bg1"/>
                </a:solidFill>
              </a:rPr>
              <a:t>)</a:t>
            </a:r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3E5B754D-5E46-9CA5-70E8-028910070CB4}"/>
              </a:ext>
            </a:extLst>
          </p:cNvPr>
          <p:cNvSpPr txBox="1">
            <a:spLocks/>
          </p:cNvSpPr>
          <p:nvPr>
            <p:custDataLst>
              <p:tags r:id="rId101"/>
            </p:custDataLst>
          </p:nvPr>
        </p:nvSpPr>
        <p:spPr bwMode="gray">
          <a:xfrm>
            <a:off x="7475538" y="6302375"/>
            <a:ext cx="155575" cy="109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6516D5F-1C99-40B3-A9DE-AADA846DE3DF}" type="datetime'''''''''''''''''''''''2'''''''''''',''''''''6'''''''''''''''''">
              <a:rPr lang="en-GB" altLang="en-US" sz="8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2,6</a:t>
            </a:fld>
            <a:endParaRPr lang="en-GB" sz="800"/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3F0D34B6-5EF3-3C0E-4A4A-D027DC4E34A9}"/>
              </a:ext>
            </a:extLst>
          </p:cNvPr>
          <p:cNvSpPr txBox="1">
            <a:spLocks/>
          </p:cNvSpPr>
          <p:nvPr>
            <p:custDataLst>
              <p:tags r:id="rId102"/>
            </p:custDataLst>
          </p:nvPr>
        </p:nvSpPr>
        <p:spPr bwMode="auto">
          <a:xfrm>
            <a:off x="7296150" y="6459538"/>
            <a:ext cx="5159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ED8BF3B-C07D-4532-8599-F074E7E6BDBD}" type="datetime'''''S''''h''a''''''re'''''''' R''e''le''''v''an''t''e'''">
              <a:rPr lang="en-GB" altLang="en-US" sz="600" smtClean="0"/>
              <a:pPr>
                <a:spcBef>
                  <a:spcPct val="0"/>
                </a:spcBef>
                <a:spcAft>
                  <a:spcPct val="0"/>
                </a:spcAft>
              </a:pPr>
              <a:t>Share Relevante</a:t>
            </a:fld>
            <a:endParaRPr lang="en-GB" sz="600"/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45202C0-98DE-DFF5-FE6D-432E4FCC90F4}"/>
              </a:ext>
            </a:extLst>
          </p:cNvPr>
          <p:cNvSpPr txBox="1">
            <a:spLocks/>
          </p:cNvSpPr>
          <p:nvPr>
            <p:custDataLst>
              <p:tags r:id="rId103"/>
            </p:custDataLst>
          </p:nvPr>
        </p:nvSpPr>
        <p:spPr bwMode="gray">
          <a:xfrm>
            <a:off x="4470400" y="404336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6675AA-B1AF-452C-91F8-ADA3FB23F68E}" type="datetime'''''''''''''''''''''''''''''''''''''3''8,''2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38,2</a:t>
            </a:fld>
            <a:endParaRPr lang="en-US" sz="800"/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B6D803D7-09CD-0C65-FC0D-7D6D45BCB497}"/>
              </a:ext>
            </a:extLst>
          </p:cNvPr>
          <p:cNvSpPr txBox="1">
            <a:spLocks/>
          </p:cNvSpPr>
          <p:nvPr>
            <p:custDataLst>
              <p:tags r:id="rId104"/>
            </p:custDataLst>
          </p:nvPr>
        </p:nvSpPr>
        <p:spPr bwMode="gray">
          <a:xfrm>
            <a:off x="5065713" y="40878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9D092BA-6647-4971-BDA1-641EE0F9100B}" type="datetime'''''''''37,''''''''''''''''''''''''''''5''''''''''''''''''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37,5</a:t>
            </a:fld>
            <a:endParaRPr lang="en-GB" sz="800"/>
          </a:p>
        </p:txBody>
      </p:sp>
      <p:sp>
        <p:nvSpPr>
          <p:cNvPr id="151" name="Text Placeholder 2">
            <a:extLst>
              <a:ext uri="{FF2B5EF4-FFF2-40B4-BE49-F238E27FC236}">
                <a16:creationId xmlns:a16="http://schemas.microsoft.com/office/drawing/2014/main" id="{DB2224D8-4253-4AF9-A388-76511C035965}"/>
              </a:ext>
            </a:extLst>
          </p:cNvPr>
          <p:cNvSpPr txBox="1">
            <a:spLocks/>
          </p:cNvSpPr>
          <p:nvPr>
            <p:custDataLst>
              <p:tags r:id="rId105"/>
            </p:custDataLst>
          </p:nvPr>
        </p:nvSpPr>
        <p:spPr bwMode="gray">
          <a:xfrm>
            <a:off x="6257925" y="4935538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7AEF69B-3546-4EA9-83CB-D008FC156FE9}" type="datetime'2''''''''''''''''''''''''''''''''3'''''''''',1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23,1</a:t>
            </a:fld>
            <a:endParaRPr lang="en-GB" sz="800"/>
          </a:p>
        </p:txBody>
      </p:sp>
      <p:sp>
        <p:nvSpPr>
          <p:cNvPr id="138" name="Text Placeholder 2">
            <a:extLst>
              <a:ext uri="{FF2B5EF4-FFF2-40B4-BE49-F238E27FC236}">
                <a16:creationId xmlns:a16="http://schemas.microsoft.com/office/drawing/2014/main" id="{68C08044-C21B-5D4A-8D77-4CEFD4DFDED4}"/>
              </a:ext>
            </a:extLst>
          </p:cNvPr>
          <p:cNvSpPr txBox="1">
            <a:spLocks/>
          </p:cNvSpPr>
          <p:nvPr>
            <p:custDataLst>
              <p:tags r:id="rId106"/>
            </p:custDataLst>
          </p:nvPr>
        </p:nvSpPr>
        <p:spPr bwMode="gray">
          <a:xfrm>
            <a:off x="7450138" y="50530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3434193-A657-4482-8244-A0B29B69E73B}" type="datetime'''''2''''''1'',''''''''''''''''''''''''''''''''''''''1'''">
              <a:rPr lang="en-GB" altLang="en-US" sz="800" smtClean="0"/>
              <a:pPr>
                <a:spcBef>
                  <a:spcPct val="0"/>
                </a:spcBef>
                <a:spcAft>
                  <a:spcPct val="0"/>
                </a:spcAft>
              </a:pPr>
              <a:t>21,1</a:t>
            </a:fld>
            <a:endParaRPr lang="en-GB" sz="80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74C4AE9-78DF-118D-3989-C5B5986576A8}"/>
              </a:ext>
            </a:extLst>
          </p:cNvPr>
          <p:cNvGraphicFramePr/>
          <p:nvPr>
            <p:custDataLst>
              <p:tags r:id="rId107"/>
            </p:custDataLst>
            <p:extLst>
              <p:ext uri="{D42A27DB-BD31-4B8C-83A1-F6EECF244321}">
                <p14:modId xmlns:p14="http://schemas.microsoft.com/office/powerpoint/2010/main" val="3565910965"/>
              </p:ext>
            </p:extLst>
          </p:nvPr>
        </p:nvGraphicFramePr>
        <p:xfrm>
          <a:off x="8320088" y="4568825"/>
          <a:ext cx="3402012" cy="1398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7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B7EBE7-737E-F1DA-6012-B82F3B9066CD}"/>
              </a:ext>
            </a:extLst>
          </p:cNvPr>
          <p:cNvCxnSpPr>
            <a:cxnSpLocks/>
          </p:cNvCxnSpPr>
          <p:nvPr>
            <p:custDataLst>
              <p:tags r:id="rId108"/>
            </p:custDataLst>
          </p:nvPr>
        </p:nvCxnSpPr>
        <p:spPr bwMode="auto">
          <a:xfrm flipV="1">
            <a:off x="8921750" y="3976688"/>
            <a:ext cx="1619250" cy="3873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DF9D06-5553-0440-011E-7D2BFCDDAC00}"/>
              </a:ext>
            </a:extLst>
          </p:cNvPr>
          <p:cNvCxnSpPr>
            <a:cxnSpLocks/>
          </p:cNvCxnSpPr>
          <p:nvPr>
            <p:custDataLst>
              <p:tags r:id="rId109"/>
            </p:custDataLst>
          </p:nvPr>
        </p:nvCxnSpPr>
        <p:spPr bwMode="auto">
          <a:xfrm flipV="1">
            <a:off x="9501188" y="4421188"/>
            <a:ext cx="1617663" cy="2476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5511E93-B427-97A6-6BBD-4B53431B036C}"/>
              </a:ext>
            </a:extLst>
          </p:cNvPr>
          <p:cNvSpPr txBox="1">
            <a:spLocks/>
          </p:cNvSpPr>
          <p:nvPr>
            <p:custDataLst>
              <p:tags r:id="rId110"/>
            </p:custDataLst>
          </p:nvPr>
        </p:nvSpPr>
        <p:spPr bwMode="auto">
          <a:xfrm>
            <a:off x="9043988" y="5815013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8A3C382-4635-4EB7-9DD2-61B3DF28CF20}" type="datetime'''2''''0''''2''''5''Q''''''''2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2025Q2</a:t>
            </a:fld>
            <a:endParaRPr lang="en-GB" sz="80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1D3C93-38D5-1585-70FD-E38186BD98CA}"/>
              </a:ext>
            </a:extLst>
          </p:cNvPr>
          <p:cNvSpPr txBox="1">
            <a:spLocks/>
          </p:cNvSpPr>
          <p:nvPr>
            <p:custDataLst>
              <p:tags r:id="rId111"/>
            </p:custDataLst>
          </p:nvPr>
        </p:nvSpPr>
        <p:spPr bwMode="auto">
          <a:xfrm>
            <a:off x="10663238" y="5815013"/>
            <a:ext cx="334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9D6EC71-FA3F-450D-9F5A-B49D8A297C5D}" type="datetime'2''0''''2''''''''''''6''''''''''''''''''''''''''Q''''''2'">
              <a:rPr lang="en-GB" altLang="en-US" sz="800" smtClean="0"/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2026Q2</a:t>
            </a:fld>
            <a:endParaRPr lang="en-GB" sz="80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A7B5679-CA40-B1F3-A062-0528F7A04DF3}"/>
              </a:ext>
            </a:extLst>
          </p:cNvPr>
          <p:cNvSpPr txBox="1">
            <a:spLocks/>
          </p:cNvSpPr>
          <p:nvPr>
            <p:custDataLst>
              <p:tags r:id="rId112"/>
            </p:custDataLst>
          </p:nvPr>
        </p:nvSpPr>
        <p:spPr bwMode="auto">
          <a:xfrm>
            <a:off x="9377363" y="4033838"/>
            <a:ext cx="708025" cy="273050"/>
          </a:xfrm>
          <a:prstGeom prst="ellipse">
            <a:avLst/>
          </a:prstGeom>
          <a:solidFill>
            <a:srgbClr val="2F9E98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711579A-E078-439A-B004-45A78C3A8357}" type="datetime'+''''''''''''''''''3''''''''''''''6'''' ''''p''''''p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+36 pp</a:t>
            </a:fld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9D04F1E-A47F-26F6-92A1-D0C88722168B}"/>
              </a:ext>
            </a:extLst>
          </p:cNvPr>
          <p:cNvSpPr txBox="1">
            <a:spLocks/>
          </p:cNvSpPr>
          <p:nvPr>
            <p:custDataLst>
              <p:tags r:id="rId113"/>
            </p:custDataLst>
          </p:nvPr>
        </p:nvSpPr>
        <p:spPr bwMode="auto">
          <a:xfrm>
            <a:off x="9955213" y="4408488"/>
            <a:ext cx="708025" cy="273050"/>
          </a:xfrm>
          <a:prstGeom prst="ellipse">
            <a:avLst/>
          </a:prstGeom>
          <a:solidFill>
            <a:srgbClr val="13807B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92D22F2-CF9B-41F0-AB44-E53F30A14105}" type="datetime'''''+''''''''''''''''''''''''2''''3'''' ''pp'''''''''''''''''">
              <a:rPr lang="en-GB" altLang="en-US" sz="1400" b="1" smtClean="0">
                <a:solidFill>
                  <a:schemeClr val="bg1"/>
                </a:solidFill>
                <a:effectLst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+23 pp</a:t>
            </a:fld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31446A-6389-739F-41F7-6D599E3A47FF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8740775" y="5965825"/>
            <a:ext cx="142875" cy="106363"/>
          </a:xfrm>
          <a:prstGeom prst="rect">
            <a:avLst/>
          </a:prstGeom>
          <a:solidFill>
            <a:srgbClr val="10B4A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9E902B9-9CAD-74AF-7EC4-B0055EAB1DAC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329863" y="5965825"/>
            <a:ext cx="142875" cy="106363"/>
          </a:xfrm>
          <a:prstGeom prst="rect">
            <a:avLst/>
          </a:prstGeom>
          <a:solidFill>
            <a:srgbClr val="13807B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7E1CD809-F416-E882-00AD-BE6F35E4F003}"/>
              </a:ext>
            </a:extLst>
          </p:cNvPr>
          <p:cNvSpPr txBox="1">
            <a:spLocks/>
          </p:cNvSpPr>
          <p:nvPr>
            <p:custDataLst>
              <p:tags r:id="rId116"/>
            </p:custDataLst>
          </p:nvPr>
        </p:nvSpPr>
        <p:spPr bwMode="auto">
          <a:xfrm>
            <a:off x="8934450" y="5970588"/>
            <a:ext cx="1293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CBF1CE99-AB89-47E3-9561-D0B92DB79D47}" type="datetime'Sh''''a''r''e Ajust''ado Tick''''et ''''P''r''''od''uct''o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Ajustado Ticket Producto</a:t>
            </a:fld>
            <a:endParaRPr lang="en-GB" sz="80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6E161015-3B92-D2CE-7B48-C01052685A94}"/>
              </a:ext>
            </a:extLst>
          </p:cNvPr>
          <p:cNvSpPr txBox="1">
            <a:spLocks/>
          </p:cNvSpPr>
          <p:nvPr>
            <p:custDataLst>
              <p:tags r:id="rId117"/>
            </p:custDataLst>
          </p:nvPr>
        </p:nvSpPr>
        <p:spPr bwMode="auto">
          <a:xfrm>
            <a:off x="10523538" y="5970588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A9339249-BB88-4E3C-9BAA-6AC8E2A70C54}" type="datetime'''''''S''''hare'''''''''' ''''''''R''''''elev''a''''nt''e'''">
              <a:rPr lang="en-GB" altLang="en-US" sz="8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Share Relevante</a:t>
            </a:fld>
            <a:endParaRPr lang="en-GB" sz="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E0F2F1-48BE-A743-16E4-38DD1548A127}"/>
              </a:ext>
            </a:extLst>
          </p:cNvPr>
          <p:cNvSpPr txBox="1"/>
          <p:nvPr/>
        </p:nvSpPr>
        <p:spPr>
          <a:xfrm>
            <a:off x="8858992" y="63057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9D2856-234B-9C9E-0004-2BCDA5728569}"/>
              </a:ext>
            </a:extLst>
          </p:cNvPr>
          <p:cNvSpPr txBox="1"/>
          <p:nvPr/>
        </p:nvSpPr>
        <p:spPr>
          <a:xfrm>
            <a:off x="8451850" y="6394219"/>
            <a:ext cx="3346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s-ES" sz="800"/>
              <a:t>Mejora en los dos frentes: más competitivo en precio y con mejor gestión.</a:t>
            </a:r>
            <a:endParaRPr lang="en-GB" sz="800" dirty="0"/>
          </a:p>
        </p:txBody>
      </p:sp>
      <p:pic>
        <p:nvPicPr>
          <p:cNvPr id="7" name="Picture 86">
            <a:extLst>
              <a:ext uri="{FF2B5EF4-FFF2-40B4-BE49-F238E27FC236}">
                <a16:creationId xmlns:a16="http://schemas.microsoft.com/office/drawing/2014/main" id="{2C35B3D8-482A-F88C-D8E0-71E308084634}"/>
              </a:ext>
            </a:extLst>
      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pic>
        <p:nvPicPr>
          <p:cNvPr id="28" name="Picture 515">
            <a:extLst>
              <a:ext uri="{FF2B5EF4-FFF2-40B4-BE49-F238E27FC236}">
                <a16:creationId xmlns:a16="http://schemas.microsoft.com/office/drawing/2014/main" id="{EE8DBD62-D631-04B6-5233-07E72156943B}"/>
              </a:ext>
            </a:extLst>
          </p:cNvPr>
          <p:cNvPicPr>
            <a:picLocks noChangeAspect="1"/>
          </p:cNvPicPr>
          <p:nvPr/>
        </p:nvPicPr>
        <p:blipFill>
          <a:blip r:embed="rId129"/>
          <a:srcRect t="1" r="9121" b="14302"/>
          <a:stretch>
            <a:fillRect/>
          </a:stretch>
        </p:blipFill>
        <p:spPr>
          <a:xfrm>
            <a:off x="8747496" y="6194371"/>
            <a:ext cx="144000" cy="121497"/>
          </a:xfrm>
          <a:prstGeom prst="rect">
            <a:avLst/>
          </a:prstGeom>
        </p:spPr>
      </p:pic>
      <p:sp>
        <p:nvSpPr>
          <p:cNvPr id="49" name="TextBox 516">
            <a:extLst>
              <a:ext uri="{FF2B5EF4-FFF2-40B4-BE49-F238E27FC236}">
                <a16:creationId xmlns:a16="http://schemas.microsoft.com/office/drawing/2014/main" id="{F5D9D438-B713-5363-00E0-1FE59EF98834}"/>
              </a:ext>
            </a:extLst>
          </p:cNvPr>
          <p:cNvSpPr txBox="1"/>
          <p:nvPr/>
        </p:nvSpPr>
        <p:spPr>
          <a:xfrm>
            <a:off x="8871971" y="6142718"/>
            <a:ext cx="1423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err="1"/>
              <a:t>Desembolsos</a:t>
            </a:r>
            <a:r>
              <a:rPr lang="en-GB" sz="800"/>
              <a:t> </a:t>
            </a:r>
            <a:r>
              <a:rPr lang="en-GB" sz="800" err="1"/>
              <a:t>Competencia</a:t>
            </a:r>
            <a:endParaRPr lang="en-GB" sz="800"/>
          </a:p>
        </p:txBody>
      </p:sp>
      <p:pic>
        <p:nvPicPr>
          <p:cNvPr id="76" name="Icono Próximo Recurrente">
            <a:hlinkClick r:id="rId130" action="ppaction://hlinksldjump"/>
            <a:extLst>
              <a:ext uri="{FF2B5EF4-FFF2-40B4-BE49-F238E27FC236}">
                <a16:creationId xmlns:a16="http://schemas.microsoft.com/office/drawing/2014/main" id="{15C9C492-7558-BEE2-B538-66C83E24A8C6}"/>
              </a:ext>
            </a:extLst>
      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0670814" y="268415"/>
            <a:ext cx="38404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1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F904F2-91D0-725F-5D1C-1C78367E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FACAF64-56FB-3753-6EA9-DF037A480432}"/>
              </a:ext>
            </a:extLst>
          </p:cNvPr>
          <p:cNvCxnSpPr/>
          <p:nvPr/>
        </p:nvCxnSpPr>
        <p:spPr>
          <a:xfrm>
            <a:off x="493776" y="802386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2" name="Grupo 721">
            <a:extLst>
              <a:ext uri="{FF2B5EF4-FFF2-40B4-BE49-F238E27FC236}">
                <a16:creationId xmlns:a16="http://schemas.microsoft.com/office/drawing/2014/main" id="{735995D4-A500-2C68-6FFA-77E1EB0B88B8}"/>
              </a:ext>
            </a:extLst>
          </p:cNvPr>
          <p:cNvGrpSpPr/>
          <p:nvPr/>
        </p:nvGrpSpPr>
        <p:grpSpPr>
          <a:xfrm>
            <a:off x="240030" y="897442"/>
            <a:ext cx="11758118" cy="5427298"/>
            <a:chOff x="320040" y="1078992"/>
            <a:chExt cx="11219688" cy="5559552"/>
          </a:xfrm>
        </p:grpSpPr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3B385461-7F7A-D32B-D99B-C1027F605EEA}"/>
                </a:ext>
              </a:extLst>
            </p:cNvPr>
            <p:cNvSpPr/>
            <p:nvPr/>
          </p:nvSpPr>
          <p:spPr>
            <a:xfrm>
              <a:off x="1508760" y="1078992"/>
              <a:ext cx="3264408" cy="566928"/>
            </a:xfrm>
            <a:prstGeom prst="roundRect">
              <a:avLst>
                <a:gd name="adj" fmla="val 11290"/>
              </a:avLst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89D12423-19AB-F1B5-5DAC-28A5DE09B690}"/>
                </a:ext>
              </a:extLst>
            </p:cNvPr>
            <p:cNvSpPr/>
            <p:nvPr/>
          </p:nvSpPr>
          <p:spPr>
            <a:xfrm>
              <a:off x="1627632" y="1197864"/>
              <a:ext cx="329184" cy="329184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1BD80F37-3B90-1840-DAAD-62C293D94073}"/>
                </a:ext>
              </a:extLst>
            </p:cNvPr>
            <p:cNvSpPr txBox="1"/>
            <p:nvPr/>
          </p:nvSpPr>
          <p:spPr>
            <a:xfrm>
              <a:off x="2039112" y="1152144"/>
              <a:ext cx="2624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Cliente ancla</a:t>
              </a:r>
              <a:endParaRPr lang="en-US" sz="938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EAD66A82-63B3-3E91-C3B9-0A1DAA38A411}"/>
                </a:ext>
              </a:extLst>
            </p:cNvPr>
            <p:cNvSpPr txBox="1"/>
            <p:nvPr/>
          </p:nvSpPr>
          <p:spPr>
            <a:xfrm>
              <a:off x="2039112" y="1426464"/>
              <a:ext cx="26243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75">
                  <a:solidFill>
                    <a:srgbClr val="ECF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1 · Con deuda</a:t>
              </a:r>
              <a:endParaRPr lang="en-US" sz="675"/>
            </a:p>
          </p:txBody>
        </p:sp>
        <p:sp>
          <p:nvSpPr>
            <p:cNvPr id="31" name="Shape 9">
              <a:extLst>
                <a:ext uri="{FF2B5EF4-FFF2-40B4-BE49-F238E27FC236}">
                  <a16:creationId xmlns:a16="http://schemas.microsoft.com/office/drawing/2014/main" id="{9A3CECD9-8802-9494-DACB-BF7D4FC5081C}"/>
                </a:ext>
              </a:extLst>
            </p:cNvPr>
            <p:cNvSpPr/>
            <p:nvPr/>
          </p:nvSpPr>
          <p:spPr>
            <a:xfrm>
              <a:off x="4892040" y="1078992"/>
              <a:ext cx="3264408" cy="566928"/>
            </a:xfrm>
            <a:prstGeom prst="roundRect">
              <a:avLst>
                <a:gd name="adj" fmla="val 11290"/>
              </a:avLst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C6FC6ADF-2902-3F73-AE51-924B73D0090D}"/>
                </a:ext>
              </a:extLst>
            </p:cNvPr>
            <p:cNvSpPr/>
            <p:nvPr/>
          </p:nvSpPr>
          <p:spPr>
            <a:xfrm>
              <a:off x="5010912" y="1197864"/>
              <a:ext cx="329184" cy="329184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65695390-FB25-0F43-A2A9-3762C44CF229}"/>
                </a:ext>
              </a:extLst>
            </p:cNvPr>
            <p:cNvSpPr txBox="1"/>
            <p:nvPr/>
          </p:nvSpPr>
          <p:spPr>
            <a:xfrm>
              <a:off x="5422392" y="1152144"/>
              <a:ext cx="2624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Socio en crecimiento</a:t>
              </a:r>
              <a:endParaRPr lang="en-US" sz="938"/>
            </a:p>
          </p:txBody>
        </p:sp>
        <p:sp>
          <p:nvSpPr>
            <p:cNvPr id="47" name="Text 12">
              <a:extLst>
                <a:ext uri="{FF2B5EF4-FFF2-40B4-BE49-F238E27FC236}">
                  <a16:creationId xmlns:a16="http://schemas.microsoft.com/office/drawing/2014/main" id="{EDA87B20-57AA-CF9D-8EDB-6FB1054AB807}"/>
                </a:ext>
              </a:extLst>
            </p:cNvPr>
            <p:cNvSpPr txBox="1"/>
            <p:nvPr/>
          </p:nvSpPr>
          <p:spPr>
            <a:xfrm>
              <a:off x="5422392" y="1426464"/>
              <a:ext cx="26243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75">
                  <a:solidFill>
                    <a:srgbClr val="ECF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2 · Con deuda</a:t>
              </a:r>
              <a:endParaRPr lang="en-US" sz="675"/>
            </a:p>
          </p:txBody>
        </p:sp>
        <p:sp>
          <p:nvSpPr>
            <p:cNvPr id="51" name="Shape 13">
              <a:extLst>
                <a:ext uri="{FF2B5EF4-FFF2-40B4-BE49-F238E27FC236}">
                  <a16:creationId xmlns:a16="http://schemas.microsoft.com/office/drawing/2014/main" id="{2BB60595-7B26-2A63-7C6B-CA01FDB527F9}"/>
                </a:ext>
              </a:extLst>
            </p:cNvPr>
            <p:cNvSpPr/>
            <p:nvPr/>
          </p:nvSpPr>
          <p:spPr>
            <a:xfrm>
              <a:off x="8275320" y="1078992"/>
              <a:ext cx="3264408" cy="566928"/>
            </a:xfrm>
            <a:prstGeom prst="roundRect">
              <a:avLst>
                <a:gd name="adj" fmla="val 11290"/>
              </a:avLst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55" name="Shape 14">
              <a:extLst>
                <a:ext uri="{FF2B5EF4-FFF2-40B4-BE49-F238E27FC236}">
                  <a16:creationId xmlns:a16="http://schemas.microsoft.com/office/drawing/2014/main" id="{F6EDD2CF-91BB-949B-943A-E5F003A8B42A}"/>
                </a:ext>
              </a:extLst>
            </p:cNvPr>
            <p:cNvSpPr/>
            <p:nvPr/>
          </p:nvSpPr>
          <p:spPr>
            <a:xfrm>
              <a:off x="8394192" y="1197864"/>
              <a:ext cx="329184" cy="329184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63" name="Text 15">
              <a:extLst>
                <a:ext uri="{FF2B5EF4-FFF2-40B4-BE49-F238E27FC236}">
                  <a16:creationId xmlns:a16="http://schemas.microsoft.com/office/drawing/2014/main" id="{B359A503-D9EE-AD36-B696-9C52DBFFC6BA}"/>
                </a:ext>
              </a:extLst>
            </p:cNvPr>
            <p:cNvSpPr txBox="1"/>
            <p:nvPr/>
          </p:nvSpPr>
          <p:spPr>
            <a:xfrm>
              <a:off x="8805672" y="1152144"/>
              <a:ext cx="2624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Cuenta estratégica</a:t>
              </a:r>
              <a:endParaRPr lang="en-US" sz="938"/>
            </a:p>
          </p:txBody>
        </p:sp>
        <p:sp>
          <p:nvSpPr>
            <p:cNvPr id="451" name="Text 16">
              <a:extLst>
                <a:ext uri="{FF2B5EF4-FFF2-40B4-BE49-F238E27FC236}">
                  <a16:creationId xmlns:a16="http://schemas.microsoft.com/office/drawing/2014/main" id="{7918D9AB-6182-F67B-D4C0-2F392AD41337}"/>
                </a:ext>
              </a:extLst>
            </p:cNvPr>
            <p:cNvSpPr txBox="1"/>
            <p:nvPr/>
          </p:nvSpPr>
          <p:spPr>
            <a:xfrm>
              <a:off x="8805672" y="1426464"/>
              <a:ext cx="26243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75">
                  <a:solidFill>
                    <a:srgbClr val="ECF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3 · Con deuda</a:t>
              </a:r>
              <a:endParaRPr lang="en-US" sz="675"/>
            </a:p>
          </p:txBody>
        </p:sp>
        <p:sp>
          <p:nvSpPr>
            <p:cNvPr id="455" name="Shape 17">
              <a:extLst>
                <a:ext uri="{FF2B5EF4-FFF2-40B4-BE49-F238E27FC236}">
                  <a16:creationId xmlns:a16="http://schemas.microsoft.com/office/drawing/2014/main" id="{8F7A0F36-BF07-3887-7F37-A0994531B4EB}"/>
                </a:ext>
              </a:extLst>
            </p:cNvPr>
            <p:cNvSpPr/>
            <p:nvPr/>
          </p:nvSpPr>
          <p:spPr>
            <a:xfrm>
              <a:off x="320040" y="1696212"/>
              <a:ext cx="11219688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459" name="Shape 18">
              <a:extLst>
                <a:ext uri="{FF2B5EF4-FFF2-40B4-BE49-F238E27FC236}">
                  <a16:creationId xmlns:a16="http://schemas.microsoft.com/office/drawing/2014/main" id="{EC38C6EE-281C-E963-5EF2-5A09F3387EF5}"/>
                </a:ext>
              </a:extLst>
            </p:cNvPr>
            <p:cNvSpPr/>
            <p:nvPr/>
          </p:nvSpPr>
          <p:spPr>
            <a:xfrm>
              <a:off x="374904" y="1833372"/>
              <a:ext cx="292608" cy="292608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463" name="Image 3" descr="/home/claude/voi_deck/icons/list.png">
              <a:extLst>
                <a:ext uri="{FF2B5EF4-FFF2-40B4-BE49-F238E27FC236}">
                  <a16:creationId xmlns:a16="http://schemas.microsoft.com/office/drawing/2014/main" id="{B0713224-9AE9-E1AC-D9FD-AAA9596BB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056" y="1906524"/>
              <a:ext cx="146304" cy="146304"/>
            </a:xfrm>
            <a:prstGeom prst="rect">
              <a:avLst/>
            </a:prstGeom>
          </p:spPr>
        </p:pic>
        <p:sp>
          <p:nvSpPr>
            <p:cNvPr id="467" name="Text 19">
              <a:extLst>
                <a:ext uri="{FF2B5EF4-FFF2-40B4-BE49-F238E27FC236}">
                  <a16:creationId xmlns:a16="http://schemas.microsoft.com/office/drawing/2014/main" id="{99ED7ED8-EAFD-AF04-637E-99A513BA4270}"/>
                </a:ext>
              </a:extLst>
            </p:cNvPr>
            <p:cNvSpPr txBox="1"/>
            <p:nvPr/>
          </p:nvSpPr>
          <p:spPr>
            <a:xfrm>
              <a:off x="704088" y="1696212"/>
              <a:ext cx="67665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 RESUMEN</a:t>
              </a:r>
              <a:endParaRPr lang="en-US" sz="563"/>
            </a:p>
          </p:txBody>
        </p:sp>
        <p:sp>
          <p:nvSpPr>
            <p:cNvPr id="471" name="Shape 20">
              <a:extLst>
                <a:ext uri="{FF2B5EF4-FFF2-40B4-BE49-F238E27FC236}">
                  <a16:creationId xmlns:a16="http://schemas.microsoft.com/office/drawing/2014/main" id="{D8EA047D-B07F-052A-8E8F-4F8029352667}"/>
                </a:ext>
              </a:extLst>
            </p:cNvPr>
            <p:cNvSpPr/>
            <p:nvPr/>
          </p:nvSpPr>
          <p:spPr>
            <a:xfrm>
              <a:off x="1527048" y="1741932"/>
              <a:ext cx="3172968" cy="475488"/>
            </a:xfrm>
            <a:prstGeom prst="roundRect">
              <a:avLst>
                <a:gd name="adj" fmla="val 11538"/>
              </a:avLst>
            </a:prstGeom>
            <a:solidFill>
              <a:srgbClr val="ECF6F5"/>
            </a:solidFill>
            <a:ln w="9525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475" name="Text 21">
              <a:extLst>
                <a:ext uri="{FF2B5EF4-FFF2-40B4-BE49-F238E27FC236}">
                  <a16:creationId xmlns:a16="http://schemas.microsoft.com/office/drawing/2014/main" id="{02660C58-0D29-3AC4-9477-2BD84A844418}"/>
                </a:ext>
              </a:extLst>
            </p:cNvPr>
            <p:cNvSpPr txBox="1"/>
            <p:nvPr/>
          </p:nvSpPr>
          <p:spPr>
            <a:xfrm>
              <a:off x="1636776" y="1769364"/>
              <a:ext cx="267004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863"/>
                </a:lnSpc>
              </a:pPr>
              <a:r>
                <a:rPr lang="en-US" sz="713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Clientes estables y predecibles. Alta retención y buen equilibrio entre rentabilidad y riesgo.</a:t>
              </a:r>
              <a:endParaRPr lang="en-US" sz="713"/>
            </a:p>
          </p:txBody>
        </p:sp>
        <p:sp>
          <p:nvSpPr>
            <p:cNvPr id="479" name="Shape 22">
              <a:extLst>
                <a:ext uri="{FF2B5EF4-FFF2-40B4-BE49-F238E27FC236}">
                  <a16:creationId xmlns:a16="http://schemas.microsoft.com/office/drawing/2014/main" id="{4F646116-50F7-4FA7-FE75-B24639B6DE7B}"/>
                </a:ext>
              </a:extLst>
            </p:cNvPr>
            <p:cNvSpPr/>
            <p:nvPr/>
          </p:nvSpPr>
          <p:spPr>
            <a:xfrm>
              <a:off x="4315968" y="1842516"/>
              <a:ext cx="274320" cy="2743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483" name="Image 4" descr="/home/claude/voi_deck/icons/check_teal.png">
              <a:extLst>
                <a:ext uri="{FF2B5EF4-FFF2-40B4-BE49-F238E27FC236}">
                  <a16:creationId xmlns:a16="http://schemas.microsoft.com/office/drawing/2014/main" id="{FC61330B-49CF-6051-D534-167D31082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9120" y="1915668"/>
              <a:ext cx="128016" cy="128016"/>
            </a:xfrm>
            <a:prstGeom prst="rect">
              <a:avLst/>
            </a:prstGeom>
          </p:spPr>
        </p:pic>
        <p:sp>
          <p:nvSpPr>
            <p:cNvPr id="487" name="Shape 23">
              <a:extLst>
                <a:ext uri="{FF2B5EF4-FFF2-40B4-BE49-F238E27FC236}">
                  <a16:creationId xmlns:a16="http://schemas.microsoft.com/office/drawing/2014/main" id="{91EBD4A2-84FA-4D3C-9A81-54C77BD5B5F3}"/>
                </a:ext>
              </a:extLst>
            </p:cNvPr>
            <p:cNvSpPr/>
            <p:nvPr/>
          </p:nvSpPr>
          <p:spPr>
            <a:xfrm>
              <a:off x="4910328" y="1741932"/>
              <a:ext cx="3172968" cy="475488"/>
            </a:xfrm>
            <a:prstGeom prst="roundRect">
              <a:avLst>
                <a:gd name="adj" fmla="val 11538"/>
              </a:avLst>
            </a:prstGeom>
            <a:solidFill>
              <a:srgbClr val="FCF3E3"/>
            </a:solidFill>
            <a:ln w="9525">
              <a:solidFill>
                <a:srgbClr val="F0D9A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491" name="Text 24">
              <a:extLst>
                <a:ext uri="{FF2B5EF4-FFF2-40B4-BE49-F238E27FC236}">
                  <a16:creationId xmlns:a16="http://schemas.microsoft.com/office/drawing/2014/main" id="{65FE3686-8FD4-1CC0-6061-E3BDFE9AC754}"/>
                </a:ext>
              </a:extLst>
            </p:cNvPr>
            <p:cNvSpPr txBox="1"/>
            <p:nvPr/>
          </p:nvSpPr>
          <p:spPr>
            <a:xfrm>
              <a:off x="5020056" y="1769364"/>
              <a:ext cx="267004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863"/>
                </a:lnSpc>
              </a:pPr>
              <a:r>
                <a:rPr lang="en-US" sz="713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Clientes en desarrollo. Mayor participación en campañas y rentabilidad más ajustada.</a:t>
              </a:r>
              <a:endParaRPr lang="en-US" sz="713"/>
            </a:p>
          </p:txBody>
        </p:sp>
        <p:sp>
          <p:nvSpPr>
            <p:cNvPr id="495" name="Shape 25">
              <a:extLst>
                <a:ext uri="{FF2B5EF4-FFF2-40B4-BE49-F238E27FC236}">
                  <a16:creationId xmlns:a16="http://schemas.microsoft.com/office/drawing/2014/main" id="{CCCFF161-D025-8E5F-72C3-92598E9A2919}"/>
                </a:ext>
              </a:extLst>
            </p:cNvPr>
            <p:cNvSpPr/>
            <p:nvPr/>
          </p:nvSpPr>
          <p:spPr>
            <a:xfrm>
              <a:off x="7699248" y="1842516"/>
              <a:ext cx="274320" cy="2743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499" name="Image 5" descr="/home/claude/voi_deck/icons/minus_amber.png">
              <a:extLst>
                <a:ext uri="{FF2B5EF4-FFF2-40B4-BE49-F238E27FC236}">
                  <a16:creationId xmlns:a16="http://schemas.microsoft.com/office/drawing/2014/main" id="{7D376D30-8333-2696-A030-A8EC1F42E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00" y="1915668"/>
              <a:ext cx="128016" cy="128016"/>
            </a:xfrm>
            <a:prstGeom prst="rect">
              <a:avLst/>
            </a:prstGeom>
          </p:spPr>
        </p:pic>
        <p:sp>
          <p:nvSpPr>
            <p:cNvPr id="503" name="Shape 26">
              <a:extLst>
                <a:ext uri="{FF2B5EF4-FFF2-40B4-BE49-F238E27FC236}">
                  <a16:creationId xmlns:a16="http://schemas.microsoft.com/office/drawing/2014/main" id="{DF1DEB70-C6EB-E55B-1335-411388C9092A}"/>
                </a:ext>
              </a:extLst>
            </p:cNvPr>
            <p:cNvSpPr/>
            <p:nvPr/>
          </p:nvSpPr>
          <p:spPr>
            <a:xfrm>
              <a:off x="8293608" y="1741932"/>
              <a:ext cx="3172968" cy="475488"/>
            </a:xfrm>
            <a:prstGeom prst="roundRect">
              <a:avLst>
                <a:gd name="adj" fmla="val 11538"/>
              </a:avLst>
            </a:prstGeom>
            <a:solidFill>
              <a:srgbClr val="ECF0F4"/>
            </a:solidFill>
            <a:ln w="9525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507" name="Text 27">
              <a:extLst>
                <a:ext uri="{FF2B5EF4-FFF2-40B4-BE49-F238E27FC236}">
                  <a16:creationId xmlns:a16="http://schemas.microsoft.com/office/drawing/2014/main" id="{5CF45011-A69A-150A-D378-B1678911B3CE}"/>
                </a:ext>
              </a:extLst>
            </p:cNvPr>
            <p:cNvSpPr txBox="1"/>
            <p:nvPr/>
          </p:nvSpPr>
          <p:spPr>
            <a:xfrm>
              <a:off x="8403336" y="1769364"/>
              <a:ext cx="267004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863"/>
                </a:lnSpc>
              </a:pPr>
              <a:r>
                <a:rPr lang="en-US" sz="713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Clientes de mayor valor y ticket. Más exigentes en descuento, pero con mayor contribución.</a:t>
              </a:r>
              <a:endParaRPr lang="en-US" sz="713"/>
            </a:p>
          </p:txBody>
        </p:sp>
        <p:sp>
          <p:nvSpPr>
            <p:cNvPr id="511" name="Shape 28">
              <a:extLst>
                <a:ext uri="{FF2B5EF4-FFF2-40B4-BE49-F238E27FC236}">
                  <a16:creationId xmlns:a16="http://schemas.microsoft.com/office/drawing/2014/main" id="{B72160DE-A3D2-599D-5F15-3A1FB812C7DC}"/>
                </a:ext>
              </a:extLst>
            </p:cNvPr>
            <p:cNvSpPr/>
            <p:nvPr/>
          </p:nvSpPr>
          <p:spPr>
            <a:xfrm>
              <a:off x="11082528" y="1842516"/>
              <a:ext cx="274320" cy="2743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66" name="Image 6" descr="/home/claude/voi_deck/icons/star_blue.png">
              <a:extLst>
                <a:ext uri="{FF2B5EF4-FFF2-40B4-BE49-F238E27FC236}">
                  <a16:creationId xmlns:a16="http://schemas.microsoft.com/office/drawing/2014/main" id="{0EE60E16-D3BA-977D-D257-B6334C32C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55680" y="1915668"/>
              <a:ext cx="128016" cy="128016"/>
            </a:xfrm>
            <a:prstGeom prst="rect">
              <a:avLst/>
            </a:prstGeom>
          </p:spPr>
        </p:pic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A2C2BDB5-1D31-7DA2-D7EF-016E883E849C}"/>
                </a:ext>
              </a:extLst>
            </p:cNvPr>
            <p:cNvSpPr/>
            <p:nvPr/>
          </p:nvSpPr>
          <p:spPr>
            <a:xfrm>
              <a:off x="320040" y="2313432"/>
              <a:ext cx="11219688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71" name="Shape 30">
              <a:extLst>
                <a:ext uri="{FF2B5EF4-FFF2-40B4-BE49-F238E27FC236}">
                  <a16:creationId xmlns:a16="http://schemas.microsoft.com/office/drawing/2014/main" id="{57286882-4B7F-18EB-CA1D-76F56CBF4848}"/>
                </a:ext>
              </a:extLst>
            </p:cNvPr>
            <p:cNvSpPr/>
            <p:nvPr/>
          </p:nvSpPr>
          <p:spPr>
            <a:xfrm>
              <a:off x="374904" y="2395728"/>
              <a:ext cx="292608" cy="292608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74" name="Image 7" descr="/home/claude/voi_deck/icons/dollar.png">
              <a:extLst>
                <a:ext uri="{FF2B5EF4-FFF2-40B4-BE49-F238E27FC236}">
                  <a16:creationId xmlns:a16="http://schemas.microsoft.com/office/drawing/2014/main" id="{FE29C7A3-BF42-C406-3838-140A7512C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056" y="2468880"/>
              <a:ext cx="146304" cy="146304"/>
            </a:xfrm>
            <a:prstGeom prst="rect">
              <a:avLst/>
            </a:prstGeom>
          </p:spPr>
        </p:pic>
        <p:sp>
          <p:nvSpPr>
            <p:cNvPr id="76" name="Text 31">
              <a:extLst>
                <a:ext uri="{FF2B5EF4-FFF2-40B4-BE49-F238E27FC236}">
                  <a16:creationId xmlns:a16="http://schemas.microsoft.com/office/drawing/2014/main" id="{CDCFFBCB-F97E-6563-7B86-9DA994B30B32}"/>
                </a:ext>
              </a:extLst>
            </p:cNvPr>
            <p:cNvSpPr txBox="1"/>
            <p:nvPr/>
          </p:nvSpPr>
          <p:spPr>
            <a:xfrm>
              <a:off x="704088" y="2313432"/>
              <a:ext cx="6766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RENTABILIDAD Y RELACIÓN</a:t>
              </a:r>
              <a:endParaRPr lang="en-US" sz="563"/>
            </a:p>
          </p:txBody>
        </p:sp>
        <p:sp>
          <p:nvSpPr>
            <p:cNvPr id="79" name="Text 32">
              <a:extLst>
                <a:ext uri="{FF2B5EF4-FFF2-40B4-BE49-F238E27FC236}">
                  <a16:creationId xmlns:a16="http://schemas.microsoft.com/office/drawing/2014/main" id="{AA180189-C81A-F767-26BE-350F4AF63D8B}"/>
                </a:ext>
              </a:extLst>
            </p:cNvPr>
            <p:cNvSpPr txBox="1"/>
            <p:nvPr/>
          </p:nvSpPr>
          <p:spPr>
            <a:xfrm>
              <a:off x="1563624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prom.</a:t>
              </a:r>
              <a:endParaRPr lang="en-US" sz="563"/>
            </a:p>
          </p:txBody>
        </p:sp>
        <p:sp>
          <p:nvSpPr>
            <p:cNvPr id="82" name="Text 33">
              <a:extLst>
                <a:ext uri="{FF2B5EF4-FFF2-40B4-BE49-F238E27FC236}">
                  <a16:creationId xmlns:a16="http://schemas.microsoft.com/office/drawing/2014/main" id="{9ADA783D-5DCA-4E89-54BC-CBB21F47E79B}"/>
                </a:ext>
              </a:extLst>
            </p:cNvPr>
            <p:cNvSpPr txBox="1"/>
            <p:nvPr/>
          </p:nvSpPr>
          <p:spPr>
            <a:xfrm>
              <a:off x="1563624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17.7%</a:t>
              </a:r>
              <a:endParaRPr lang="en-US" sz="863"/>
            </a:p>
          </p:txBody>
        </p:sp>
        <p:sp>
          <p:nvSpPr>
            <p:cNvPr id="84" name="Text 34">
              <a:extLst>
                <a:ext uri="{FF2B5EF4-FFF2-40B4-BE49-F238E27FC236}">
                  <a16:creationId xmlns:a16="http://schemas.microsoft.com/office/drawing/2014/main" id="{950923E9-1F63-F0E9-389E-741692DF465B}"/>
                </a:ext>
              </a:extLst>
            </p:cNvPr>
            <p:cNvSpPr txBox="1"/>
            <p:nvPr/>
          </p:nvSpPr>
          <p:spPr>
            <a:xfrm>
              <a:off x="2606040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oferta</a:t>
              </a:r>
              <a:endParaRPr lang="en-US" sz="563"/>
            </a:p>
          </p:txBody>
        </p:sp>
        <p:sp>
          <p:nvSpPr>
            <p:cNvPr id="87" name="Text 35">
              <a:extLst>
                <a:ext uri="{FF2B5EF4-FFF2-40B4-BE49-F238E27FC236}">
                  <a16:creationId xmlns:a16="http://schemas.microsoft.com/office/drawing/2014/main" id="{6B3354B6-DF36-8C14-855E-600FC5065FC8}"/>
                </a:ext>
              </a:extLst>
            </p:cNvPr>
            <p:cNvSpPr txBox="1"/>
            <p:nvPr/>
          </p:nvSpPr>
          <p:spPr>
            <a:xfrm>
              <a:off x="2606040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20.0%</a:t>
              </a:r>
              <a:endParaRPr lang="en-US" sz="863"/>
            </a:p>
          </p:txBody>
        </p:sp>
        <p:sp>
          <p:nvSpPr>
            <p:cNvPr id="90" name="Text 36">
              <a:extLst>
                <a:ext uri="{FF2B5EF4-FFF2-40B4-BE49-F238E27FC236}">
                  <a16:creationId xmlns:a16="http://schemas.microsoft.com/office/drawing/2014/main" id="{9DBF5BA6-D0B5-1961-D88A-C821F0677AE1}"/>
                </a:ext>
              </a:extLst>
            </p:cNvPr>
            <p:cNvSpPr txBox="1"/>
            <p:nvPr/>
          </p:nvSpPr>
          <p:spPr>
            <a:xfrm>
              <a:off x="3648456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UAI (mediana)</a:t>
              </a:r>
              <a:endParaRPr lang="en-US" sz="563"/>
            </a:p>
          </p:txBody>
        </p:sp>
        <p:sp>
          <p:nvSpPr>
            <p:cNvPr id="92" name="Text 37">
              <a:extLst>
                <a:ext uri="{FF2B5EF4-FFF2-40B4-BE49-F238E27FC236}">
                  <a16:creationId xmlns:a16="http://schemas.microsoft.com/office/drawing/2014/main" id="{D5ECB048-DA18-AAC0-0BC4-0944549B6DD0}"/>
                </a:ext>
              </a:extLst>
            </p:cNvPr>
            <p:cNvSpPr txBox="1"/>
            <p:nvPr/>
          </p:nvSpPr>
          <p:spPr>
            <a:xfrm>
              <a:off x="3648456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891</a:t>
              </a:r>
              <a:endParaRPr lang="en-US" sz="863"/>
            </a:p>
          </p:txBody>
        </p:sp>
        <p:sp>
          <p:nvSpPr>
            <p:cNvPr id="95" name="Text 38">
              <a:extLst>
                <a:ext uri="{FF2B5EF4-FFF2-40B4-BE49-F238E27FC236}">
                  <a16:creationId xmlns:a16="http://schemas.microsoft.com/office/drawing/2014/main" id="{7FE98CAC-5203-4FAE-464B-1FA60D0EFBA3}"/>
                </a:ext>
              </a:extLst>
            </p:cNvPr>
            <p:cNvSpPr txBox="1"/>
            <p:nvPr/>
          </p:nvSpPr>
          <p:spPr>
            <a:xfrm>
              <a:off x="4946904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prom.</a:t>
              </a:r>
              <a:endParaRPr lang="en-US" sz="563"/>
            </a:p>
          </p:txBody>
        </p:sp>
        <p:sp>
          <p:nvSpPr>
            <p:cNvPr id="98" name="Text 39">
              <a:extLst>
                <a:ext uri="{FF2B5EF4-FFF2-40B4-BE49-F238E27FC236}">
                  <a16:creationId xmlns:a16="http://schemas.microsoft.com/office/drawing/2014/main" id="{0EF57C6E-6A09-3189-0282-AA7ADA94558D}"/>
                </a:ext>
              </a:extLst>
            </p:cNvPr>
            <p:cNvSpPr txBox="1"/>
            <p:nvPr/>
          </p:nvSpPr>
          <p:spPr>
            <a:xfrm>
              <a:off x="4946904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18.1%</a:t>
              </a:r>
              <a:endParaRPr lang="en-US" sz="863"/>
            </a:p>
          </p:txBody>
        </p:sp>
        <p:sp>
          <p:nvSpPr>
            <p:cNvPr id="100" name="Text 40">
              <a:extLst>
                <a:ext uri="{FF2B5EF4-FFF2-40B4-BE49-F238E27FC236}">
                  <a16:creationId xmlns:a16="http://schemas.microsoft.com/office/drawing/2014/main" id="{BD96F1A8-F419-2B31-3D69-52808C8FAF38}"/>
                </a:ext>
              </a:extLst>
            </p:cNvPr>
            <p:cNvSpPr txBox="1"/>
            <p:nvPr/>
          </p:nvSpPr>
          <p:spPr>
            <a:xfrm>
              <a:off x="5989320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oferta</a:t>
              </a:r>
              <a:endParaRPr lang="en-US" sz="563"/>
            </a:p>
          </p:txBody>
        </p:sp>
        <p:sp>
          <p:nvSpPr>
            <p:cNvPr id="103" name="Text 41">
              <a:extLst>
                <a:ext uri="{FF2B5EF4-FFF2-40B4-BE49-F238E27FC236}">
                  <a16:creationId xmlns:a16="http://schemas.microsoft.com/office/drawing/2014/main" id="{64D7E5D8-C97E-BBCC-7330-57FFAEB93BA2}"/>
                </a:ext>
              </a:extLst>
            </p:cNvPr>
            <p:cNvSpPr txBox="1"/>
            <p:nvPr/>
          </p:nvSpPr>
          <p:spPr>
            <a:xfrm>
              <a:off x="5989320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20.5%</a:t>
              </a:r>
              <a:endParaRPr lang="en-US" sz="863"/>
            </a:p>
          </p:txBody>
        </p:sp>
        <p:sp>
          <p:nvSpPr>
            <p:cNvPr id="106" name="Text 42">
              <a:extLst>
                <a:ext uri="{FF2B5EF4-FFF2-40B4-BE49-F238E27FC236}">
                  <a16:creationId xmlns:a16="http://schemas.microsoft.com/office/drawing/2014/main" id="{64C1EF2A-AEC6-671D-BDD8-5C81DAA74CAE}"/>
                </a:ext>
              </a:extLst>
            </p:cNvPr>
            <p:cNvSpPr txBox="1"/>
            <p:nvPr/>
          </p:nvSpPr>
          <p:spPr>
            <a:xfrm>
              <a:off x="7031736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UAI (mediana)</a:t>
              </a:r>
              <a:endParaRPr lang="en-US" sz="563"/>
            </a:p>
          </p:txBody>
        </p:sp>
        <p:sp>
          <p:nvSpPr>
            <p:cNvPr id="108" name="Text 43">
              <a:extLst>
                <a:ext uri="{FF2B5EF4-FFF2-40B4-BE49-F238E27FC236}">
                  <a16:creationId xmlns:a16="http://schemas.microsoft.com/office/drawing/2014/main" id="{CF50E64F-2124-57D8-77ED-0FE211A8CD08}"/>
                </a:ext>
              </a:extLst>
            </p:cNvPr>
            <p:cNvSpPr txBox="1"/>
            <p:nvPr/>
          </p:nvSpPr>
          <p:spPr>
            <a:xfrm>
              <a:off x="7031736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204</a:t>
              </a:r>
              <a:endParaRPr lang="en-US" sz="863"/>
            </a:p>
          </p:txBody>
        </p:sp>
        <p:sp>
          <p:nvSpPr>
            <p:cNvPr id="111" name="Text 44">
              <a:extLst>
                <a:ext uri="{FF2B5EF4-FFF2-40B4-BE49-F238E27FC236}">
                  <a16:creationId xmlns:a16="http://schemas.microsoft.com/office/drawing/2014/main" id="{88B53207-F623-EB52-B37C-E5021212DEF6}"/>
                </a:ext>
              </a:extLst>
            </p:cNvPr>
            <p:cNvSpPr txBox="1"/>
            <p:nvPr/>
          </p:nvSpPr>
          <p:spPr>
            <a:xfrm>
              <a:off x="8330184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prom.</a:t>
              </a:r>
              <a:endParaRPr lang="en-US" sz="563"/>
            </a:p>
          </p:txBody>
        </p:sp>
        <p:sp>
          <p:nvSpPr>
            <p:cNvPr id="114" name="Text 45">
              <a:extLst>
                <a:ext uri="{FF2B5EF4-FFF2-40B4-BE49-F238E27FC236}">
                  <a16:creationId xmlns:a16="http://schemas.microsoft.com/office/drawing/2014/main" id="{B3AF9648-BC74-644F-CEFA-64394C709EB6}"/>
                </a:ext>
              </a:extLst>
            </p:cNvPr>
            <p:cNvSpPr txBox="1"/>
            <p:nvPr/>
          </p:nvSpPr>
          <p:spPr>
            <a:xfrm>
              <a:off x="8330184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17.2%</a:t>
              </a:r>
              <a:endParaRPr lang="en-US" sz="863"/>
            </a:p>
          </p:txBody>
        </p:sp>
        <p:sp>
          <p:nvSpPr>
            <p:cNvPr id="116" name="Text 46">
              <a:extLst>
                <a:ext uri="{FF2B5EF4-FFF2-40B4-BE49-F238E27FC236}">
                  <a16:creationId xmlns:a16="http://schemas.microsoft.com/office/drawing/2014/main" id="{6A8B1B4C-B551-A1FD-7452-DDDB058EC0FE}"/>
                </a:ext>
              </a:extLst>
            </p:cNvPr>
            <p:cNvSpPr txBox="1"/>
            <p:nvPr/>
          </p:nvSpPr>
          <p:spPr>
            <a:xfrm>
              <a:off x="9372600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oferta</a:t>
              </a:r>
              <a:endParaRPr lang="en-US" sz="563"/>
            </a:p>
          </p:txBody>
        </p:sp>
        <p:sp>
          <p:nvSpPr>
            <p:cNvPr id="119" name="Text 47">
              <a:extLst>
                <a:ext uri="{FF2B5EF4-FFF2-40B4-BE49-F238E27FC236}">
                  <a16:creationId xmlns:a16="http://schemas.microsoft.com/office/drawing/2014/main" id="{D9F84AE6-2D3A-6F09-92C9-5D883F65DC9F}"/>
                </a:ext>
              </a:extLst>
            </p:cNvPr>
            <p:cNvSpPr txBox="1"/>
            <p:nvPr/>
          </p:nvSpPr>
          <p:spPr>
            <a:xfrm>
              <a:off x="9372600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20.0%</a:t>
              </a:r>
              <a:endParaRPr lang="en-US" sz="863"/>
            </a:p>
          </p:txBody>
        </p:sp>
        <p:sp>
          <p:nvSpPr>
            <p:cNvPr id="122" name="Text 48">
              <a:extLst>
                <a:ext uri="{FF2B5EF4-FFF2-40B4-BE49-F238E27FC236}">
                  <a16:creationId xmlns:a16="http://schemas.microsoft.com/office/drawing/2014/main" id="{C9C3D287-4CE8-57EC-0646-87B9DF591757}"/>
                </a:ext>
              </a:extLst>
            </p:cNvPr>
            <p:cNvSpPr txBox="1"/>
            <p:nvPr/>
          </p:nvSpPr>
          <p:spPr>
            <a:xfrm>
              <a:off x="10415016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UAI (mediana)</a:t>
              </a:r>
              <a:endParaRPr lang="en-US" sz="563"/>
            </a:p>
          </p:txBody>
        </p:sp>
        <p:sp>
          <p:nvSpPr>
            <p:cNvPr id="124" name="Text 49">
              <a:extLst>
                <a:ext uri="{FF2B5EF4-FFF2-40B4-BE49-F238E27FC236}">
                  <a16:creationId xmlns:a16="http://schemas.microsoft.com/office/drawing/2014/main" id="{E9411D73-80B5-5CC2-7A7C-FFAC3BAB16C8}"/>
                </a:ext>
              </a:extLst>
            </p:cNvPr>
            <p:cNvSpPr txBox="1"/>
            <p:nvPr/>
          </p:nvSpPr>
          <p:spPr>
            <a:xfrm>
              <a:off x="10415016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1,142</a:t>
              </a:r>
              <a:endParaRPr lang="en-US" sz="863"/>
            </a:p>
          </p:txBody>
        </p:sp>
        <p:sp>
          <p:nvSpPr>
            <p:cNvPr id="127" name="Shape 50">
              <a:extLst>
                <a:ext uri="{FF2B5EF4-FFF2-40B4-BE49-F238E27FC236}">
                  <a16:creationId xmlns:a16="http://schemas.microsoft.com/office/drawing/2014/main" id="{09D20759-51F8-6DCF-FC22-77133507B95E}"/>
                </a:ext>
              </a:extLst>
            </p:cNvPr>
            <p:cNvSpPr/>
            <p:nvPr/>
          </p:nvSpPr>
          <p:spPr>
            <a:xfrm>
              <a:off x="320040" y="2820924"/>
              <a:ext cx="11219688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515" name="Shape 51">
              <a:extLst>
                <a:ext uri="{FF2B5EF4-FFF2-40B4-BE49-F238E27FC236}">
                  <a16:creationId xmlns:a16="http://schemas.microsoft.com/office/drawing/2014/main" id="{0B50D5B9-6DCB-3685-2807-E13C7C9DF4BF}"/>
                </a:ext>
              </a:extLst>
            </p:cNvPr>
            <p:cNvSpPr/>
            <p:nvPr/>
          </p:nvSpPr>
          <p:spPr>
            <a:xfrm>
              <a:off x="374904" y="2903220"/>
              <a:ext cx="292608" cy="292608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519" name="Image 8" descr="/home/claude/voi_deck/icons/bar_chart.png">
              <a:extLst>
                <a:ext uri="{FF2B5EF4-FFF2-40B4-BE49-F238E27FC236}">
                  <a16:creationId xmlns:a16="http://schemas.microsoft.com/office/drawing/2014/main" id="{75A7C173-47CC-0E40-5449-1F4928ACC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056" y="2976372"/>
              <a:ext cx="146304" cy="146304"/>
            </a:xfrm>
            <a:prstGeom prst="rect">
              <a:avLst/>
            </a:prstGeom>
          </p:spPr>
        </p:pic>
        <p:sp>
          <p:nvSpPr>
            <p:cNvPr id="523" name="Text 52">
              <a:extLst>
                <a:ext uri="{FF2B5EF4-FFF2-40B4-BE49-F238E27FC236}">
                  <a16:creationId xmlns:a16="http://schemas.microsoft.com/office/drawing/2014/main" id="{E9F29767-CCF5-ECA8-9CFD-A34A89B4D3E6}"/>
                </a:ext>
              </a:extLst>
            </p:cNvPr>
            <p:cNvSpPr txBox="1"/>
            <p:nvPr/>
          </p:nvSpPr>
          <p:spPr>
            <a:xfrm>
              <a:off x="704088" y="2820924"/>
              <a:ext cx="6766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TAMAÑO Y VALOR</a:t>
              </a:r>
              <a:endParaRPr lang="en-US" sz="563"/>
            </a:p>
          </p:txBody>
        </p:sp>
        <p:sp>
          <p:nvSpPr>
            <p:cNvPr id="527" name="Text 53">
              <a:extLst>
                <a:ext uri="{FF2B5EF4-FFF2-40B4-BE49-F238E27FC236}">
                  <a16:creationId xmlns:a16="http://schemas.microsoft.com/office/drawing/2014/main" id="{D30D1A53-380D-915F-D3FA-3369F525C451}"/>
                </a:ext>
              </a:extLst>
            </p:cNvPr>
            <p:cNvSpPr txBox="1"/>
            <p:nvPr/>
          </p:nvSpPr>
          <p:spPr>
            <a:xfrm>
              <a:off x="1563624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Monto desemb.</a:t>
              </a:r>
              <a:endParaRPr lang="en-US" sz="563"/>
            </a:p>
          </p:txBody>
        </p:sp>
        <p:sp>
          <p:nvSpPr>
            <p:cNvPr id="531" name="Text 54">
              <a:extLst>
                <a:ext uri="{FF2B5EF4-FFF2-40B4-BE49-F238E27FC236}">
                  <a16:creationId xmlns:a16="http://schemas.microsoft.com/office/drawing/2014/main" id="{0472F974-0BBC-A2D5-9C86-01E744821BB8}"/>
                </a:ext>
              </a:extLst>
            </p:cNvPr>
            <p:cNvSpPr txBox="1"/>
            <p:nvPr/>
          </p:nvSpPr>
          <p:spPr>
            <a:xfrm>
              <a:off x="1563624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150k</a:t>
              </a:r>
              <a:endParaRPr lang="en-US" sz="863"/>
            </a:p>
          </p:txBody>
        </p:sp>
        <p:sp>
          <p:nvSpPr>
            <p:cNvPr id="535" name="Text 55">
              <a:extLst>
                <a:ext uri="{FF2B5EF4-FFF2-40B4-BE49-F238E27FC236}">
                  <a16:creationId xmlns:a16="http://schemas.microsoft.com/office/drawing/2014/main" id="{0E328CB0-379B-A05C-7933-CE1535D193F0}"/>
                </a:ext>
              </a:extLst>
            </p:cNvPr>
            <p:cNvSpPr txBox="1"/>
            <p:nvPr/>
          </p:nvSpPr>
          <p:spPr>
            <a:xfrm>
              <a:off x="2606040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Ventas</a:t>
              </a:r>
              <a:endParaRPr lang="en-US" sz="563"/>
            </a:p>
          </p:txBody>
        </p:sp>
        <p:sp>
          <p:nvSpPr>
            <p:cNvPr id="539" name="Text 56">
              <a:extLst>
                <a:ext uri="{FF2B5EF4-FFF2-40B4-BE49-F238E27FC236}">
                  <a16:creationId xmlns:a16="http://schemas.microsoft.com/office/drawing/2014/main" id="{1DDAC4DF-E3A5-BE4F-7FEA-00C54E881A52}"/>
                </a:ext>
              </a:extLst>
            </p:cNvPr>
            <p:cNvSpPr txBox="1"/>
            <p:nvPr/>
          </p:nvSpPr>
          <p:spPr>
            <a:xfrm>
              <a:off x="2606040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682k</a:t>
              </a:r>
              <a:endParaRPr lang="en-US" sz="863"/>
            </a:p>
          </p:txBody>
        </p:sp>
        <p:sp>
          <p:nvSpPr>
            <p:cNvPr id="543" name="Text 57">
              <a:extLst>
                <a:ext uri="{FF2B5EF4-FFF2-40B4-BE49-F238E27FC236}">
                  <a16:creationId xmlns:a16="http://schemas.microsoft.com/office/drawing/2014/main" id="{4074C988-E5B2-B1B8-0488-E620240017C3}"/>
                </a:ext>
              </a:extLst>
            </p:cNvPr>
            <p:cNvSpPr txBox="1"/>
            <p:nvPr/>
          </p:nvSpPr>
          <p:spPr>
            <a:xfrm>
              <a:off x="3648456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Pasivos prom.</a:t>
              </a:r>
              <a:endParaRPr lang="en-US" sz="563"/>
            </a:p>
          </p:txBody>
        </p:sp>
        <p:sp>
          <p:nvSpPr>
            <p:cNvPr id="547" name="Text 58">
              <a:extLst>
                <a:ext uri="{FF2B5EF4-FFF2-40B4-BE49-F238E27FC236}">
                  <a16:creationId xmlns:a16="http://schemas.microsoft.com/office/drawing/2014/main" id="{2E6D5643-AD0E-BCF5-F682-3FE939A1B73C}"/>
                </a:ext>
              </a:extLst>
            </p:cNvPr>
            <p:cNvSpPr txBox="1"/>
            <p:nvPr/>
          </p:nvSpPr>
          <p:spPr>
            <a:xfrm>
              <a:off x="3648456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19k</a:t>
              </a:r>
              <a:endParaRPr lang="en-US" sz="863"/>
            </a:p>
          </p:txBody>
        </p:sp>
        <p:sp>
          <p:nvSpPr>
            <p:cNvPr id="551" name="Text 59">
              <a:extLst>
                <a:ext uri="{FF2B5EF4-FFF2-40B4-BE49-F238E27FC236}">
                  <a16:creationId xmlns:a16="http://schemas.microsoft.com/office/drawing/2014/main" id="{9F7155C0-E1EB-AF0F-3EB6-9AA5BC820AD4}"/>
                </a:ext>
              </a:extLst>
            </p:cNvPr>
            <p:cNvSpPr txBox="1"/>
            <p:nvPr/>
          </p:nvSpPr>
          <p:spPr>
            <a:xfrm>
              <a:off x="4946904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Monto desemb.</a:t>
              </a:r>
              <a:endParaRPr lang="en-US" sz="563"/>
            </a:p>
          </p:txBody>
        </p:sp>
        <p:sp>
          <p:nvSpPr>
            <p:cNvPr id="555" name="Text 60">
              <a:extLst>
                <a:ext uri="{FF2B5EF4-FFF2-40B4-BE49-F238E27FC236}">
                  <a16:creationId xmlns:a16="http://schemas.microsoft.com/office/drawing/2014/main" id="{376C4391-0842-562A-0D0E-78957C8064D2}"/>
                </a:ext>
              </a:extLst>
            </p:cNvPr>
            <p:cNvSpPr txBox="1"/>
            <p:nvPr/>
          </p:nvSpPr>
          <p:spPr>
            <a:xfrm>
              <a:off x="4946904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100k</a:t>
              </a:r>
              <a:endParaRPr lang="en-US" sz="863"/>
            </a:p>
          </p:txBody>
        </p:sp>
        <p:sp>
          <p:nvSpPr>
            <p:cNvPr id="559" name="Text 61">
              <a:extLst>
                <a:ext uri="{FF2B5EF4-FFF2-40B4-BE49-F238E27FC236}">
                  <a16:creationId xmlns:a16="http://schemas.microsoft.com/office/drawing/2014/main" id="{40D76E71-77AD-2342-7A64-A6BE93F23E30}"/>
                </a:ext>
              </a:extLst>
            </p:cNvPr>
            <p:cNvSpPr txBox="1"/>
            <p:nvPr/>
          </p:nvSpPr>
          <p:spPr>
            <a:xfrm>
              <a:off x="5989320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Ventas</a:t>
              </a:r>
              <a:endParaRPr lang="en-US" sz="563"/>
            </a:p>
          </p:txBody>
        </p:sp>
        <p:sp>
          <p:nvSpPr>
            <p:cNvPr id="563" name="Text 62">
              <a:extLst>
                <a:ext uri="{FF2B5EF4-FFF2-40B4-BE49-F238E27FC236}">
                  <a16:creationId xmlns:a16="http://schemas.microsoft.com/office/drawing/2014/main" id="{85394808-B883-FFBF-90E9-B6E9BA90FAEF}"/>
                </a:ext>
              </a:extLst>
            </p:cNvPr>
            <p:cNvSpPr txBox="1"/>
            <p:nvPr/>
          </p:nvSpPr>
          <p:spPr>
            <a:xfrm>
              <a:off x="5989320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444k</a:t>
              </a:r>
              <a:endParaRPr lang="en-US" sz="863"/>
            </a:p>
          </p:txBody>
        </p:sp>
        <p:sp>
          <p:nvSpPr>
            <p:cNvPr id="567" name="Text 63">
              <a:extLst>
                <a:ext uri="{FF2B5EF4-FFF2-40B4-BE49-F238E27FC236}">
                  <a16:creationId xmlns:a16="http://schemas.microsoft.com/office/drawing/2014/main" id="{123D9466-EFCA-1D6D-2C8D-848F37B53418}"/>
                </a:ext>
              </a:extLst>
            </p:cNvPr>
            <p:cNvSpPr txBox="1"/>
            <p:nvPr/>
          </p:nvSpPr>
          <p:spPr>
            <a:xfrm>
              <a:off x="7031736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Pasivos prom.</a:t>
              </a:r>
              <a:endParaRPr lang="en-US" sz="563"/>
            </a:p>
          </p:txBody>
        </p:sp>
        <p:sp>
          <p:nvSpPr>
            <p:cNvPr id="571" name="Text 64">
              <a:extLst>
                <a:ext uri="{FF2B5EF4-FFF2-40B4-BE49-F238E27FC236}">
                  <a16:creationId xmlns:a16="http://schemas.microsoft.com/office/drawing/2014/main" id="{5548F3B5-09A8-C7D9-2990-D1D5443B6B5F}"/>
                </a:ext>
              </a:extLst>
            </p:cNvPr>
            <p:cNvSpPr txBox="1"/>
            <p:nvPr/>
          </p:nvSpPr>
          <p:spPr>
            <a:xfrm>
              <a:off x="7031736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4k</a:t>
              </a:r>
              <a:endParaRPr lang="en-US" sz="863"/>
            </a:p>
          </p:txBody>
        </p:sp>
        <p:sp>
          <p:nvSpPr>
            <p:cNvPr id="575" name="Text 65">
              <a:extLst>
                <a:ext uri="{FF2B5EF4-FFF2-40B4-BE49-F238E27FC236}">
                  <a16:creationId xmlns:a16="http://schemas.microsoft.com/office/drawing/2014/main" id="{8564B478-1E50-21CE-41A5-F73EC7BAA910}"/>
                </a:ext>
              </a:extLst>
            </p:cNvPr>
            <p:cNvSpPr txBox="1"/>
            <p:nvPr/>
          </p:nvSpPr>
          <p:spPr>
            <a:xfrm>
              <a:off x="8330184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Monto desemb.</a:t>
              </a:r>
              <a:endParaRPr lang="en-US" sz="563"/>
            </a:p>
          </p:txBody>
        </p:sp>
        <p:sp>
          <p:nvSpPr>
            <p:cNvPr id="130" name="Text 66">
              <a:extLst>
                <a:ext uri="{FF2B5EF4-FFF2-40B4-BE49-F238E27FC236}">
                  <a16:creationId xmlns:a16="http://schemas.microsoft.com/office/drawing/2014/main" id="{57EF9DC6-6B0D-1A0B-6C6D-35FE106C5B88}"/>
                </a:ext>
              </a:extLst>
            </p:cNvPr>
            <p:cNvSpPr txBox="1"/>
            <p:nvPr/>
          </p:nvSpPr>
          <p:spPr>
            <a:xfrm>
              <a:off x="8330184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220k</a:t>
              </a:r>
              <a:endParaRPr lang="en-US" sz="863"/>
            </a:p>
          </p:txBody>
        </p:sp>
        <p:sp>
          <p:nvSpPr>
            <p:cNvPr id="132" name="Text 67">
              <a:extLst>
                <a:ext uri="{FF2B5EF4-FFF2-40B4-BE49-F238E27FC236}">
                  <a16:creationId xmlns:a16="http://schemas.microsoft.com/office/drawing/2014/main" id="{708259E5-F5DC-5B1B-96AE-68E1C4277745}"/>
                </a:ext>
              </a:extLst>
            </p:cNvPr>
            <p:cNvSpPr txBox="1"/>
            <p:nvPr/>
          </p:nvSpPr>
          <p:spPr>
            <a:xfrm>
              <a:off x="9372600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Ventas</a:t>
              </a:r>
              <a:endParaRPr lang="en-US" sz="563"/>
            </a:p>
          </p:txBody>
        </p:sp>
        <p:sp>
          <p:nvSpPr>
            <p:cNvPr id="135" name="Text 68">
              <a:extLst>
                <a:ext uri="{FF2B5EF4-FFF2-40B4-BE49-F238E27FC236}">
                  <a16:creationId xmlns:a16="http://schemas.microsoft.com/office/drawing/2014/main" id="{B26C8568-700E-DD22-E0E3-72C34DA73212}"/>
                </a:ext>
              </a:extLst>
            </p:cNvPr>
            <p:cNvSpPr txBox="1"/>
            <p:nvPr/>
          </p:nvSpPr>
          <p:spPr>
            <a:xfrm>
              <a:off x="9372600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2.7MM</a:t>
              </a:r>
              <a:endParaRPr lang="en-US" sz="863"/>
            </a:p>
          </p:txBody>
        </p:sp>
        <p:sp>
          <p:nvSpPr>
            <p:cNvPr id="138" name="Text 69">
              <a:extLst>
                <a:ext uri="{FF2B5EF4-FFF2-40B4-BE49-F238E27FC236}">
                  <a16:creationId xmlns:a16="http://schemas.microsoft.com/office/drawing/2014/main" id="{1366F956-A9E4-33F3-13FA-CF93B099C645}"/>
                </a:ext>
              </a:extLst>
            </p:cNvPr>
            <p:cNvSpPr txBox="1"/>
            <p:nvPr/>
          </p:nvSpPr>
          <p:spPr>
            <a:xfrm>
              <a:off x="10415016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Pasivos prom.</a:t>
              </a:r>
              <a:endParaRPr lang="en-US" sz="563"/>
            </a:p>
          </p:txBody>
        </p:sp>
        <p:sp>
          <p:nvSpPr>
            <p:cNvPr id="140" name="Text 70">
              <a:extLst>
                <a:ext uri="{FF2B5EF4-FFF2-40B4-BE49-F238E27FC236}">
                  <a16:creationId xmlns:a16="http://schemas.microsoft.com/office/drawing/2014/main" id="{1E12EA12-A592-F529-295E-034F43767C3B}"/>
                </a:ext>
              </a:extLst>
            </p:cNvPr>
            <p:cNvSpPr txBox="1"/>
            <p:nvPr/>
          </p:nvSpPr>
          <p:spPr>
            <a:xfrm>
              <a:off x="10415016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26k</a:t>
              </a:r>
              <a:endParaRPr lang="en-US" sz="863"/>
            </a:p>
          </p:txBody>
        </p:sp>
        <p:sp>
          <p:nvSpPr>
            <p:cNvPr id="143" name="Shape 71">
              <a:extLst>
                <a:ext uri="{FF2B5EF4-FFF2-40B4-BE49-F238E27FC236}">
                  <a16:creationId xmlns:a16="http://schemas.microsoft.com/office/drawing/2014/main" id="{2B2FAB49-84FC-4649-DB37-0DBD3A446C88}"/>
                </a:ext>
              </a:extLst>
            </p:cNvPr>
            <p:cNvSpPr/>
            <p:nvPr/>
          </p:nvSpPr>
          <p:spPr>
            <a:xfrm>
              <a:off x="320040" y="3328416"/>
              <a:ext cx="11219688" cy="59436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46" name="Shape 72">
              <a:extLst>
                <a:ext uri="{FF2B5EF4-FFF2-40B4-BE49-F238E27FC236}">
                  <a16:creationId xmlns:a16="http://schemas.microsoft.com/office/drawing/2014/main" id="{80E7263B-269D-A3E8-09B6-4807E0B1EF28}"/>
                </a:ext>
              </a:extLst>
            </p:cNvPr>
            <p:cNvSpPr/>
            <p:nvPr/>
          </p:nvSpPr>
          <p:spPr>
            <a:xfrm>
              <a:off x="374904" y="3547872"/>
              <a:ext cx="292608" cy="292608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48" name="Image 9" descr="/home/claude/voi_deck/icons/shield.png">
              <a:extLst>
                <a:ext uri="{FF2B5EF4-FFF2-40B4-BE49-F238E27FC236}">
                  <a16:creationId xmlns:a16="http://schemas.microsoft.com/office/drawing/2014/main" id="{386BF285-9C4F-7C15-2C34-4360788FB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8056" y="3621024"/>
              <a:ext cx="146304" cy="146304"/>
            </a:xfrm>
            <a:prstGeom prst="rect">
              <a:avLst/>
            </a:prstGeom>
          </p:spPr>
        </p:pic>
        <p:sp>
          <p:nvSpPr>
            <p:cNvPr id="151" name="Text 73">
              <a:extLst>
                <a:ext uri="{FF2B5EF4-FFF2-40B4-BE49-F238E27FC236}">
                  <a16:creationId xmlns:a16="http://schemas.microsoft.com/office/drawing/2014/main" id="{51A70F25-A930-EDDA-37AA-065CA7BD9AE7}"/>
                </a:ext>
              </a:extLst>
            </p:cNvPr>
            <p:cNvSpPr txBox="1"/>
            <p:nvPr/>
          </p:nvSpPr>
          <p:spPr>
            <a:xfrm>
              <a:off x="704088" y="3328416"/>
              <a:ext cx="676656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COSTO DE RIESGO (SOW)</a:t>
              </a:r>
              <a:endParaRPr lang="en-US" sz="563"/>
            </a:p>
          </p:txBody>
        </p:sp>
        <p:sp>
          <p:nvSpPr>
            <p:cNvPr id="154" name="Text 74">
              <a:extLst>
                <a:ext uri="{FF2B5EF4-FFF2-40B4-BE49-F238E27FC236}">
                  <a16:creationId xmlns:a16="http://schemas.microsoft.com/office/drawing/2014/main" id="{2A48D583-CDC9-1105-90CB-03F151151467}"/>
                </a:ext>
              </a:extLst>
            </p:cNvPr>
            <p:cNvSpPr txBox="1"/>
            <p:nvPr/>
          </p:nvSpPr>
          <p:spPr>
            <a:xfrm>
              <a:off x="1563624" y="341985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deuda</a:t>
              </a:r>
              <a:endParaRPr lang="en-US" sz="563"/>
            </a:p>
          </p:txBody>
        </p:sp>
        <p:sp>
          <p:nvSpPr>
            <p:cNvPr id="156" name="Text 75">
              <a:extLst>
                <a:ext uri="{FF2B5EF4-FFF2-40B4-BE49-F238E27FC236}">
                  <a16:creationId xmlns:a16="http://schemas.microsoft.com/office/drawing/2014/main" id="{84C8F5E4-20E7-5A80-05E0-1AEA6867D1E4}"/>
                </a:ext>
              </a:extLst>
            </p:cNvPr>
            <p:cNvSpPr txBox="1"/>
            <p:nvPr/>
          </p:nvSpPr>
          <p:spPr>
            <a:xfrm>
              <a:off x="1563624" y="355701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(mediana)</a:t>
              </a:r>
              <a:endParaRPr lang="en-US" sz="563"/>
            </a:p>
          </p:txBody>
        </p:sp>
        <p:graphicFrame>
          <p:nvGraphicFramePr>
            <p:cNvPr id="159" name="Chart 0">
              <a:extLst>
                <a:ext uri="{FF2B5EF4-FFF2-40B4-BE49-F238E27FC236}">
                  <a16:creationId xmlns:a16="http://schemas.microsoft.com/office/drawing/2014/main" id="{0CEFAED5-75A1-FC92-0C9B-173F7AF68381}"/>
                </a:ext>
              </a:extLst>
            </p:cNvPr>
            <p:cNvGraphicFramePr/>
            <p:nvPr/>
          </p:nvGraphicFramePr>
          <p:xfrm>
            <a:off x="2404872" y="3355848"/>
            <a:ext cx="658368" cy="6583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162" name="Text 76">
              <a:extLst>
                <a:ext uri="{FF2B5EF4-FFF2-40B4-BE49-F238E27FC236}">
                  <a16:creationId xmlns:a16="http://schemas.microsoft.com/office/drawing/2014/main" id="{311EF115-DBFF-3C6A-45AE-16029923026B}"/>
                </a:ext>
              </a:extLst>
            </p:cNvPr>
            <p:cNvSpPr txBox="1"/>
            <p:nvPr/>
          </p:nvSpPr>
          <p:spPr>
            <a:xfrm>
              <a:off x="2350008" y="3694176"/>
              <a:ext cx="7680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>
                  <a:solidFill>
                    <a:srgbClr val="0C51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68%</a:t>
              </a:r>
              <a:endParaRPr lang="en-US" sz="1050"/>
            </a:p>
          </p:txBody>
        </p:sp>
        <p:sp>
          <p:nvSpPr>
            <p:cNvPr id="164" name="Text 77">
              <a:extLst>
                <a:ext uri="{FF2B5EF4-FFF2-40B4-BE49-F238E27FC236}">
                  <a16:creationId xmlns:a16="http://schemas.microsoft.com/office/drawing/2014/main" id="{2834C778-5A6F-427A-6EEA-4475744A0459}"/>
                </a:ext>
              </a:extLst>
            </p:cNvPr>
            <p:cNvSpPr txBox="1"/>
            <p:nvPr/>
          </p:nvSpPr>
          <p:spPr>
            <a:xfrm>
              <a:off x="3200400" y="3529584"/>
              <a:ext cx="15361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b="1">
                  <a:solidFill>
                    <a:srgbClr val="0C51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MÁS ALTO ENTRE LOS 3</a:t>
              </a:r>
              <a:endParaRPr lang="en-US" sz="638"/>
            </a:p>
          </p:txBody>
        </p:sp>
        <p:sp>
          <p:nvSpPr>
            <p:cNvPr id="167" name="Text 78">
              <a:extLst>
                <a:ext uri="{FF2B5EF4-FFF2-40B4-BE49-F238E27FC236}">
                  <a16:creationId xmlns:a16="http://schemas.microsoft.com/office/drawing/2014/main" id="{30A6097A-07FF-B127-CB3B-62623A0EB79B}"/>
                </a:ext>
              </a:extLst>
            </p:cNvPr>
            <p:cNvSpPr txBox="1"/>
            <p:nvPr/>
          </p:nvSpPr>
          <p:spPr>
            <a:xfrm>
              <a:off x="4946904" y="341985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deuda</a:t>
              </a:r>
              <a:endParaRPr lang="en-US" sz="563"/>
            </a:p>
          </p:txBody>
        </p:sp>
        <p:sp>
          <p:nvSpPr>
            <p:cNvPr id="170" name="Text 79">
              <a:extLst>
                <a:ext uri="{FF2B5EF4-FFF2-40B4-BE49-F238E27FC236}">
                  <a16:creationId xmlns:a16="http://schemas.microsoft.com/office/drawing/2014/main" id="{A9CAABE0-ACC3-FA8B-E7D2-2D4FAE668B5C}"/>
                </a:ext>
              </a:extLst>
            </p:cNvPr>
            <p:cNvSpPr txBox="1"/>
            <p:nvPr/>
          </p:nvSpPr>
          <p:spPr>
            <a:xfrm>
              <a:off x="4946904" y="355701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(mediana)</a:t>
              </a:r>
              <a:endParaRPr lang="en-US" sz="563"/>
            </a:p>
          </p:txBody>
        </p:sp>
        <p:graphicFrame>
          <p:nvGraphicFramePr>
            <p:cNvPr id="172" name="Chart 1">
              <a:extLst>
                <a:ext uri="{FF2B5EF4-FFF2-40B4-BE49-F238E27FC236}">
                  <a16:creationId xmlns:a16="http://schemas.microsoft.com/office/drawing/2014/main" id="{2A79D35B-CF3C-17DD-B598-5E1287BC60FE}"/>
                </a:ext>
              </a:extLst>
            </p:cNvPr>
            <p:cNvGraphicFramePr/>
            <p:nvPr/>
          </p:nvGraphicFramePr>
          <p:xfrm>
            <a:off x="5788152" y="3355848"/>
            <a:ext cx="658368" cy="6583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75" name="Text 80">
              <a:extLst>
                <a:ext uri="{FF2B5EF4-FFF2-40B4-BE49-F238E27FC236}">
                  <a16:creationId xmlns:a16="http://schemas.microsoft.com/office/drawing/2014/main" id="{7AAD8FD1-766A-82C8-8E52-181C9D8D95FD}"/>
                </a:ext>
              </a:extLst>
            </p:cNvPr>
            <p:cNvSpPr txBox="1"/>
            <p:nvPr/>
          </p:nvSpPr>
          <p:spPr>
            <a:xfrm>
              <a:off x="5733288" y="3694176"/>
              <a:ext cx="7680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>
                  <a:solidFill>
                    <a:srgbClr val="0C51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56%</a:t>
              </a:r>
              <a:endParaRPr lang="en-US" sz="1050"/>
            </a:p>
          </p:txBody>
        </p:sp>
        <p:sp>
          <p:nvSpPr>
            <p:cNvPr id="178" name="Text 81">
              <a:extLst>
                <a:ext uri="{FF2B5EF4-FFF2-40B4-BE49-F238E27FC236}">
                  <a16:creationId xmlns:a16="http://schemas.microsoft.com/office/drawing/2014/main" id="{C3E88AD1-133B-BAD4-9889-B03CD16FC5D1}"/>
                </a:ext>
              </a:extLst>
            </p:cNvPr>
            <p:cNvSpPr txBox="1"/>
            <p:nvPr/>
          </p:nvSpPr>
          <p:spPr>
            <a:xfrm>
              <a:off x="6583680" y="3529584"/>
              <a:ext cx="15361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b="1">
                  <a:solidFill>
                    <a:srgbClr val="0C51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INTERMEDIO</a:t>
              </a:r>
              <a:endParaRPr lang="en-US" sz="638"/>
            </a:p>
          </p:txBody>
        </p:sp>
        <p:sp>
          <p:nvSpPr>
            <p:cNvPr id="180" name="Text 82">
              <a:extLst>
                <a:ext uri="{FF2B5EF4-FFF2-40B4-BE49-F238E27FC236}">
                  <a16:creationId xmlns:a16="http://schemas.microsoft.com/office/drawing/2014/main" id="{26A5BCD8-AD52-7D8A-7721-F6F0BC488B14}"/>
                </a:ext>
              </a:extLst>
            </p:cNvPr>
            <p:cNvSpPr txBox="1"/>
            <p:nvPr/>
          </p:nvSpPr>
          <p:spPr>
            <a:xfrm>
              <a:off x="8330184" y="341985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deuda</a:t>
              </a:r>
              <a:endParaRPr lang="en-US" sz="563"/>
            </a:p>
          </p:txBody>
        </p:sp>
        <p:sp>
          <p:nvSpPr>
            <p:cNvPr id="183" name="Text 83">
              <a:extLst>
                <a:ext uri="{FF2B5EF4-FFF2-40B4-BE49-F238E27FC236}">
                  <a16:creationId xmlns:a16="http://schemas.microsoft.com/office/drawing/2014/main" id="{BE811789-5748-3993-5AA2-83D1993B01B8}"/>
                </a:ext>
              </a:extLst>
            </p:cNvPr>
            <p:cNvSpPr txBox="1"/>
            <p:nvPr/>
          </p:nvSpPr>
          <p:spPr>
            <a:xfrm>
              <a:off x="8330184" y="355701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(mediana)</a:t>
              </a:r>
              <a:endParaRPr lang="en-US" sz="563"/>
            </a:p>
          </p:txBody>
        </p:sp>
        <p:graphicFrame>
          <p:nvGraphicFramePr>
            <p:cNvPr id="186" name="Chart 2">
              <a:extLst>
                <a:ext uri="{FF2B5EF4-FFF2-40B4-BE49-F238E27FC236}">
                  <a16:creationId xmlns:a16="http://schemas.microsoft.com/office/drawing/2014/main" id="{70C9B131-5E20-A76C-FF7B-665724EFE9B9}"/>
                </a:ext>
              </a:extLst>
            </p:cNvPr>
            <p:cNvGraphicFramePr/>
            <p:nvPr/>
          </p:nvGraphicFramePr>
          <p:xfrm>
            <a:off x="9171432" y="3355848"/>
            <a:ext cx="658368" cy="6583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88" name="Text 84">
              <a:extLst>
                <a:ext uri="{FF2B5EF4-FFF2-40B4-BE49-F238E27FC236}">
                  <a16:creationId xmlns:a16="http://schemas.microsoft.com/office/drawing/2014/main" id="{D7DB5871-39D3-BC09-ED25-16D5461641F4}"/>
                </a:ext>
              </a:extLst>
            </p:cNvPr>
            <p:cNvSpPr txBox="1"/>
            <p:nvPr/>
          </p:nvSpPr>
          <p:spPr>
            <a:xfrm>
              <a:off x="9116568" y="3694176"/>
              <a:ext cx="7680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>
                  <a:solidFill>
                    <a:srgbClr val="0C51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38%</a:t>
              </a:r>
              <a:endParaRPr lang="en-US" sz="1050"/>
            </a:p>
          </p:txBody>
        </p:sp>
        <p:sp>
          <p:nvSpPr>
            <p:cNvPr id="191" name="Text 85">
              <a:extLst>
                <a:ext uri="{FF2B5EF4-FFF2-40B4-BE49-F238E27FC236}">
                  <a16:creationId xmlns:a16="http://schemas.microsoft.com/office/drawing/2014/main" id="{086BC317-31DD-A453-35D0-12357B5A8509}"/>
                </a:ext>
              </a:extLst>
            </p:cNvPr>
            <p:cNvSpPr txBox="1"/>
            <p:nvPr/>
          </p:nvSpPr>
          <p:spPr>
            <a:xfrm>
              <a:off x="9966960" y="3529584"/>
              <a:ext cx="15361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b="1">
                  <a:solidFill>
                    <a:srgbClr val="0C51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MÁS BAJO ENTRE LOS 3</a:t>
              </a:r>
              <a:endParaRPr lang="en-US" sz="638"/>
            </a:p>
          </p:txBody>
        </p:sp>
        <p:sp>
          <p:nvSpPr>
            <p:cNvPr id="579" name="Shape 86">
              <a:extLst>
                <a:ext uri="{FF2B5EF4-FFF2-40B4-BE49-F238E27FC236}">
                  <a16:creationId xmlns:a16="http://schemas.microsoft.com/office/drawing/2014/main" id="{020F335E-B48D-1E2A-CEBF-5F4D5809308F}"/>
                </a:ext>
              </a:extLst>
            </p:cNvPr>
            <p:cNvSpPr/>
            <p:nvPr/>
          </p:nvSpPr>
          <p:spPr>
            <a:xfrm>
              <a:off x="320040" y="3973068"/>
              <a:ext cx="11219688" cy="585216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583" name="Shape 87">
              <a:extLst>
                <a:ext uri="{FF2B5EF4-FFF2-40B4-BE49-F238E27FC236}">
                  <a16:creationId xmlns:a16="http://schemas.microsoft.com/office/drawing/2014/main" id="{F7FBC96C-219A-80DA-03DA-4712B7EC3746}"/>
                </a:ext>
              </a:extLst>
            </p:cNvPr>
            <p:cNvSpPr/>
            <p:nvPr/>
          </p:nvSpPr>
          <p:spPr>
            <a:xfrm>
              <a:off x="374904" y="4137660"/>
              <a:ext cx="292608" cy="292608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587" name="Image 10" descr="/home/claude/voi_deck/icons/users.png">
              <a:extLst>
                <a:ext uri="{FF2B5EF4-FFF2-40B4-BE49-F238E27FC236}">
                  <a16:creationId xmlns:a16="http://schemas.microsoft.com/office/drawing/2014/main" id="{FBB48B37-F555-2D2A-AF6C-453E48639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8056" y="4210812"/>
              <a:ext cx="146304" cy="146304"/>
            </a:xfrm>
            <a:prstGeom prst="rect">
              <a:avLst/>
            </a:prstGeom>
          </p:spPr>
        </p:pic>
        <p:sp>
          <p:nvSpPr>
            <p:cNvPr id="591" name="Text 88">
              <a:extLst>
                <a:ext uri="{FF2B5EF4-FFF2-40B4-BE49-F238E27FC236}">
                  <a16:creationId xmlns:a16="http://schemas.microsoft.com/office/drawing/2014/main" id="{C8D1263C-9694-EF53-076B-B6D89736D0AB}"/>
                </a:ext>
              </a:extLst>
            </p:cNvPr>
            <p:cNvSpPr txBox="1"/>
            <p:nvPr/>
          </p:nvSpPr>
          <p:spPr>
            <a:xfrm>
              <a:off x="704088" y="3973068"/>
              <a:ext cx="67665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RETENCIÓN Y RELACIÓN</a:t>
              </a:r>
              <a:endParaRPr lang="en-US" sz="563"/>
            </a:p>
          </p:txBody>
        </p:sp>
        <p:sp>
          <p:nvSpPr>
            <p:cNvPr id="595" name="Text 89">
              <a:extLst>
                <a:ext uri="{FF2B5EF4-FFF2-40B4-BE49-F238E27FC236}">
                  <a16:creationId xmlns:a16="http://schemas.microsoft.com/office/drawing/2014/main" id="{035F8047-522A-3C35-E913-239411912D5A}"/>
                </a:ext>
              </a:extLst>
            </p:cNvPr>
            <p:cNvSpPr txBox="1"/>
            <p:nvPr/>
          </p:nvSpPr>
          <p:spPr>
            <a:xfrm>
              <a:off x="1563624" y="4046220"/>
              <a:ext cx="154076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Retanqueo</a:t>
              </a:r>
              <a:endParaRPr lang="en-US" sz="563"/>
            </a:p>
          </p:txBody>
        </p:sp>
        <p:sp>
          <p:nvSpPr>
            <p:cNvPr id="599" name="Text 90">
              <a:extLst>
                <a:ext uri="{FF2B5EF4-FFF2-40B4-BE49-F238E27FC236}">
                  <a16:creationId xmlns:a16="http://schemas.microsoft.com/office/drawing/2014/main" id="{F9136054-88C3-BF7E-0654-DB26F5EEFA82}"/>
                </a:ext>
              </a:extLst>
            </p:cNvPr>
            <p:cNvSpPr txBox="1"/>
            <p:nvPr/>
          </p:nvSpPr>
          <p:spPr>
            <a:xfrm>
              <a:off x="1563624" y="4201668"/>
              <a:ext cx="15407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18.5%</a:t>
              </a:r>
              <a:endParaRPr lang="en-US" sz="900"/>
            </a:p>
          </p:txBody>
        </p:sp>
        <p:pic>
          <p:nvPicPr>
            <p:cNvPr id="603" name="Image 11" descr="/home/claude/voi_deck/icons/person_teal_dark.png">
              <a:extLst>
                <a:ext uri="{FF2B5EF4-FFF2-40B4-BE49-F238E27FC236}">
                  <a16:creationId xmlns:a16="http://schemas.microsoft.com/office/drawing/2014/main" id="{ADD4FBA4-EFC3-9A81-6D61-A3414749D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63624" y="4393692"/>
              <a:ext cx="128016" cy="128016"/>
            </a:xfrm>
            <a:prstGeom prst="rect">
              <a:avLst/>
            </a:prstGeom>
          </p:spPr>
        </p:pic>
        <p:pic>
          <p:nvPicPr>
            <p:cNvPr id="607" name="Image 12" descr="/home/claude/voi_deck/icons/person_teal_dark.png">
              <a:extLst>
                <a:ext uri="{FF2B5EF4-FFF2-40B4-BE49-F238E27FC236}">
                  <a16:creationId xmlns:a16="http://schemas.microsoft.com/office/drawing/2014/main" id="{BFB0B937-17E5-3169-3C90-6207E462A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05356" y="4393692"/>
              <a:ext cx="128016" cy="128016"/>
            </a:xfrm>
            <a:prstGeom prst="rect">
              <a:avLst/>
            </a:prstGeom>
          </p:spPr>
        </p:pic>
        <p:pic>
          <p:nvPicPr>
            <p:cNvPr id="610" name="Image 13" descr="/home/claude/voi_deck/icons/person_teal_dark.png">
              <a:extLst>
                <a:ext uri="{FF2B5EF4-FFF2-40B4-BE49-F238E27FC236}">
                  <a16:creationId xmlns:a16="http://schemas.microsoft.com/office/drawing/2014/main" id="{C39A316F-A439-AD9F-CC64-381CCF287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47088" y="4393692"/>
              <a:ext cx="128016" cy="128016"/>
            </a:xfrm>
            <a:prstGeom prst="rect">
              <a:avLst/>
            </a:prstGeom>
          </p:spPr>
        </p:pic>
        <p:pic>
          <p:nvPicPr>
            <p:cNvPr id="612" name="Image 14" descr="/home/claude/voi_deck/icons/person_teal_dark.png">
              <a:extLst>
                <a:ext uri="{FF2B5EF4-FFF2-40B4-BE49-F238E27FC236}">
                  <a16:creationId xmlns:a16="http://schemas.microsoft.com/office/drawing/2014/main" id="{26F210A2-E7D1-6C2C-CB23-FCF1A82BE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88820" y="4393692"/>
              <a:ext cx="128016" cy="128016"/>
            </a:xfrm>
            <a:prstGeom prst="rect">
              <a:avLst/>
            </a:prstGeom>
          </p:spPr>
        </p:pic>
        <p:pic>
          <p:nvPicPr>
            <p:cNvPr id="614" name="Image 15" descr="/home/claude/voi_deck/icons/person_teal_dark.png">
              <a:extLst>
                <a:ext uri="{FF2B5EF4-FFF2-40B4-BE49-F238E27FC236}">
                  <a16:creationId xmlns:a16="http://schemas.microsoft.com/office/drawing/2014/main" id="{1A883BE8-3BA2-AA2D-803D-25F8346F6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130552" y="4393692"/>
              <a:ext cx="128016" cy="128016"/>
            </a:xfrm>
            <a:prstGeom prst="rect">
              <a:avLst/>
            </a:prstGeom>
          </p:spPr>
        </p:pic>
        <p:pic>
          <p:nvPicPr>
            <p:cNvPr id="616" name="Image 16" descr="/home/claude/voi_deck/icons/person_teal_dark.png">
              <a:extLst>
                <a:ext uri="{FF2B5EF4-FFF2-40B4-BE49-F238E27FC236}">
                  <a16:creationId xmlns:a16="http://schemas.microsoft.com/office/drawing/2014/main" id="{D5B4A55E-49A6-A573-DED6-8142077AF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72284" y="4393692"/>
              <a:ext cx="128016" cy="128016"/>
            </a:xfrm>
            <a:prstGeom prst="rect">
              <a:avLst/>
            </a:prstGeom>
          </p:spPr>
        </p:pic>
        <p:sp>
          <p:nvSpPr>
            <p:cNvPr id="618" name="Text 91">
              <a:extLst>
                <a:ext uri="{FF2B5EF4-FFF2-40B4-BE49-F238E27FC236}">
                  <a16:creationId xmlns:a16="http://schemas.microsoft.com/office/drawing/2014/main" id="{C7132FB2-991C-9FA1-45B5-68833EEB0D0F}"/>
                </a:ext>
              </a:extLst>
            </p:cNvPr>
            <p:cNvSpPr txBox="1"/>
            <p:nvPr/>
          </p:nvSpPr>
          <p:spPr>
            <a:xfrm>
              <a:off x="3195828" y="4046220"/>
              <a:ext cx="10378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Cliente Izipay</a:t>
              </a:r>
              <a:endParaRPr lang="en-US" sz="563"/>
            </a:p>
          </p:txBody>
        </p:sp>
        <p:sp>
          <p:nvSpPr>
            <p:cNvPr id="620" name="Text 92">
              <a:extLst>
                <a:ext uri="{FF2B5EF4-FFF2-40B4-BE49-F238E27FC236}">
                  <a16:creationId xmlns:a16="http://schemas.microsoft.com/office/drawing/2014/main" id="{A1F2AB17-E74B-2032-7DF2-C3DF9BB2B54E}"/>
                </a:ext>
              </a:extLst>
            </p:cNvPr>
            <p:cNvSpPr txBox="1"/>
            <p:nvPr/>
          </p:nvSpPr>
          <p:spPr>
            <a:xfrm>
              <a:off x="3195828" y="4201668"/>
              <a:ext cx="10378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38.0%</a:t>
              </a:r>
              <a:endParaRPr lang="en-US" sz="900"/>
            </a:p>
          </p:txBody>
        </p:sp>
        <p:graphicFrame>
          <p:nvGraphicFramePr>
            <p:cNvPr id="622" name="Chart 3">
              <a:extLst>
                <a:ext uri="{FF2B5EF4-FFF2-40B4-BE49-F238E27FC236}">
                  <a16:creationId xmlns:a16="http://schemas.microsoft.com/office/drawing/2014/main" id="{CD54E52C-6C42-9ADD-9415-5C5469517F8F}"/>
                </a:ext>
              </a:extLst>
            </p:cNvPr>
            <p:cNvGraphicFramePr/>
            <p:nvPr/>
          </p:nvGraphicFramePr>
          <p:xfrm>
            <a:off x="4279392" y="4274820"/>
            <a:ext cx="420624" cy="420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sp>
          <p:nvSpPr>
            <p:cNvPr id="624" name="Text 93">
              <a:extLst>
                <a:ext uri="{FF2B5EF4-FFF2-40B4-BE49-F238E27FC236}">
                  <a16:creationId xmlns:a16="http://schemas.microsoft.com/office/drawing/2014/main" id="{ED38426C-684C-FC9F-3738-127651F19B23}"/>
                </a:ext>
              </a:extLst>
            </p:cNvPr>
            <p:cNvSpPr txBox="1"/>
            <p:nvPr/>
          </p:nvSpPr>
          <p:spPr>
            <a:xfrm>
              <a:off x="4946904" y="4046220"/>
              <a:ext cx="154076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Retanqueo</a:t>
              </a:r>
              <a:endParaRPr lang="en-US" sz="563"/>
            </a:p>
          </p:txBody>
        </p:sp>
        <p:sp>
          <p:nvSpPr>
            <p:cNvPr id="626" name="Text 94">
              <a:extLst>
                <a:ext uri="{FF2B5EF4-FFF2-40B4-BE49-F238E27FC236}">
                  <a16:creationId xmlns:a16="http://schemas.microsoft.com/office/drawing/2014/main" id="{C95889AB-1E60-1C2E-F994-686AD8E1AC40}"/>
                </a:ext>
              </a:extLst>
            </p:cNvPr>
            <p:cNvSpPr txBox="1"/>
            <p:nvPr/>
          </p:nvSpPr>
          <p:spPr>
            <a:xfrm>
              <a:off x="4946904" y="4201668"/>
              <a:ext cx="15407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6.4%</a:t>
              </a:r>
              <a:endParaRPr lang="en-US" sz="900"/>
            </a:p>
          </p:txBody>
        </p:sp>
        <p:pic>
          <p:nvPicPr>
            <p:cNvPr id="628" name="Image 17" descr="/home/claude/voi_deck/icons/person_teal_dark.png">
              <a:extLst>
                <a:ext uri="{FF2B5EF4-FFF2-40B4-BE49-F238E27FC236}">
                  <a16:creationId xmlns:a16="http://schemas.microsoft.com/office/drawing/2014/main" id="{E99A33E9-837A-657A-7367-142F664FD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946904" y="4393692"/>
              <a:ext cx="128016" cy="128016"/>
            </a:xfrm>
            <a:prstGeom prst="rect">
              <a:avLst/>
            </a:prstGeom>
          </p:spPr>
        </p:pic>
        <p:pic>
          <p:nvPicPr>
            <p:cNvPr id="630" name="Image 18" descr="/home/claude/voi_deck/icons/person_teal_dark.png">
              <a:extLst>
                <a:ext uri="{FF2B5EF4-FFF2-40B4-BE49-F238E27FC236}">
                  <a16:creationId xmlns:a16="http://schemas.microsoft.com/office/drawing/2014/main" id="{0DC2C87B-6EF1-62D7-B1FC-E1E8A61ED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88636" y="4393692"/>
              <a:ext cx="128016" cy="128016"/>
            </a:xfrm>
            <a:prstGeom prst="rect">
              <a:avLst/>
            </a:prstGeom>
          </p:spPr>
        </p:pic>
        <p:pic>
          <p:nvPicPr>
            <p:cNvPr id="632" name="Image 19" descr="/home/claude/voi_deck/icons/person_gray.png">
              <a:extLst>
                <a:ext uri="{FF2B5EF4-FFF2-40B4-BE49-F238E27FC236}">
                  <a16:creationId xmlns:a16="http://schemas.microsoft.com/office/drawing/2014/main" id="{9E995802-85AF-B837-509E-E15B3E066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230368" y="4393692"/>
              <a:ext cx="128016" cy="128016"/>
            </a:xfrm>
            <a:prstGeom prst="rect">
              <a:avLst/>
            </a:prstGeom>
          </p:spPr>
        </p:pic>
        <p:pic>
          <p:nvPicPr>
            <p:cNvPr id="634" name="Image 20" descr="/home/claude/voi_deck/icons/person_gray.png">
              <a:extLst>
                <a:ext uri="{FF2B5EF4-FFF2-40B4-BE49-F238E27FC236}">
                  <a16:creationId xmlns:a16="http://schemas.microsoft.com/office/drawing/2014/main" id="{2ECC643E-8B5B-C3E2-B7F6-ED8FA91FD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372100" y="4393692"/>
              <a:ext cx="128016" cy="128016"/>
            </a:xfrm>
            <a:prstGeom prst="rect">
              <a:avLst/>
            </a:prstGeom>
          </p:spPr>
        </p:pic>
        <p:pic>
          <p:nvPicPr>
            <p:cNvPr id="636" name="Image 21" descr="/home/claude/voi_deck/icons/person_gray.png">
              <a:extLst>
                <a:ext uri="{FF2B5EF4-FFF2-40B4-BE49-F238E27FC236}">
                  <a16:creationId xmlns:a16="http://schemas.microsoft.com/office/drawing/2014/main" id="{DDBDE166-47F8-EF32-45CB-D82E363FF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513832" y="4393692"/>
              <a:ext cx="128016" cy="128016"/>
            </a:xfrm>
            <a:prstGeom prst="rect">
              <a:avLst/>
            </a:prstGeom>
          </p:spPr>
        </p:pic>
        <p:pic>
          <p:nvPicPr>
            <p:cNvPr id="638" name="Image 22" descr="/home/claude/voi_deck/icons/person_gray.png">
              <a:extLst>
                <a:ext uri="{FF2B5EF4-FFF2-40B4-BE49-F238E27FC236}">
                  <a16:creationId xmlns:a16="http://schemas.microsoft.com/office/drawing/2014/main" id="{86914412-5A39-258C-8710-3A393B2EE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655564" y="4393692"/>
              <a:ext cx="128016" cy="128016"/>
            </a:xfrm>
            <a:prstGeom prst="rect">
              <a:avLst/>
            </a:prstGeom>
          </p:spPr>
        </p:pic>
        <p:sp>
          <p:nvSpPr>
            <p:cNvPr id="192" name="Text 95">
              <a:extLst>
                <a:ext uri="{FF2B5EF4-FFF2-40B4-BE49-F238E27FC236}">
                  <a16:creationId xmlns:a16="http://schemas.microsoft.com/office/drawing/2014/main" id="{E83A6713-CF19-175C-AA0C-3F4B467A81D6}"/>
                </a:ext>
              </a:extLst>
            </p:cNvPr>
            <p:cNvSpPr txBox="1"/>
            <p:nvPr/>
          </p:nvSpPr>
          <p:spPr>
            <a:xfrm>
              <a:off x="6579108" y="4046220"/>
              <a:ext cx="10378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Cliente Izipay</a:t>
              </a:r>
              <a:endParaRPr lang="en-US" sz="563"/>
            </a:p>
          </p:txBody>
        </p:sp>
        <p:sp>
          <p:nvSpPr>
            <p:cNvPr id="195" name="Text 96">
              <a:extLst>
                <a:ext uri="{FF2B5EF4-FFF2-40B4-BE49-F238E27FC236}">
                  <a16:creationId xmlns:a16="http://schemas.microsoft.com/office/drawing/2014/main" id="{E203E647-01D2-FF33-DF83-8D185F2836DF}"/>
                </a:ext>
              </a:extLst>
            </p:cNvPr>
            <p:cNvSpPr txBox="1"/>
            <p:nvPr/>
          </p:nvSpPr>
          <p:spPr>
            <a:xfrm>
              <a:off x="6579108" y="4201668"/>
              <a:ext cx="10378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35.5%</a:t>
              </a:r>
              <a:endParaRPr lang="en-US" sz="900"/>
            </a:p>
          </p:txBody>
        </p:sp>
        <p:graphicFrame>
          <p:nvGraphicFramePr>
            <p:cNvPr id="198" name="Chart 4">
              <a:extLst>
                <a:ext uri="{FF2B5EF4-FFF2-40B4-BE49-F238E27FC236}">
                  <a16:creationId xmlns:a16="http://schemas.microsoft.com/office/drawing/2014/main" id="{CAC3D1E7-31DA-233C-5A6D-C0AF210E10AF}"/>
                </a:ext>
              </a:extLst>
            </p:cNvPr>
            <p:cNvGraphicFramePr/>
            <p:nvPr/>
          </p:nvGraphicFramePr>
          <p:xfrm>
            <a:off x="7662672" y="4274820"/>
            <a:ext cx="420624" cy="420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sp>
          <p:nvSpPr>
            <p:cNvPr id="200" name="Text 97">
              <a:extLst>
                <a:ext uri="{FF2B5EF4-FFF2-40B4-BE49-F238E27FC236}">
                  <a16:creationId xmlns:a16="http://schemas.microsoft.com/office/drawing/2014/main" id="{E7E39927-57AF-3E71-04C6-B572336236C1}"/>
                </a:ext>
              </a:extLst>
            </p:cNvPr>
            <p:cNvSpPr txBox="1"/>
            <p:nvPr/>
          </p:nvSpPr>
          <p:spPr>
            <a:xfrm>
              <a:off x="8330184" y="4046220"/>
              <a:ext cx="154076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Retanqueo</a:t>
              </a:r>
              <a:endParaRPr lang="en-US" sz="563"/>
            </a:p>
          </p:txBody>
        </p:sp>
        <p:sp>
          <p:nvSpPr>
            <p:cNvPr id="203" name="Text 98">
              <a:extLst>
                <a:ext uri="{FF2B5EF4-FFF2-40B4-BE49-F238E27FC236}">
                  <a16:creationId xmlns:a16="http://schemas.microsoft.com/office/drawing/2014/main" id="{1E158B2A-EB25-C316-F6A4-38E94CDEE615}"/>
                </a:ext>
              </a:extLst>
            </p:cNvPr>
            <p:cNvSpPr txBox="1"/>
            <p:nvPr/>
          </p:nvSpPr>
          <p:spPr>
            <a:xfrm>
              <a:off x="8330184" y="4201668"/>
              <a:ext cx="15407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12.9%</a:t>
              </a:r>
              <a:endParaRPr lang="en-US" sz="900"/>
            </a:p>
          </p:txBody>
        </p:sp>
        <p:pic>
          <p:nvPicPr>
            <p:cNvPr id="206" name="Image 23" descr="/home/claude/voi_deck/icons/person_teal_dark.png">
              <a:extLst>
                <a:ext uri="{FF2B5EF4-FFF2-40B4-BE49-F238E27FC236}">
                  <a16:creationId xmlns:a16="http://schemas.microsoft.com/office/drawing/2014/main" id="{FD71D363-94D7-200C-F5E4-89DC25F64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30184" y="4393692"/>
              <a:ext cx="128016" cy="128016"/>
            </a:xfrm>
            <a:prstGeom prst="rect">
              <a:avLst/>
            </a:prstGeom>
          </p:spPr>
        </p:pic>
        <p:pic>
          <p:nvPicPr>
            <p:cNvPr id="208" name="Image 24" descr="/home/claude/voi_deck/icons/person_teal_dark.png">
              <a:extLst>
                <a:ext uri="{FF2B5EF4-FFF2-40B4-BE49-F238E27FC236}">
                  <a16:creationId xmlns:a16="http://schemas.microsoft.com/office/drawing/2014/main" id="{7A2C1CDB-E3F4-B6A1-BDC2-C7FAC41B9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471916" y="4393692"/>
              <a:ext cx="128016" cy="128016"/>
            </a:xfrm>
            <a:prstGeom prst="rect">
              <a:avLst/>
            </a:prstGeom>
          </p:spPr>
        </p:pic>
        <p:pic>
          <p:nvPicPr>
            <p:cNvPr id="211" name="Image 25" descr="/home/claude/voi_deck/icons/person_teal_dark.png">
              <a:extLst>
                <a:ext uri="{FF2B5EF4-FFF2-40B4-BE49-F238E27FC236}">
                  <a16:creationId xmlns:a16="http://schemas.microsoft.com/office/drawing/2014/main" id="{650442E4-532B-A28A-350D-B924C3FFC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613648" y="4393692"/>
              <a:ext cx="128016" cy="128016"/>
            </a:xfrm>
            <a:prstGeom prst="rect">
              <a:avLst/>
            </a:prstGeom>
          </p:spPr>
        </p:pic>
        <p:pic>
          <p:nvPicPr>
            <p:cNvPr id="214" name="Image 26" descr="/home/claude/voi_deck/icons/person_teal_dark.png">
              <a:extLst>
                <a:ext uri="{FF2B5EF4-FFF2-40B4-BE49-F238E27FC236}">
                  <a16:creationId xmlns:a16="http://schemas.microsoft.com/office/drawing/2014/main" id="{5BD7BC12-8DDE-36DD-112D-194716321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755380" y="4393692"/>
              <a:ext cx="128016" cy="128016"/>
            </a:xfrm>
            <a:prstGeom prst="rect">
              <a:avLst/>
            </a:prstGeom>
          </p:spPr>
        </p:pic>
        <p:pic>
          <p:nvPicPr>
            <p:cNvPr id="216" name="Image 27" descr="/home/claude/voi_deck/icons/person_gray.png">
              <a:extLst>
                <a:ext uri="{FF2B5EF4-FFF2-40B4-BE49-F238E27FC236}">
                  <a16:creationId xmlns:a16="http://schemas.microsoft.com/office/drawing/2014/main" id="{13EC6190-F3A1-B084-4087-182B05FA8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97112" y="4393692"/>
              <a:ext cx="128016" cy="128016"/>
            </a:xfrm>
            <a:prstGeom prst="rect">
              <a:avLst/>
            </a:prstGeom>
          </p:spPr>
        </p:pic>
        <p:pic>
          <p:nvPicPr>
            <p:cNvPr id="219" name="Image 28" descr="/home/claude/voi_deck/icons/person_gray.png">
              <a:extLst>
                <a:ext uri="{FF2B5EF4-FFF2-40B4-BE49-F238E27FC236}">
                  <a16:creationId xmlns:a16="http://schemas.microsoft.com/office/drawing/2014/main" id="{A3C9CF85-3C5C-5E7E-DAAD-4F59C1EF4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038844" y="4393692"/>
              <a:ext cx="128016" cy="128016"/>
            </a:xfrm>
            <a:prstGeom prst="rect">
              <a:avLst/>
            </a:prstGeom>
          </p:spPr>
        </p:pic>
        <p:sp>
          <p:nvSpPr>
            <p:cNvPr id="223" name="Text 99">
              <a:extLst>
                <a:ext uri="{FF2B5EF4-FFF2-40B4-BE49-F238E27FC236}">
                  <a16:creationId xmlns:a16="http://schemas.microsoft.com/office/drawing/2014/main" id="{3BB3DBA9-77BA-0BA1-5BA9-341D1961C12E}"/>
                </a:ext>
              </a:extLst>
            </p:cNvPr>
            <p:cNvSpPr txBox="1"/>
            <p:nvPr/>
          </p:nvSpPr>
          <p:spPr>
            <a:xfrm>
              <a:off x="9962388" y="4046220"/>
              <a:ext cx="10378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Cliente Izipay</a:t>
              </a:r>
              <a:endParaRPr lang="en-US" sz="563"/>
            </a:p>
          </p:txBody>
        </p:sp>
        <p:sp>
          <p:nvSpPr>
            <p:cNvPr id="227" name="Text 100">
              <a:extLst>
                <a:ext uri="{FF2B5EF4-FFF2-40B4-BE49-F238E27FC236}">
                  <a16:creationId xmlns:a16="http://schemas.microsoft.com/office/drawing/2014/main" id="{AD5F26EB-52A8-64AA-8655-958E1BADA213}"/>
                </a:ext>
              </a:extLst>
            </p:cNvPr>
            <p:cNvSpPr txBox="1"/>
            <p:nvPr/>
          </p:nvSpPr>
          <p:spPr>
            <a:xfrm>
              <a:off x="9962388" y="4201668"/>
              <a:ext cx="10378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35.4%</a:t>
              </a:r>
              <a:endParaRPr lang="en-US" sz="900"/>
            </a:p>
          </p:txBody>
        </p:sp>
        <p:graphicFrame>
          <p:nvGraphicFramePr>
            <p:cNvPr id="231" name="Chart 5">
              <a:extLst>
                <a:ext uri="{FF2B5EF4-FFF2-40B4-BE49-F238E27FC236}">
                  <a16:creationId xmlns:a16="http://schemas.microsoft.com/office/drawing/2014/main" id="{85C64688-B67A-D2A3-34C0-3FA16149C0BF}"/>
                </a:ext>
              </a:extLst>
            </p:cNvPr>
            <p:cNvGraphicFramePr/>
            <p:nvPr/>
          </p:nvGraphicFramePr>
          <p:xfrm>
            <a:off x="11045952" y="4274820"/>
            <a:ext cx="420624" cy="420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  <p:sp>
          <p:nvSpPr>
            <p:cNvPr id="235" name="Shape 101">
              <a:extLst>
                <a:ext uri="{FF2B5EF4-FFF2-40B4-BE49-F238E27FC236}">
                  <a16:creationId xmlns:a16="http://schemas.microsoft.com/office/drawing/2014/main" id="{27C29135-1078-E3C7-C457-66260C0EC2A7}"/>
                </a:ext>
              </a:extLst>
            </p:cNvPr>
            <p:cNvSpPr/>
            <p:nvPr/>
          </p:nvSpPr>
          <p:spPr>
            <a:xfrm>
              <a:off x="320040" y="4608576"/>
              <a:ext cx="11219688" cy="2029968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39" name="Shape 102">
              <a:extLst>
                <a:ext uri="{FF2B5EF4-FFF2-40B4-BE49-F238E27FC236}">
                  <a16:creationId xmlns:a16="http://schemas.microsoft.com/office/drawing/2014/main" id="{340D18D7-4AAF-73FE-3A00-0B4CD896A95D}"/>
                </a:ext>
              </a:extLst>
            </p:cNvPr>
            <p:cNvSpPr/>
            <p:nvPr/>
          </p:nvSpPr>
          <p:spPr>
            <a:xfrm>
              <a:off x="374904" y="5262372"/>
              <a:ext cx="292608" cy="292608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243" name="Image 29" descr="/home/claude/voi_deck/icons/percent.png">
              <a:extLst>
                <a:ext uri="{FF2B5EF4-FFF2-40B4-BE49-F238E27FC236}">
                  <a16:creationId xmlns:a16="http://schemas.microsoft.com/office/drawing/2014/main" id="{05EB3512-F981-D95A-224A-CBD64CABE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48056" y="5335524"/>
              <a:ext cx="146304" cy="146304"/>
            </a:xfrm>
            <a:prstGeom prst="rect">
              <a:avLst/>
            </a:prstGeom>
          </p:spPr>
        </p:pic>
        <p:sp>
          <p:nvSpPr>
            <p:cNvPr id="247" name="Text 103">
              <a:extLst>
                <a:ext uri="{FF2B5EF4-FFF2-40B4-BE49-F238E27FC236}">
                  <a16:creationId xmlns:a16="http://schemas.microsoft.com/office/drawing/2014/main" id="{6A0B10F5-9FEB-F96F-881D-E9584F5567DB}"/>
                </a:ext>
              </a:extLst>
            </p:cNvPr>
            <p:cNvSpPr txBox="1"/>
            <p:nvPr/>
          </p:nvSpPr>
          <p:spPr>
            <a:xfrm>
              <a:off x="704088" y="4608576"/>
              <a:ext cx="676656" cy="20299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DEL DESCUENTO</a:t>
              </a:r>
              <a:endParaRPr lang="en-US" sz="563"/>
            </a:p>
          </p:txBody>
        </p:sp>
        <p:sp>
          <p:nvSpPr>
            <p:cNvPr id="251" name="Text 104">
              <a:extLst>
                <a:ext uri="{FF2B5EF4-FFF2-40B4-BE49-F238E27FC236}">
                  <a16:creationId xmlns:a16="http://schemas.microsoft.com/office/drawing/2014/main" id="{8933865F-B1CF-789B-EF21-8A1F44EE7F30}"/>
                </a:ext>
              </a:extLst>
            </p:cNvPr>
            <p:cNvSpPr txBox="1"/>
            <p:nvPr/>
          </p:nvSpPr>
          <p:spPr>
            <a:xfrm>
              <a:off x="1563624" y="4663440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SEGMENTO ABC</a:t>
              </a:r>
              <a:endParaRPr lang="en-US" sz="525"/>
            </a:p>
          </p:txBody>
        </p:sp>
        <p:sp>
          <p:nvSpPr>
            <p:cNvPr id="255" name="Shape 108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1563624" y="5010912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59" name="Text 109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1664208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488"/>
            </a:p>
          </p:txBody>
        </p:sp>
        <p:sp>
          <p:nvSpPr>
            <p:cNvPr id="263" name="Shape 110">
              <a:extLst>
                <a:ext uri="{FF2B5EF4-FFF2-40B4-BE49-F238E27FC236}">
                  <a16:creationId xmlns:a16="http://schemas.microsoft.com/office/drawing/2014/main" id="{522A7E11-8C9E-B9E5-F7CB-8E5829170C8F}"/>
                </a:ext>
              </a:extLst>
            </p:cNvPr>
            <p:cNvSpPr/>
            <p:nvPr/>
          </p:nvSpPr>
          <p:spPr>
            <a:xfrm>
              <a:off x="1830172" y="5010912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7" name="Text 111">
              <a:extLst>
                <a:ext uri="{FF2B5EF4-FFF2-40B4-BE49-F238E27FC236}">
                  <a16:creationId xmlns:a16="http://schemas.microsoft.com/office/drawing/2014/main" id="{2884DADE-C057-DF6C-2469-E2AA0864474A}"/>
                </a:ext>
              </a:extLst>
            </p:cNvPr>
            <p:cNvSpPr txBox="1"/>
            <p:nvPr/>
          </p:nvSpPr>
          <p:spPr>
            <a:xfrm>
              <a:off x="1930756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488"/>
            </a:p>
          </p:txBody>
        </p:sp>
        <p:sp>
          <p:nvSpPr>
            <p:cNvPr id="271" name="Shape 112">
              <a:extLst>
                <a:ext uri="{FF2B5EF4-FFF2-40B4-BE49-F238E27FC236}">
                  <a16:creationId xmlns:a16="http://schemas.microsoft.com/office/drawing/2014/main" id="{385D9952-2614-5879-8121-B72500A709A3}"/>
                </a:ext>
              </a:extLst>
            </p:cNvPr>
            <p:cNvSpPr/>
            <p:nvPr/>
          </p:nvSpPr>
          <p:spPr>
            <a:xfrm>
              <a:off x="2096719" y="5010912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75" name="Text 113">
              <a:extLst>
                <a:ext uri="{FF2B5EF4-FFF2-40B4-BE49-F238E27FC236}">
                  <a16:creationId xmlns:a16="http://schemas.microsoft.com/office/drawing/2014/main" id="{93B49388-18D4-EC4F-B9FE-356D315D9653}"/>
                </a:ext>
              </a:extLst>
            </p:cNvPr>
            <p:cNvSpPr txBox="1"/>
            <p:nvPr/>
          </p:nvSpPr>
          <p:spPr>
            <a:xfrm>
              <a:off x="2197303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88"/>
            </a:p>
          </p:txBody>
        </p:sp>
        <p:sp>
          <p:nvSpPr>
            <p:cNvPr id="279" name="Text 114">
              <a:extLst>
                <a:ext uri="{FF2B5EF4-FFF2-40B4-BE49-F238E27FC236}">
                  <a16:creationId xmlns:a16="http://schemas.microsoft.com/office/drawing/2014/main" id="{02BE7F94-647B-2329-0EEF-4DD66F336A0A}"/>
                </a:ext>
              </a:extLst>
            </p:cNvPr>
            <p:cNvSpPr txBox="1"/>
            <p:nvPr/>
          </p:nvSpPr>
          <p:spPr>
            <a:xfrm>
              <a:off x="1563624" y="5202936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TRAMO DE DESCUENTO</a:t>
              </a:r>
              <a:endParaRPr lang="en-US" sz="525"/>
            </a:p>
          </p:txBody>
        </p:sp>
        <p:sp>
          <p:nvSpPr>
            <p:cNvPr id="283" name="Text 143">
              <a:extLst>
                <a:ext uri="{FF2B5EF4-FFF2-40B4-BE49-F238E27FC236}">
                  <a16:creationId xmlns:a16="http://schemas.microsoft.com/office/drawing/2014/main" id="{9E6CF617-90D7-DC9A-5DE7-C4DDCC07FD70}"/>
                </a:ext>
              </a:extLst>
            </p:cNvPr>
            <p:cNvSpPr txBox="1"/>
            <p:nvPr/>
          </p:nvSpPr>
          <p:spPr>
            <a:xfrm>
              <a:off x="1563624" y="6382512"/>
              <a:ext cx="309981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i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cliente más nuestro: mayor SOW (68%) y retanqueo (18.5%), 2º UAI y los pasivos más altos.</a:t>
              </a:r>
              <a:endParaRPr lang="en-US" sz="638"/>
            </a:p>
          </p:txBody>
        </p:sp>
        <p:sp>
          <p:nvSpPr>
            <p:cNvPr id="287" name="Text 144">
              <a:extLst>
                <a:ext uri="{FF2B5EF4-FFF2-40B4-BE49-F238E27FC236}">
                  <a16:creationId xmlns:a16="http://schemas.microsoft.com/office/drawing/2014/main" id="{9CB6478A-F3B3-B48C-F37B-8605B2DCC39D}"/>
                </a:ext>
              </a:extLst>
            </p:cNvPr>
            <p:cNvSpPr txBox="1"/>
            <p:nvPr/>
          </p:nvSpPr>
          <p:spPr>
            <a:xfrm>
              <a:off x="4946904" y="4663440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SEGMENTO ABC</a:t>
              </a:r>
              <a:endParaRPr lang="en-US" sz="525"/>
            </a:p>
          </p:txBody>
        </p:sp>
        <p:sp>
          <p:nvSpPr>
            <p:cNvPr id="291" name="Shape 150">
              <a:extLst>
                <a:ext uri="{FF2B5EF4-FFF2-40B4-BE49-F238E27FC236}">
                  <a16:creationId xmlns:a16="http://schemas.microsoft.com/office/drawing/2014/main" id="{79289A43-01C1-4758-9E87-60AEF423CC61}"/>
                </a:ext>
              </a:extLst>
            </p:cNvPr>
            <p:cNvSpPr/>
            <p:nvPr/>
          </p:nvSpPr>
          <p:spPr>
            <a:xfrm>
              <a:off x="4946904" y="5010912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95" name="Text 151">
              <a:extLst>
                <a:ext uri="{FF2B5EF4-FFF2-40B4-BE49-F238E27FC236}">
                  <a16:creationId xmlns:a16="http://schemas.microsoft.com/office/drawing/2014/main" id="{6CD4B8D3-73FC-A5F7-381A-C6FD02242BD8}"/>
                </a:ext>
              </a:extLst>
            </p:cNvPr>
            <p:cNvSpPr txBox="1"/>
            <p:nvPr/>
          </p:nvSpPr>
          <p:spPr>
            <a:xfrm>
              <a:off x="5047488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488"/>
            </a:p>
          </p:txBody>
        </p:sp>
        <p:sp>
          <p:nvSpPr>
            <p:cNvPr id="299" name="Shape 152">
              <a:extLst>
                <a:ext uri="{FF2B5EF4-FFF2-40B4-BE49-F238E27FC236}">
                  <a16:creationId xmlns:a16="http://schemas.microsoft.com/office/drawing/2014/main" id="{A0E7034C-B447-6045-A218-9A9CADC2DDF6}"/>
                </a:ext>
              </a:extLst>
            </p:cNvPr>
            <p:cNvSpPr/>
            <p:nvPr/>
          </p:nvSpPr>
          <p:spPr>
            <a:xfrm>
              <a:off x="5213452" y="5010912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303" name="Text 153">
              <a:extLst>
                <a:ext uri="{FF2B5EF4-FFF2-40B4-BE49-F238E27FC236}">
                  <a16:creationId xmlns:a16="http://schemas.microsoft.com/office/drawing/2014/main" id="{8AE62106-039A-A2BD-F022-DEB6F6B12145}"/>
                </a:ext>
              </a:extLst>
            </p:cNvPr>
            <p:cNvSpPr txBox="1"/>
            <p:nvPr/>
          </p:nvSpPr>
          <p:spPr>
            <a:xfrm>
              <a:off x="5314036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488"/>
            </a:p>
          </p:txBody>
        </p:sp>
        <p:sp>
          <p:nvSpPr>
            <p:cNvPr id="307" name="Shape 154">
              <a:extLst>
                <a:ext uri="{FF2B5EF4-FFF2-40B4-BE49-F238E27FC236}">
                  <a16:creationId xmlns:a16="http://schemas.microsoft.com/office/drawing/2014/main" id="{FAC0A7F2-6661-E963-171C-E120119A1273}"/>
                </a:ext>
              </a:extLst>
            </p:cNvPr>
            <p:cNvSpPr/>
            <p:nvPr/>
          </p:nvSpPr>
          <p:spPr>
            <a:xfrm>
              <a:off x="5479999" y="5010912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311" name="Text 155">
              <a:extLst>
                <a:ext uri="{FF2B5EF4-FFF2-40B4-BE49-F238E27FC236}">
                  <a16:creationId xmlns:a16="http://schemas.microsoft.com/office/drawing/2014/main" id="{E4AEC942-46D8-0A2D-7B3F-AFA4A044640D}"/>
                </a:ext>
              </a:extLst>
            </p:cNvPr>
            <p:cNvSpPr txBox="1"/>
            <p:nvPr/>
          </p:nvSpPr>
          <p:spPr>
            <a:xfrm>
              <a:off x="5580583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88"/>
            </a:p>
          </p:txBody>
        </p:sp>
        <p:sp>
          <p:nvSpPr>
            <p:cNvPr id="315" name="Text 156">
              <a:extLst>
                <a:ext uri="{FF2B5EF4-FFF2-40B4-BE49-F238E27FC236}">
                  <a16:creationId xmlns:a16="http://schemas.microsoft.com/office/drawing/2014/main" id="{00FA4D4E-F1D1-0560-5BBF-E0511D20DED5}"/>
                </a:ext>
              </a:extLst>
            </p:cNvPr>
            <p:cNvSpPr txBox="1"/>
            <p:nvPr/>
          </p:nvSpPr>
          <p:spPr>
            <a:xfrm>
              <a:off x="4946904" y="5202936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TRAMO DE DESCUENTO</a:t>
              </a:r>
              <a:endParaRPr lang="en-US" sz="525"/>
            </a:p>
          </p:txBody>
        </p:sp>
        <p:sp>
          <p:nvSpPr>
            <p:cNvPr id="319" name="Text 185">
              <a:extLst>
                <a:ext uri="{FF2B5EF4-FFF2-40B4-BE49-F238E27FC236}">
                  <a16:creationId xmlns:a16="http://schemas.microsoft.com/office/drawing/2014/main" id="{8EA9B7EC-C56E-224A-926D-5825C19D8D10}"/>
                </a:ext>
              </a:extLst>
            </p:cNvPr>
            <p:cNvSpPr txBox="1"/>
            <p:nvPr/>
          </p:nvSpPr>
          <p:spPr>
            <a:xfrm>
              <a:off x="4946904" y="6382512"/>
              <a:ext cx="309981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i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Nos prefiere (SOW 56%) pero aún es chico: ticket y ventas moderados.</a:t>
              </a:r>
              <a:endParaRPr lang="en-US" sz="638"/>
            </a:p>
          </p:txBody>
        </p:sp>
        <p:sp>
          <p:nvSpPr>
            <p:cNvPr id="323" name="Text 186">
              <a:extLst>
                <a:ext uri="{FF2B5EF4-FFF2-40B4-BE49-F238E27FC236}">
                  <a16:creationId xmlns:a16="http://schemas.microsoft.com/office/drawing/2014/main" id="{4F7E25DA-F7BA-92E3-A780-17441E3E729D}"/>
                </a:ext>
              </a:extLst>
            </p:cNvPr>
            <p:cNvSpPr txBox="1"/>
            <p:nvPr/>
          </p:nvSpPr>
          <p:spPr>
            <a:xfrm>
              <a:off x="8330184" y="4663440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SEGMENTO ABC</a:t>
              </a:r>
              <a:endParaRPr lang="en-US" sz="525"/>
            </a:p>
          </p:txBody>
        </p:sp>
        <p:sp>
          <p:nvSpPr>
            <p:cNvPr id="327" name="Shape 190">
              <a:extLst>
                <a:ext uri="{FF2B5EF4-FFF2-40B4-BE49-F238E27FC236}">
                  <a16:creationId xmlns:a16="http://schemas.microsoft.com/office/drawing/2014/main" id="{14C25B49-FC6C-0FC2-4793-98269A0AE341}"/>
                </a:ext>
              </a:extLst>
            </p:cNvPr>
            <p:cNvSpPr/>
            <p:nvPr/>
          </p:nvSpPr>
          <p:spPr>
            <a:xfrm>
              <a:off x="8330184" y="5010912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331" name="Text 191">
              <a:extLst>
                <a:ext uri="{FF2B5EF4-FFF2-40B4-BE49-F238E27FC236}">
                  <a16:creationId xmlns:a16="http://schemas.microsoft.com/office/drawing/2014/main" id="{E0E09B91-D217-8D70-0DC9-3BA85C06CC6F}"/>
                </a:ext>
              </a:extLst>
            </p:cNvPr>
            <p:cNvSpPr txBox="1"/>
            <p:nvPr/>
          </p:nvSpPr>
          <p:spPr>
            <a:xfrm>
              <a:off x="8430768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488"/>
            </a:p>
          </p:txBody>
        </p:sp>
        <p:sp>
          <p:nvSpPr>
            <p:cNvPr id="335" name="Shape 192">
              <a:extLst>
                <a:ext uri="{FF2B5EF4-FFF2-40B4-BE49-F238E27FC236}">
                  <a16:creationId xmlns:a16="http://schemas.microsoft.com/office/drawing/2014/main" id="{1CB12CE5-878B-E02F-71C4-DF2DF4F6EAB1}"/>
                </a:ext>
              </a:extLst>
            </p:cNvPr>
            <p:cNvSpPr/>
            <p:nvPr/>
          </p:nvSpPr>
          <p:spPr>
            <a:xfrm>
              <a:off x="8596732" y="5010912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339" name="Text 193">
              <a:extLst>
                <a:ext uri="{FF2B5EF4-FFF2-40B4-BE49-F238E27FC236}">
                  <a16:creationId xmlns:a16="http://schemas.microsoft.com/office/drawing/2014/main" id="{E3F672A2-E8AB-F417-7EFD-C04BF110CACE}"/>
                </a:ext>
              </a:extLst>
            </p:cNvPr>
            <p:cNvSpPr txBox="1"/>
            <p:nvPr/>
          </p:nvSpPr>
          <p:spPr>
            <a:xfrm>
              <a:off x="8697316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488"/>
            </a:p>
          </p:txBody>
        </p:sp>
        <p:sp>
          <p:nvSpPr>
            <p:cNvPr id="343" name="Shape 194">
              <a:extLst>
                <a:ext uri="{FF2B5EF4-FFF2-40B4-BE49-F238E27FC236}">
                  <a16:creationId xmlns:a16="http://schemas.microsoft.com/office/drawing/2014/main" id="{151EEE04-E2DF-9ED6-813B-AFD176C26555}"/>
                </a:ext>
              </a:extLst>
            </p:cNvPr>
            <p:cNvSpPr/>
            <p:nvPr/>
          </p:nvSpPr>
          <p:spPr>
            <a:xfrm>
              <a:off x="8863279" y="5010912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347" name="Text 195">
              <a:extLst>
                <a:ext uri="{FF2B5EF4-FFF2-40B4-BE49-F238E27FC236}">
                  <a16:creationId xmlns:a16="http://schemas.microsoft.com/office/drawing/2014/main" id="{B51CB259-D852-C646-62BC-94BFA696EBDD}"/>
                </a:ext>
              </a:extLst>
            </p:cNvPr>
            <p:cNvSpPr txBox="1"/>
            <p:nvPr/>
          </p:nvSpPr>
          <p:spPr>
            <a:xfrm>
              <a:off x="8963863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88"/>
            </a:p>
          </p:txBody>
        </p:sp>
        <p:sp>
          <p:nvSpPr>
            <p:cNvPr id="351" name="Text 196">
              <a:extLst>
                <a:ext uri="{FF2B5EF4-FFF2-40B4-BE49-F238E27FC236}">
                  <a16:creationId xmlns:a16="http://schemas.microsoft.com/office/drawing/2014/main" id="{13D11E7B-BF93-8AF8-A490-EE5581111C0F}"/>
                </a:ext>
              </a:extLst>
            </p:cNvPr>
            <p:cNvSpPr txBox="1"/>
            <p:nvPr/>
          </p:nvSpPr>
          <p:spPr>
            <a:xfrm>
              <a:off x="8330184" y="5202936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TRAMO DE DESCUENTO</a:t>
              </a:r>
              <a:endParaRPr lang="en-US" sz="525"/>
            </a:p>
          </p:txBody>
        </p:sp>
        <p:sp>
          <p:nvSpPr>
            <p:cNvPr id="355" name="Text 225">
              <a:extLst>
                <a:ext uri="{FF2B5EF4-FFF2-40B4-BE49-F238E27FC236}">
                  <a16:creationId xmlns:a16="http://schemas.microsoft.com/office/drawing/2014/main" id="{147847FC-12DF-42E2-3F79-75E8FFD1B534}"/>
                </a:ext>
              </a:extLst>
            </p:cNvPr>
            <p:cNvSpPr txBox="1"/>
            <p:nvPr/>
          </p:nvSpPr>
          <p:spPr>
            <a:xfrm>
              <a:off x="8330184" y="6382512"/>
              <a:ext cx="309981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i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Ticket de S/ 220k, ventas de S/ 2.7MM y la mejor TEA: la cuenta de mayor valor.</a:t>
              </a:r>
              <a:endParaRPr lang="en-US" sz="638"/>
            </a:p>
          </p:txBody>
        </p:sp>
        <p:sp>
          <p:nvSpPr>
            <p:cNvPr id="379" name="Shape 269">
              <a:extLst>
                <a:ext uri="{FF2B5EF4-FFF2-40B4-BE49-F238E27FC236}">
                  <a16:creationId xmlns:a16="http://schemas.microsoft.com/office/drawing/2014/main" id="{B2E120C2-5F9E-5B44-DE52-521FFA02EAE6}"/>
                </a:ext>
              </a:extLst>
            </p:cNvPr>
            <p:cNvSpPr/>
            <p:nvPr/>
          </p:nvSpPr>
          <p:spPr>
            <a:xfrm>
              <a:off x="1563624" y="4818888"/>
              <a:ext cx="3037820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383" name="Text 270">
              <a:extLst>
                <a:ext uri="{FF2B5EF4-FFF2-40B4-BE49-F238E27FC236}">
                  <a16:creationId xmlns:a16="http://schemas.microsoft.com/office/drawing/2014/main" id="{FF8E1B16-284F-5E34-AF76-FFF0E751C961}"/>
                </a:ext>
              </a:extLst>
            </p:cNvPr>
            <p:cNvSpPr txBox="1"/>
            <p:nvPr/>
          </p:nvSpPr>
          <p:spPr>
            <a:xfrm>
              <a:off x="1563624" y="4818888"/>
              <a:ext cx="30378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98%</a:t>
              </a:r>
              <a:endParaRPr lang="en-US" sz="600"/>
            </a:p>
          </p:txBody>
        </p:sp>
        <p:sp>
          <p:nvSpPr>
            <p:cNvPr id="387" name="Shape 271">
              <a:extLst>
                <a:ext uri="{FF2B5EF4-FFF2-40B4-BE49-F238E27FC236}">
                  <a16:creationId xmlns:a16="http://schemas.microsoft.com/office/drawing/2014/main" id="{924E7314-BA9A-3E68-EA9E-63CEBCB2F040}"/>
                </a:ext>
              </a:extLst>
            </p:cNvPr>
            <p:cNvSpPr/>
            <p:nvPr/>
          </p:nvSpPr>
          <p:spPr>
            <a:xfrm>
              <a:off x="4601444" y="4818888"/>
              <a:ext cx="61996" cy="137160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391" name="Shape 272">
              <a:extLst>
                <a:ext uri="{FF2B5EF4-FFF2-40B4-BE49-F238E27FC236}">
                  <a16:creationId xmlns:a16="http://schemas.microsoft.com/office/drawing/2014/main" id="{B2D5B998-8C2D-C91A-4521-36DE1FF7A21B}"/>
                </a:ext>
              </a:extLst>
            </p:cNvPr>
            <p:cNvSpPr/>
            <p:nvPr/>
          </p:nvSpPr>
          <p:spPr>
            <a:xfrm>
              <a:off x="1563624" y="5522976"/>
              <a:ext cx="561067" cy="11887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395" name="Text 273">
              <a:extLst>
                <a:ext uri="{FF2B5EF4-FFF2-40B4-BE49-F238E27FC236}">
                  <a16:creationId xmlns:a16="http://schemas.microsoft.com/office/drawing/2014/main" id="{9DCCF68D-1EFF-6121-F585-BF82275B1451}"/>
                </a:ext>
              </a:extLst>
            </p:cNvPr>
            <p:cNvSpPr txBox="1"/>
            <p:nvPr/>
          </p:nvSpPr>
          <p:spPr>
            <a:xfrm>
              <a:off x="1563624" y="5349240"/>
              <a:ext cx="561067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18%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1.5M)</a:t>
              </a:r>
              <a:endParaRPr lang="en-US" sz="375"/>
            </a:p>
          </p:txBody>
        </p:sp>
        <p:sp>
          <p:nvSpPr>
            <p:cNvPr id="399" name="Shape 274">
              <a:extLst>
                <a:ext uri="{FF2B5EF4-FFF2-40B4-BE49-F238E27FC236}">
                  <a16:creationId xmlns:a16="http://schemas.microsoft.com/office/drawing/2014/main" id="{4DDB94F8-79A9-DD8A-3355-79A34047770D}"/>
                </a:ext>
              </a:extLst>
            </p:cNvPr>
            <p:cNvSpPr/>
            <p:nvPr/>
          </p:nvSpPr>
          <p:spPr>
            <a:xfrm>
              <a:off x="1563624" y="572414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403" name="Text 275">
              <a:extLst>
                <a:ext uri="{FF2B5EF4-FFF2-40B4-BE49-F238E27FC236}">
                  <a16:creationId xmlns:a16="http://schemas.microsoft.com/office/drawing/2014/main" id="{A15F020E-F495-C8D1-B8B4-A935952DDC3B}"/>
                </a:ext>
              </a:extLst>
            </p:cNvPr>
            <p:cNvSpPr txBox="1"/>
            <p:nvPr/>
          </p:nvSpPr>
          <p:spPr>
            <a:xfrm>
              <a:off x="1664208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desc.</a:t>
              </a:r>
              <a:endParaRPr lang="en-US" sz="450"/>
            </a:p>
          </p:txBody>
        </p:sp>
        <p:sp>
          <p:nvSpPr>
            <p:cNvPr id="407" name="Shape 276">
              <a:extLst>
                <a:ext uri="{FF2B5EF4-FFF2-40B4-BE49-F238E27FC236}">
                  <a16:creationId xmlns:a16="http://schemas.microsoft.com/office/drawing/2014/main" id="{35173BF4-6FE1-800B-A6E1-26D09913B394}"/>
                </a:ext>
              </a:extLst>
            </p:cNvPr>
            <p:cNvSpPr/>
            <p:nvPr/>
          </p:nvSpPr>
          <p:spPr>
            <a:xfrm>
              <a:off x="2124691" y="5522976"/>
              <a:ext cx="1162431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411" name="Text 277">
              <a:extLst>
                <a:ext uri="{FF2B5EF4-FFF2-40B4-BE49-F238E27FC236}">
                  <a16:creationId xmlns:a16="http://schemas.microsoft.com/office/drawing/2014/main" id="{1DC3B766-343A-DABD-8F70-3014D42418EB}"/>
                </a:ext>
              </a:extLst>
            </p:cNvPr>
            <p:cNvSpPr txBox="1"/>
            <p:nvPr/>
          </p:nvSpPr>
          <p:spPr>
            <a:xfrm>
              <a:off x="2124691" y="5349240"/>
              <a:ext cx="1162431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38%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3.0M)</a:t>
              </a:r>
              <a:endParaRPr lang="en-US" sz="375"/>
            </a:p>
          </p:txBody>
        </p:sp>
        <p:sp>
          <p:nvSpPr>
            <p:cNvPr id="415" name="Shape 278">
              <a:extLst>
                <a:ext uri="{FF2B5EF4-FFF2-40B4-BE49-F238E27FC236}">
                  <a16:creationId xmlns:a16="http://schemas.microsoft.com/office/drawing/2014/main" id="{AF936182-6E43-7B94-B526-E386FF5C73F7}"/>
                </a:ext>
              </a:extLst>
            </p:cNvPr>
            <p:cNvSpPr/>
            <p:nvPr/>
          </p:nvSpPr>
          <p:spPr>
            <a:xfrm>
              <a:off x="2338578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419" name="Text 279">
              <a:extLst>
                <a:ext uri="{FF2B5EF4-FFF2-40B4-BE49-F238E27FC236}">
                  <a16:creationId xmlns:a16="http://schemas.microsoft.com/office/drawing/2014/main" id="{4A17AFC8-3189-B9FF-4CE4-20F147AF5310}"/>
                </a:ext>
              </a:extLst>
            </p:cNvPr>
            <p:cNvSpPr txBox="1"/>
            <p:nvPr/>
          </p:nvSpPr>
          <p:spPr>
            <a:xfrm>
              <a:off x="2439162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(0-200]</a:t>
              </a:r>
              <a:endParaRPr lang="en-US" sz="450"/>
            </a:p>
          </p:txBody>
        </p:sp>
        <p:sp>
          <p:nvSpPr>
            <p:cNvPr id="423" name="Shape 280">
              <a:extLst>
                <a:ext uri="{FF2B5EF4-FFF2-40B4-BE49-F238E27FC236}">
                  <a16:creationId xmlns:a16="http://schemas.microsoft.com/office/drawing/2014/main" id="{1D5DFB0F-A548-82DB-7FD0-3C3E3522AE9B}"/>
                </a:ext>
              </a:extLst>
            </p:cNvPr>
            <p:cNvSpPr/>
            <p:nvPr/>
          </p:nvSpPr>
          <p:spPr>
            <a:xfrm>
              <a:off x="3287122" y="5522976"/>
              <a:ext cx="846250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427" name="Text 281">
              <a:extLst>
                <a:ext uri="{FF2B5EF4-FFF2-40B4-BE49-F238E27FC236}">
                  <a16:creationId xmlns:a16="http://schemas.microsoft.com/office/drawing/2014/main" id="{8E6C9AB3-D16E-8E6D-BDFD-980EC03E7C02}"/>
                </a:ext>
              </a:extLst>
            </p:cNvPr>
            <p:cNvSpPr txBox="1"/>
            <p:nvPr/>
          </p:nvSpPr>
          <p:spPr>
            <a:xfrm>
              <a:off x="3287122" y="5349240"/>
              <a:ext cx="846250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27%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2.2M)</a:t>
              </a:r>
              <a:endParaRPr lang="en-US" sz="375"/>
            </a:p>
          </p:txBody>
        </p:sp>
        <p:sp>
          <p:nvSpPr>
            <p:cNvPr id="431" name="Shape 282">
              <a:extLst>
                <a:ext uri="{FF2B5EF4-FFF2-40B4-BE49-F238E27FC236}">
                  <a16:creationId xmlns:a16="http://schemas.microsoft.com/office/drawing/2014/main" id="{F4E31ACF-652E-8F21-1E8E-8406E71725DA}"/>
                </a:ext>
              </a:extLst>
            </p:cNvPr>
            <p:cNvSpPr/>
            <p:nvPr/>
          </p:nvSpPr>
          <p:spPr>
            <a:xfrm>
              <a:off x="3113532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435" name="Text 283">
              <a:extLst>
                <a:ext uri="{FF2B5EF4-FFF2-40B4-BE49-F238E27FC236}">
                  <a16:creationId xmlns:a16="http://schemas.microsoft.com/office/drawing/2014/main" id="{B42CB95E-CDF5-1D3B-5193-8A4249EF1122}"/>
                </a:ext>
              </a:extLst>
            </p:cNvPr>
            <p:cNvSpPr txBox="1"/>
            <p:nvPr/>
          </p:nvSpPr>
          <p:spPr>
            <a:xfrm>
              <a:off x="3214116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(200-400]</a:t>
              </a:r>
              <a:endParaRPr lang="en-US" sz="450"/>
            </a:p>
          </p:txBody>
        </p:sp>
        <p:sp>
          <p:nvSpPr>
            <p:cNvPr id="439" name="Shape 284">
              <a:extLst>
                <a:ext uri="{FF2B5EF4-FFF2-40B4-BE49-F238E27FC236}">
                  <a16:creationId xmlns:a16="http://schemas.microsoft.com/office/drawing/2014/main" id="{2A6616BA-7504-105F-6BFF-2D5CA620B9DC}"/>
                </a:ext>
              </a:extLst>
            </p:cNvPr>
            <p:cNvSpPr/>
            <p:nvPr/>
          </p:nvSpPr>
          <p:spPr>
            <a:xfrm>
              <a:off x="4133371" y="5522976"/>
              <a:ext cx="530069" cy="11887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443" name="Text 285">
              <a:extLst>
                <a:ext uri="{FF2B5EF4-FFF2-40B4-BE49-F238E27FC236}">
                  <a16:creationId xmlns:a16="http://schemas.microsoft.com/office/drawing/2014/main" id="{CEC49096-820F-9F8E-AFEB-3F5C5E9FB3C9}"/>
                </a:ext>
              </a:extLst>
            </p:cNvPr>
            <p:cNvSpPr txBox="1"/>
            <p:nvPr/>
          </p:nvSpPr>
          <p:spPr>
            <a:xfrm>
              <a:off x="4133371" y="5349240"/>
              <a:ext cx="530069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17%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1.4M)</a:t>
              </a:r>
              <a:endParaRPr lang="en-US" sz="375"/>
            </a:p>
          </p:txBody>
        </p:sp>
        <p:sp>
          <p:nvSpPr>
            <p:cNvPr id="447" name="Shape 286">
              <a:extLst>
                <a:ext uri="{FF2B5EF4-FFF2-40B4-BE49-F238E27FC236}">
                  <a16:creationId xmlns:a16="http://schemas.microsoft.com/office/drawing/2014/main" id="{EB859999-56C3-FAF2-A76E-9EA9222D2BE7}"/>
                </a:ext>
              </a:extLst>
            </p:cNvPr>
            <p:cNvSpPr/>
            <p:nvPr/>
          </p:nvSpPr>
          <p:spPr>
            <a:xfrm>
              <a:off x="3888486" y="5724144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41" name="Text 287">
              <a:extLst>
                <a:ext uri="{FF2B5EF4-FFF2-40B4-BE49-F238E27FC236}">
                  <a16:creationId xmlns:a16="http://schemas.microsoft.com/office/drawing/2014/main" id="{9763D591-2ADC-5F5C-E8A1-370A15A50E27}"/>
                </a:ext>
              </a:extLst>
            </p:cNvPr>
            <p:cNvSpPr txBox="1"/>
            <p:nvPr/>
          </p:nvSpPr>
          <p:spPr>
            <a:xfrm>
              <a:off x="3989070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(400+]</a:t>
              </a:r>
              <a:endParaRPr lang="en-US" sz="450"/>
            </a:p>
          </p:txBody>
        </p:sp>
        <p:sp>
          <p:nvSpPr>
            <p:cNvPr id="643" name="Shape 288">
              <a:extLst>
                <a:ext uri="{FF2B5EF4-FFF2-40B4-BE49-F238E27FC236}">
                  <a16:creationId xmlns:a16="http://schemas.microsoft.com/office/drawing/2014/main" id="{8934C0BE-42EF-8DDD-11E5-346AE4F8AD02}"/>
                </a:ext>
              </a:extLst>
            </p:cNvPr>
            <p:cNvSpPr/>
            <p:nvPr/>
          </p:nvSpPr>
          <p:spPr>
            <a:xfrm>
              <a:off x="4946904" y="4818888"/>
              <a:ext cx="1038438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45" name="Text 289">
              <a:extLst>
                <a:ext uri="{FF2B5EF4-FFF2-40B4-BE49-F238E27FC236}">
                  <a16:creationId xmlns:a16="http://schemas.microsoft.com/office/drawing/2014/main" id="{96CBDEC3-E10A-2125-59B4-1A81B8A6A2DA}"/>
                </a:ext>
              </a:extLst>
            </p:cNvPr>
            <p:cNvSpPr txBox="1"/>
            <p:nvPr/>
          </p:nvSpPr>
          <p:spPr>
            <a:xfrm>
              <a:off x="4946904" y="4818888"/>
              <a:ext cx="103843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34%</a:t>
              </a:r>
              <a:endParaRPr lang="en-US" sz="600"/>
            </a:p>
          </p:txBody>
        </p:sp>
        <p:sp>
          <p:nvSpPr>
            <p:cNvPr id="647" name="Shape 290">
              <a:extLst>
                <a:ext uri="{FF2B5EF4-FFF2-40B4-BE49-F238E27FC236}">
                  <a16:creationId xmlns:a16="http://schemas.microsoft.com/office/drawing/2014/main" id="{BD524479-DE3D-DDCD-6184-B5E65691918A}"/>
                </a:ext>
              </a:extLst>
            </p:cNvPr>
            <p:cNvSpPr/>
            <p:nvPr/>
          </p:nvSpPr>
          <p:spPr>
            <a:xfrm>
              <a:off x="5985342" y="4818888"/>
              <a:ext cx="1835091" cy="137160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49" name="Text 291">
              <a:extLst>
                <a:ext uri="{FF2B5EF4-FFF2-40B4-BE49-F238E27FC236}">
                  <a16:creationId xmlns:a16="http://schemas.microsoft.com/office/drawing/2014/main" id="{C6BA6FE5-8FAE-1745-4C1C-08F20A312458}"/>
                </a:ext>
              </a:extLst>
            </p:cNvPr>
            <p:cNvSpPr txBox="1"/>
            <p:nvPr/>
          </p:nvSpPr>
          <p:spPr>
            <a:xfrm>
              <a:off x="5985342" y="4818888"/>
              <a:ext cx="183509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59%</a:t>
              </a:r>
              <a:endParaRPr lang="en-US" sz="600"/>
            </a:p>
          </p:txBody>
        </p:sp>
        <p:sp>
          <p:nvSpPr>
            <p:cNvPr id="651" name="Shape 292">
              <a:extLst>
                <a:ext uri="{FF2B5EF4-FFF2-40B4-BE49-F238E27FC236}">
                  <a16:creationId xmlns:a16="http://schemas.microsoft.com/office/drawing/2014/main" id="{31D86E48-CD84-1F61-1072-F25B2D733B09}"/>
                </a:ext>
              </a:extLst>
            </p:cNvPr>
            <p:cNvSpPr/>
            <p:nvPr/>
          </p:nvSpPr>
          <p:spPr>
            <a:xfrm>
              <a:off x="7820433" y="4818888"/>
              <a:ext cx="229386" cy="137160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53" name="Shape 293">
              <a:extLst>
                <a:ext uri="{FF2B5EF4-FFF2-40B4-BE49-F238E27FC236}">
                  <a16:creationId xmlns:a16="http://schemas.microsoft.com/office/drawing/2014/main" id="{5681389B-89D7-CEDD-E363-58778C10E31D}"/>
                </a:ext>
              </a:extLst>
            </p:cNvPr>
            <p:cNvSpPr/>
            <p:nvPr/>
          </p:nvSpPr>
          <p:spPr>
            <a:xfrm>
              <a:off x="4946904" y="5522976"/>
              <a:ext cx="722257" cy="11887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55" name="Text 294">
              <a:extLst>
                <a:ext uri="{FF2B5EF4-FFF2-40B4-BE49-F238E27FC236}">
                  <a16:creationId xmlns:a16="http://schemas.microsoft.com/office/drawing/2014/main" id="{3EB32123-143D-B2C2-95AA-1343CAEF5038}"/>
                </a:ext>
              </a:extLst>
            </p:cNvPr>
            <p:cNvSpPr txBox="1"/>
            <p:nvPr/>
          </p:nvSpPr>
          <p:spPr>
            <a:xfrm>
              <a:off x="4946904" y="5349240"/>
              <a:ext cx="722257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23%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1.1M)</a:t>
              </a:r>
              <a:endParaRPr lang="en-US" sz="375"/>
            </a:p>
          </p:txBody>
        </p:sp>
        <p:sp>
          <p:nvSpPr>
            <p:cNvPr id="657" name="Shape 295">
              <a:extLst>
                <a:ext uri="{FF2B5EF4-FFF2-40B4-BE49-F238E27FC236}">
                  <a16:creationId xmlns:a16="http://schemas.microsoft.com/office/drawing/2014/main" id="{709BFB03-CDA1-EB81-5DEF-5E0A4923D2A0}"/>
                </a:ext>
              </a:extLst>
            </p:cNvPr>
            <p:cNvSpPr/>
            <p:nvPr/>
          </p:nvSpPr>
          <p:spPr>
            <a:xfrm>
              <a:off x="4946904" y="572414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59" name="Text 296">
              <a:extLst>
                <a:ext uri="{FF2B5EF4-FFF2-40B4-BE49-F238E27FC236}">
                  <a16:creationId xmlns:a16="http://schemas.microsoft.com/office/drawing/2014/main" id="{22FA69E9-7B5C-63AE-44C5-58670AEFFAAE}"/>
                </a:ext>
              </a:extLst>
            </p:cNvPr>
            <p:cNvSpPr txBox="1"/>
            <p:nvPr/>
          </p:nvSpPr>
          <p:spPr>
            <a:xfrm>
              <a:off x="5047488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desc.</a:t>
              </a:r>
              <a:endParaRPr lang="en-US" sz="450"/>
            </a:p>
          </p:txBody>
        </p:sp>
        <p:sp>
          <p:nvSpPr>
            <p:cNvPr id="661" name="Shape 297">
              <a:extLst>
                <a:ext uri="{FF2B5EF4-FFF2-40B4-BE49-F238E27FC236}">
                  <a16:creationId xmlns:a16="http://schemas.microsoft.com/office/drawing/2014/main" id="{2390A895-6583-7407-594D-CF629B56536B}"/>
                </a:ext>
              </a:extLst>
            </p:cNvPr>
            <p:cNvSpPr/>
            <p:nvPr/>
          </p:nvSpPr>
          <p:spPr>
            <a:xfrm>
              <a:off x="5669161" y="5522976"/>
              <a:ext cx="948544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63" name="Text 298">
              <a:extLst>
                <a:ext uri="{FF2B5EF4-FFF2-40B4-BE49-F238E27FC236}">
                  <a16:creationId xmlns:a16="http://schemas.microsoft.com/office/drawing/2014/main" id="{739D19CE-794A-A28C-61E4-DFDC76FEFF41}"/>
                </a:ext>
              </a:extLst>
            </p:cNvPr>
            <p:cNvSpPr txBox="1"/>
            <p:nvPr/>
          </p:nvSpPr>
          <p:spPr>
            <a:xfrm>
              <a:off x="5669161" y="5349240"/>
              <a:ext cx="948544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31%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1.5M)</a:t>
              </a:r>
              <a:endParaRPr lang="en-US" sz="375"/>
            </a:p>
          </p:txBody>
        </p:sp>
        <p:sp>
          <p:nvSpPr>
            <p:cNvPr id="665" name="Shape 299">
              <a:extLst>
                <a:ext uri="{FF2B5EF4-FFF2-40B4-BE49-F238E27FC236}">
                  <a16:creationId xmlns:a16="http://schemas.microsoft.com/office/drawing/2014/main" id="{0916FA37-FA3C-728E-22B7-25EDB7FF6D57}"/>
                </a:ext>
              </a:extLst>
            </p:cNvPr>
            <p:cNvSpPr/>
            <p:nvPr/>
          </p:nvSpPr>
          <p:spPr>
            <a:xfrm>
              <a:off x="5721858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67" name="Text 300">
              <a:extLst>
                <a:ext uri="{FF2B5EF4-FFF2-40B4-BE49-F238E27FC236}">
                  <a16:creationId xmlns:a16="http://schemas.microsoft.com/office/drawing/2014/main" id="{22DA6FC4-4A6B-F27B-37BD-054B6845EBC1}"/>
                </a:ext>
              </a:extLst>
            </p:cNvPr>
            <p:cNvSpPr txBox="1"/>
            <p:nvPr/>
          </p:nvSpPr>
          <p:spPr>
            <a:xfrm>
              <a:off x="5822442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(0-200]</a:t>
              </a:r>
              <a:endParaRPr lang="en-US" sz="450"/>
            </a:p>
          </p:txBody>
        </p:sp>
        <p:sp>
          <p:nvSpPr>
            <p:cNvPr id="669" name="Shape 301">
              <a:extLst>
                <a:ext uri="{FF2B5EF4-FFF2-40B4-BE49-F238E27FC236}">
                  <a16:creationId xmlns:a16="http://schemas.microsoft.com/office/drawing/2014/main" id="{13B11AC1-06DA-88E9-9EB3-3B967DC1B980}"/>
                </a:ext>
              </a:extLst>
            </p:cNvPr>
            <p:cNvSpPr/>
            <p:nvPr/>
          </p:nvSpPr>
          <p:spPr>
            <a:xfrm>
              <a:off x="6617705" y="5522976"/>
              <a:ext cx="812152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71" name="Text 302">
              <a:extLst>
                <a:ext uri="{FF2B5EF4-FFF2-40B4-BE49-F238E27FC236}">
                  <a16:creationId xmlns:a16="http://schemas.microsoft.com/office/drawing/2014/main" id="{BA0849D0-BE66-BCA4-9FB0-A6BF5E87270D}"/>
                </a:ext>
              </a:extLst>
            </p:cNvPr>
            <p:cNvSpPr txBox="1"/>
            <p:nvPr/>
          </p:nvSpPr>
          <p:spPr>
            <a:xfrm>
              <a:off x="6617705" y="5349240"/>
              <a:ext cx="812152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26%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1.3M)</a:t>
              </a:r>
              <a:endParaRPr lang="en-US" sz="375"/>
            </a:p>
          </p:txBody>
        </p:sp>
        <p:sp>
          <p:nvSpPr>
            <p:cNvPr id="673" name="Shape 303">
              <a:extLst>
                <a:ext uri="{FF2B5EF4-FFF2-40B4-BE49-F238E27FC236}">
                  <a16:creationId xmlns:a16="http://schemas.microsoft.com/office/drawing/2014/main" id="{0605D8B5-9DE8-334B-870E-B8304924B0EE}"/>
                </a:ext>
              </a:extLst>
            </p:cNvPr>
            <p:cNvSpPr/>
            <p:nvPr/>
          </p:nvSpPr>
          <p:spPr>
            <a:xfrm>
              <a:off x="6496812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75" name="Text 304">
              <a:extLst>
                <a:ext uri="{FF2B5EF4-FFF2-40B4-BE49-F238E27FC236}">
                  <a16:creationId xmlns:a16="http://schemas.microsoft.com/office/drawing/2014/main" id="{01C1666D-8C32-117E-DA65-830DAF455691}"/>
                </a:ext>
              </a:extLst>
            </p:cNvPr>
            <p:cNvSpPr txBox="1"/>
            <p:nvPr/>
          </p:nvSpPr>
          <p:spPr>
            <a:xfrm>
              <a:off x="6597396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(200-400]</a:t>
              </a:r>
              <a:endParaRPr lang="en-US" sz="450"/>
            </a:p>
          </p:txBody>
        </p:sp>
        <p:sp>
          <p:nvSpPr>
            <p:cNvPr id="677" name="Shape 305">
              <a:extLst>
                <a:ext uri="{FF2B5EF4-FFF2-40B4-BE49-F238E27FC236}">
                  <a16:creationId xmlns:a16="http://schemas.microsoft.com/office/drawing/2014/main" id="{905E46C9-BE18-8956-9A00-2752FD135EE4}"/>
                </a:ext>
              </a:extLst>
            </p:cNvPr>
            <p:cNvSpPr/>
            <p:nvPr/>
          </p:nvSpPr>
          <p:spPr>
            <a:xfrm>
              <a:off x="7429857" y="5522976"/>
              <a:ext cx="613764" cy="11887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79" name="Text 306">
              <a:extLst>
                <a:ext uri="{FF2B5EF4-FFF2-40B4-BE49-F238E27FC236}">
                  <a16:creationId xmlns:a16="http://schemas.microsoft.com/office/drawing/2014/main" id="{5A8239BF-4243-A3B1-7A4D-C2A94CF3E44A}"/>
                </a:ext>
              </a:extLst>
            </p:cNvPr>
            <p:cNvSpPr txBox="1"/>
            <p:nvPr/>
          </p:nvSpPr>
          <p:spPr>
            <a:xfrm>
              <a:off x="7429857" y="5349240"/>
              <a:ext cx="613764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20%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954k)</a:t>
              </a:r>
              <a:endParaRPr lang="en-US" sz="375"/>
            </a:p>
          </p:txBody>
        </p:sp>
        <p:sp>
          <p:nvSpPr>
            <p:cNvPr id="681" name="Shape 307">
              <a:extLst>
                <a:ext uri="{FF2B5EF4-FFF2-40B4-BE49-F238E27FC236}">
                  <a16:creationId xmlns:a16="http://schemas.microsoft.com/office/drawing/2014/main" id="{D36879F6-F88E-64E5-159E-BDB6090A250E}"/>
                </a:ext>
              </a:extLst>
            </p:cNvPr>
            <p:cNvSpPr/>
            <p:nvPr/>
          </p:nvSpPr>
          <p:spPr>
            <a:xfrm>
              <a:off x="7271766" y="5724144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83" name="Text 308">
              <a:extLst>
                <a:ext uri="{FF2B5EF4-FFF2-40B4-BE49-F238E27FC236}">
                  <a16:creationId xmlns:a16="http://schemas.microsoft.com/office/drawing/2014/main" id="{01334D97-9011-39FF-9DD3-36834C1CA36C}"/>
                </a:ext>
              </a:extLst>
            </p:cNvPr>
            <p:cNvSpPr txBox="1"/>
            <p:nvPr/>
          </p:nvSpPr>
          <p:spPr>
            <a:xfrm>
              <a:off x="7372350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(400+]</a:t>
              </a:r>
              <a:endParaRPr lang="en-US" sz="450"/>
            </a:p>
          </p:txBody>
        </p:sp>
        <p:sp>
          <p:nvSpPr>
            <p:cNvPr id="685" name="Shape 309">
              <a:extLst>
                <a:ext uri="{FF2B5EF4-FFF2-40B4-BE49-F238E27FC236}">
                  <a16:creationId xmlns:a16="http://schemas.microsoft.com/office/drawing/2014/main" id="{F59E9029-BA50-9C64-8D71-8E3F7A759CF8}"/>
                </a:ext>
              </a:extLst>
            </p:cNvPr>
            <p:cNvSpPr/>
            <p:nvPr/>
          </p:nvSpPr>
          <p:spPr>
            <a:xfrm>
              <a:off x="8330184" y="4818888"/>
              <a:ext cx="3087417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87" name="Text 310">
              <a:extLst>
                <a:ext uri="{FF2B5EF4-FFF2-40B4-BE49-F238E27FC236}">
                  <a16:creationId xmlns:a16="http://schemas.microsoft.com/office/drawing/2014/main" id="{B635E029-6CB5-3404-A825-BD3BED3814AF}"/>
                </a:ext>
              </a:extLst>
            </p:cNvPr>
            <p:cNvSpPr txBox="1"/>
            <p:nvPr/>
          </p:nvSpPr>
          <p:spPr>
            <a:xfrm>
              <a:off x="8330184" y="4818888"/>
              <a:ext cx="308741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</a:t>
              </a:r>
              <a:endParaRPr lang="en-US" sz="600"/>
            </a:p>
          </p:txBody>
        </p:sp>
        <p:sp>
          <p:nvSpPr>
            <p:cNvPr id="689" name="Shape 311">
              <a:extLst>
                <a:ext uri="{FF2B5EF4-FFF2-40B4-BE49-F238E27FC236}">
                  <a16:creationId xmlns:a16="http://schemas.microsoft.com/office/drawing/2014/main" id="{98AB7343-7B48-C36B-4382-197F99617922}"/>
                </a:ext>
              </a:extLst>
            </p:cNvPr>
            <p:cNvSpPr/>
            <p:nvPr/>
          </p:nvSpPr>
          <p:spPr>
            <a:xfrm>
              <a:off x="11417601" y="4818888"/>
              <a:ext cx="12399" cy="137160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91" name="Shape 312">
              <a:extLst>
                <a:ext uri="{FF2B5EF4-FFF2-40B4-BE49-F238E27FC236}">
                  <a16:creationId xmlns:a16="http://schemas.microsoft.com/office/drawing/2014/main" id="{A1F8E086-EAC9-30FE-8A5C-9BE4DEC2D2F8}"/>
                </a:ext>
              </a:extLst>
            </p:cNvPr>
            <p:cNvSpPr/>
            <p:nvPr/>
          </p:nvSpPr>
          <p:spPr>
            <a:xfrm>
              <a:off x="8330184" y="5522976"/>
              <a:ext cx="455673" cy="11887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93" name="Text 313">
              <a:extLst>
                <a:ext uri="{FF2B5EF4-FFF2-40B4-BE49-F238E27FC236}">
                  <a16:creationId xmlns:a16="http://schemas.microsoft.com/office/drawing/2014/main" id="{91DC7779-B60C-3A23-A60A-6CD032D4C97A}"/>
                </a:ext>
              </a:extLst>
            </p:cNvPr>
            <p:cNvSpPr txBox="1"/>
            <p:nvPr/>
          </p:nvSpPr>
          <p:spPr>
            <a:xfrm>
              <a:off x="8330184" y="5349240"/>
              <a:ext cx="455673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15%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1.6M)</a:t>
              </a:r>
              <a:endParaRPr lang="en-US" sz="375"/>
            </a:p>
          </p:txBody>
        </p:sp>
        <p:sp>
          <p:nvSpPr>
            <p:cNvPr id="695" name="Shape 314">
              <a:extLst>
                <a:ext uri="{FF2B5EF4-FFF2-40B4-BE49-F238E27FC236}">
                  <a16:creationId xmlns:a16="http://schemas.microsoft.com/office/drawing/2014/main" id="{5A63DC2F-BE6D-2622-DF09-71C57A85B6B9}"/>
                </a:ext>
              </a:extLst>
            </p:cNvPr>
            <p:cNvSpPr/>
            <p:nvPr/>
          </p:nvSpPr>
          <p:spPr>
            <a:xfrm>
              <a:off x="8330184" y="572414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697" name="Text 315">
              <a:extLst>
                <a:ext uri="{FF2B5EF4-FFF2-40B4-BE49-F238E27FC236}">
                  <a16:creationId xmlns:a16="http://schemas.microsoft.com/office/drawing/2014/main" id="{418F74D9-36DD-4D38-69BF-F0E7B2FD8A16}"/>
                </a:ext>
              </a:extLst>
            </p:cNvPr>
            <p:cNvSpPr txBox="1"/>
            <p:nvPr/>
          </p:nvSpPr>
          <p:spPr>
            <a:xfrm>
              <a:off x="8430768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desc.</a:t>
              </a:r>
              <a:endParaRPr lang="en-US" sz="450"/>
            </a:p>
          </p:txBody>
        </p:sp>
        <p:sp>
          <p:nvSpPr>
            <p:cNvPr id="699" name="Shape 316">
              <a:extLst>
                <a:ext uri="{FF2B5EF4-FFF2-40B4-BE49-F238E27FC236}">
                  <a16:creationId xmlns:a16="http://schemas.microsoft.com/office/drawing/2014/main" id="{E65F54DD-8EB7-6118-699C-9FAD2F4C8441}"/>
                </a:ext>
              </a:extLst>
            </p:cNvPr>
            <p:cNvSpPr/>
            <p:nvPr/>
          </p:nvSpPr>
          <p:spPr>
            <a:xfrm>
              <a:off x="8785857" y="5522976"/>
              <a:ext cx="1103534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701" name="Text 317">
              <a:extLst>
                <a:ext uri="{FF2B5EF4-FFF2-40B4-BE49-F238E27FC236}">
                  <a16:creationId xmlns:a16="http://schemas.microsoft.com/office/drawing/2014/main" id="{51607F13-EEF4-1D5F-7909-ED2589FB1472}"/>
                </a:ext>
              </a:extLst>
            </p:cNvPr>
            <p:cNvSpPr txBox="1"/>
            <p:nvPr/>
          </p:nvSpPr>
          <p:spPr>
            <a:xfrm>
              <a:off x="8785857" y="5349240"/>
              <a:ext cx="1103534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36%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3.8M)</a:t>
              </a:r>
              <a:endParaRPr lang="en-US" sz="375"/>
            </a:p>
          </p:txBody>
        </p:sp>
        <p:sp>
          <p:nvSpPr>
            <p:cNvPr id="703" name="Shape 318">
              <a:extLst>
                <a:ext uri="{FF2B5EF4-FFF2-40B4-BE49-F238E27FC236}">
                  <a16:creationId xmlns:a16="http://schemas.microsoft.com/office/drawing/2014/main" id="{BD6D7248-7DD6-140F-4985-7894FDF7FD1F}"/>
                </a:ext>
              </a:extLst>
            </p:cNvPr>
            <p:cNvSpPr/>
            <p:nvPr/>
          </p:nvSpPr>
          <p:spPr>
            <a:xfrm>
              <a:off x="9105138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705" name="Text 319">
              <a:extLst>
                <a:ext uri="{FF2B5EF4-FFF2-40B4-BE49-F238E27FC236}">
                  <a16:creationId xmlns:a16="http://schemas.microsoft.com/office/drawing/2014/main" id="{876AC69D-CC6D-C038-F26E-E44F9BC4A2A3}"/>
                </a:ext>
              </a:extLst>
            </p:cNvPr>
            <p:cNvSpPr txBox="1"/>
            <p:nvPr/>
          </p:nvSpPr>
          <p:spPr>
            <a:xfrm>
              <a:off x="9205722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(0-200]</a:t>
              </a:r>
              <a:endParaRPr lang="en-US" sz="450"/>
            </a:p>
          </p:txBody>
        </p:sp>
        <p:sp>
          <p:nvSpPr>
            <p:cNvPr id="707" name="Shape 320">
              <a:extLst>
                <a:ext uri="{FF2B5EF4-FFF2-40B4-BE49-F238E27FC236}">
                  <a16:creationId xmlns:a16="http://schemas.microsoft.com/office/drawing/2014/main" id="{51CC9239-C3C3-A3D0-2214-C4FA1E3C03FD}"/>
                </a:ext>
              </a:extLst>
            </p:cNvPr>
            <p:cNvSpPr/>
            <p:nvPr/>
          </p:nvSpPr>
          <p:spPr>
            <a:xfrm>
              <a:off x="9889391" y="5522976"/>
              <a:ext cx="818351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709" name="Text 321">
              <a:extLst>
                <a:ext uri="{FF2B5EF4-FFF2-40B4-BE49-F238E27FC236}">
                  <a16:creationId xmlns:a16="http://schemas.microsoft.com/office/drawing/2014/main" id="{A3141EF7-0723-2259-4115-5B83D27529B1}"/>
                </a:ext>
              </a:extLst>
            </p:cNvPr>
            <p:cNvSpPr txBox="1"/>
            <p:nvPr/>
          </p:nvSpPr>
          <p:spPr>
            <a:xfrm>
              <a:off x="9889391" y="5349240"/>
              <a:ext cx="818351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26%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2.8M)</a:t>
              </a:r>
              <a:endParaRPr lang="en-US" sz="375"/>
            </a:p>
          </p:txBody>
        </p:sp>
        <p:sp>
          <p:nvSpPr>
            <p:cNvPr id="711" name="Shape 322">
              <a:extLst>
                <a:ext uri="{FF2B5EF4-FFF2-40B4-BE49-F238E27FC236}">
                  <a16:creationId xmlns:a16="http://schemas.microsoft.com/office/drawing/2014/main" id="{31462ADC-6A74-89BA-7EFF-BEB62D1ABD9D}"/>
                </a:ext>
              </a:extLst>
            </p:cNvPr>
            <p:cNvSpPr/>
            <p:nvPr/>
          </p:nvSpPr>
          <p:spPr>
            <a:xfrm>
              <a:off x="9880092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713" name="Text 323">
              <a:extLst>
                <a:ext uri="{FF2B5EF4-FFF2-40B4-BE49-F238E27FC236}">
                  <a16:creationId xmlns:a16="http://schemas.microsoft.com/office/drawing/2014/main" id="{78545517-165A-E754-2401-B6C5CB075410}"/>
                </a:ext>
              </a:extLst>
            </p:cNvPr>
            <p:cNvSpPr txBox="1"/>
            <p:nvPr/>
          </p:nvSpPr>
          <p:spPr>
            <a:xfrm>
              <a:off x="9980676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(200-400]</a:t>
              </a:r>
              <a:endParaRPr lang="en-US" sz="450"/>
            </a:p>
          </p:txBody>
        </p:sp>
        <p:sp>
          <p:nvSpPr>
            <p:cNvPr id="715" name="Shape 324">
              <a:extLst>
                <a:ext uri="{FF2B5EF4-FFF2-40B4-BE49-F238E27FC236}">
                  <a16:creationId xmlns:a16="http://schemas.microsoft.com/office/drawing/2014/main" id="{9543047D-901B-5B7B-AA9A-10D07BE0926E}"/>
                </a:ext>
              </a:extLst>
            </p:cNvPr>
            <p:cNvSpPr/>
            <p:nvPr/>
          </p:nvSpPr>
          <p:spPr>
            <a:xfrm>
              <a:off x="10707743" y="5522976"/>
              <a:ext cx="722257" cy="11887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717" name="Text 325">
              <a:extLst>
                <a:ext uri="{FF2B5EF4-FFF2-40B4-BE49-F238E27FC236}">
                  <a16:creationId xmlns:a16="http://schemas.microsoft.com/office/drawing/2014/main" id="{1EBFB87C-F01F-592C-07DE-C2165247A372}"/>
                </a:ext>
              </a:extLst>
            </p:cNvPr>
            <p:cNvSpPr txBox="1"/>
            <p:nvPr/>
          </p:nvSpPr>
          <p:spPr>
            <a:xfrm>
              <a:off x="10707743" y="5349240"/>
              <a:ext cx="722257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23%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2.5M)</a:t>
              </a:r>
              <a:endParaRPr lang="en-US" sz="375"/>
            </a:p>
          </p:txBody>
        </p:sp>
        <p:sp>
          <p:nvSpPr>
            <p:cNvPr id="719" name="Shape 326">
              <a:extLst>
                <a:ext uri="{FF2B5EF4-FFF2-40B4-BE49-F238E27FC236}">
                  <a16:creationId xmlns:a16="http://schemas.microsoft.com/office/drawing/2014/main" id="{1B9C174C-E7C8-0492-CB22-A44546FE99DE}"/>
                </a:ext>
              </a:extLst>
            </p:cNvPr>
            <p:cNvSpPr/>
            <p:nvPr/>
          </p:nvSpPr>
          <p:spPr>
            <a:xfrm>
              <a:off x="10655046" y="5724144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721" name="Text 327">
              <a:extLst>
                <a:ext uri="{FF2B5EF4-FFF2-40B4-BE49-F238E27FC236}">
                  <a16:creationId xmlns:a16="http://schemas.microsoft.com/office/drawing/2014/main" id="{D15EEA72-DF49-8FBC-59DC-BC40E8857B44}"/>
                </a:ext>
              </a:extLst>
            </p:cNvPr>
            <p:cNvSpPr txBox="1"/>
            <p:nvPr/>
          </p:nvSpPr>
          <p:spPr>
            <a:xfrm>
              <a:off x="10755630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(400+]</a:t>
              </a:r>
              <a:endParaRPr lang="en-US" sz="450"/>
            </a:p>
          </p:txBody>
        </p:sp>
        <p:sp>
          <p:nvSpPr>
            <p:cNvPr id="1722" name="Text 104_canal_0">
              <a:extLst>
                <a:ext uri="{FF2B5EF4-FFF2-40B4-BE49-F238E27FC236}">
                  <a16:creationId xmlns:a16="http://schemas.microsoft.com/office/drawing/2014/main" id="{8933865F-B1CF-789B-EF21-8A1F44EE7F30}"/>
                </a:ext>
              </a:extLst>
            </p:cNvPr>
            <p:cNvSpPr txBox="1"/>
            <p:nvPr/>
          </p:nvSpPr>
          <p:spPr>
            <a:xfrm>
              <a:off x="1563624" y="5879592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CANAL</a:t>
              </a:r>
              <a:endParaRPr lang="en-US" sz="525"/>
            </a:p>
          </p:txBody>
        </p:sp>
        <p:sp>
          <p:nvSpPr>
            <p:cNvPr id="1723" name="Shape 269_canalseg_0_0">
              <a:extLst>
                <a:ext uri="{FF2B5EF4-FFF2-40B4-BE49-F238E27FC236}">
                  <a16:creationId xmlns:a16="http://schemas.microsoft.com/office/drawing/2014/main" id="{B2E120C2-5F9E-5B44-DE52-521FFA02EAE6}"/>
                </a:ext>
              </a:extLst>
            </p:cNvPr>
            <p:cNvSpPr/>
            <p:nvPr/>
          </p:nvSpPr>
          <p:spPr>
            <a:xfrm>
              <a:off x="1563624" y="6035040"/>
              <a:ext cx="3031620" cy="137160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724" name="Text 270_canalsegtxt_0_0">
              <a:extLst>
                <a:ext uri="{FF2B5EF4-FFF2-40B4-BE49-F238E27FC236}">
                  <a16:creationId xmlns:a16="http://schemas.microsoft.com/office/drawing/2014/main" id="{FF8E1B16-284F-5E34-AF76-FFF0E751C961}"/>
                </a:ext>
              </a:extLst>
            </p:cNvPr>
            <p:cNvSpPr txBox="1"/>
            <p:nvPr/>
          </p:nvSpPr>
          <p:spPr>
            <a:xfrm>
              <a:off x="1563624" y="6035040"/>
              <a:ext cx="30316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98%</a:t>
              </a:r>
              <a:endParaRPr lang="en-US" sz="600"/>
            </a:p>
          </p:txBody>
        </p:sp>
        <p:sp>
          <p:nvSpPr>
            <p:cNvPr id="1725" name="Shape 269_canalseg_0_1">
              <a:extLst>
                <a:ext uri="{FF2B5EF4-FFF2-40B4-BE49-F238E27FC236}">
                  <a16:creationId xmlns:a16="http://schemas.microsoft.com/office/drawing/2014/main" id="{B2E120C2-5F9E-5B44-DE52-521FFA02EAE6}"/>
                </a:ext>
              </a:extLst>
            </p:cNvPr>
            <p:cNvSpPr/>
            <p:nvPr/>
          </p:nvSpPr>
          <p:spPr>
            <a:xfrm>
              <a:off x="4595244" y="6035040"/>
              <a:ext cx="65096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726" name="Shape 269_canalseg_0_2">
              <a:extLst>
                <a:ext uri="{FF2B5EF4-FFF2-40B4-BE49-F238E27FC236}">
                  <a16:creationId xmlns:a16="http://schemas.microsoft.com/office/drawing/2014/main" id="{B2E120C2-5F9E-5B44-DE52-521FFA02EAE6}"/>
                </a:ext>
              </a:extLst>
            </p:cNvPr>
            <p:cNvSpPr/>
            <p:nvPr/>
          </p:nvSpPr>
          <p:spPr>
            <a:xfrm>
              <a:off x="4660340" y="6035040"/>
              <a:ext cx="3100" cy="137160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727" name="Shape 108_canaldot_0_0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1563624" y="6227064"/>
              <a:ext cx="73152" cy="73152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728" name="Text 109_canallegtxt_0_0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1664208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</a:t>
              </a:r>
              <a:endParaRPr lang="en-US" sz="488"/>
            </a:p>
          </p:txBody>
        </p:sp>
        <p:sp>
          <p:nvSpPr>
            <p:cNvPr id="1729" name="Shape 108_canaldot_0_1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2596896" y="622706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730" name="Text 109_canallegtxt_0_1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2697480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 virt.</a:t>
              </a:r>
              <a:endParaRPr lang="en-US" sz="488"/>
            </a:p>
          </p:txBody>
        </p:sp>
        <p:sp>
          <p:nvSpPr>
            <p:cNvPr id="1731" name="Shape 108_canaldot_0_2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3630168" y="6227064"/>
              <a:ext cx="73152" cy="73152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732" name="Text 109_canallegtxt_0_2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3730752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TLV</a:t>
              </a:r>
              <a:endParaRPr lang="en-US" sz="488"/>
            </a:p>
          </p:txBody>
        </p:sp>
        <p:sp>
          <p:nvSpPr>
            <p:cNvPr id="1733" name="Text 104_canal_1">
              <a:extLst>
                <a:ext uri="{FF2B5EF4-FFF2-40B4-BE49-F238E27FC236}">
                  <a16:creationId xmlns:a16="http://schemas.microsoft.com/office/drawing/2014/main" id="{8933865F-B1CF-789B-EF21-8A1F44EE7F30}"/>
                </a:ext>
              </a:extLst>
            </p:cNvPr>
            <p:cNvSpPr txBox="1"/>
            <p:nvPr/>
          </p:nvSpPr>
          <p:spPr>
            <a:xfrm>
              <a:off x="4946904" y="5879592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CANAL</a:t>
              </a:r>
              <a:endParaRPr lang="en-US" sz="525"/>
            </a:p>
          </p:txBody>
        </p:sp>
        <p:sp>
          <p:nvSpPr>
            <p:cNvPr id="1734" name="Shape 269_canalseg_1_0">
              <a:extLst>
                <a:ext uri="{FF2B5EF4-FFF2-40B4-BE49-F238E27FC236}">
                  <a16:creationId xmlns:a16="http://schemas.microsoft.com/office/drawing/2014/main" id="{B2E120C2-5F9E-5B44-DE52-521FFA02EAE6}"/>
                </a:ext>
              </a:extLst>
            </p:cNvPr>
            <p:cNvSpPr/>
            <p:nvPr/>
          </p:nvSpPr>
          <p:spPr>
            <a:xfrm>
              <a:off x="4946904" y="6035040"/>
              <a:ext cx="1962184" cy="137160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735" name="Text 270_canalsegtxt_1_0">
              <a:extLst>
                <a:ext uri="{FF2B5EF4-FFF2-40B4-BE49-F238E27FC236}">
                  <a16:creationId xmlns:a16="http://schemas.microsoft.com/office/drawing/2014/main" id="{FF8E1B16-284F-5E34-AF76-FFF0E751C961}"/>
                </a:ext>
              </a:extLst>
            </p:cNvPr>
            <p:cNvSpPr txBox="1"/>
            <p:nvPr/>
          </p:nvSpPr>
          <p:spPr>
            <a:xfrm>
              <a:off x="4946904" y="6035040"/>
              <a:ext cx="1962184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63%</a:t>
              </a:r>
              <a:endParaRPr lang="en-US" sz="600"/>
            </a:p>
          </p:txBody>
        </p:sp>
        <p:sp>
          <p:nvSpPr>
            <p:cNvPr id="1736" name="Shape 269_canalseg_1_1">
              <a:extLst>
                <a:ext uri="{FF2B5EF4-FFF2-40B4-BE49-F238E27FC236}">
                  <a16:creationId xmlns:a16="http://schemas.microsoft.com/office/drawing/2014/main" id="{B2E120C2-5F9E-5B44-DE52-521FFA02EAE6}"/>
                </a:ext>
              </a:extLst>
            </p:cNvPr>
            <p:cNvSpPr/>
            <p:nvPr/>
          </p:nvSpPr>
          <p:spPr>
            <a:xfrm>
              <a:off x="6909088" y="6035040"/>
              <a:ext cx="564167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737" name="Text 270_canalsegtxt_1_1">
              <a:extLst>
                <a:ext uri="{FF2B5EF4-FFF2-40B4-BE49-F238E27FC236}">
                  <a16:creationId xmlns:a16="http://schemas.microsoft.com/office/drawing/2014/main" id="{FF8E1B16-284F-5E34-AF76-FFF0E751C961}"/>
                </a:ext>
              </a:extLst>
            </p:cNvPr>
            <p:cNvSpPr txBox="1"/>
            <p:nvPr/>
          </p:nvSpPr>
          <p:spPr>
            <a:xfrm>
              <a:off x="6909088" y="6035040"/>
              <a:ext cx="56416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18%</a:t>
              </a:r>
              <a:endParaRPr lang="en-US" sz="600"/>
            </a:p>
          </p:txBody>
        </p:sp>
        <p:sp>
          <p:nvSpPr>
            <p:cNvPr id="1738" name="Shape 269_canalseg_1_2">
              <a:extLst>
                <a:ext uri="{FF2B5EF4-FFF2-40B4-BE49-F238E27FC236}">
                  <a16:creationId xmlns:a16="http://schemas.microsoft.com/office/drawing/2014/main" id="{B2E120C2-5F9E-5B44-DE52-521FFA02EAE6}"/>
                </a:ext>
              </a:extLst>
            </p:cNvPr>
            <p:cNvSpPr/>
            <p:nvPr/>
          </p:nvSpPr>
          <p:spPr>
            <a:xfrm>
              <a:off x="7473254" y="6035040"/>
              <a:ext cx="573466" cy="137160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739" name="Text 270_canalsegtxt_1_2">
              <a:extLst>
                <a:ext uri="{FF2B5EF4-FFF2-40B4-BE49-F238E27FC236}">
                  <a16:creationId xmlns:a16="http://schemas.microsoft.com/office/drawing/2014/main" id="{FF8E1B16-284F-5E34-AF76-FFF0E751C961}"/>
                </a:ext>
              </a:extLst>
            </p:cNvPr>
            <p:cNvSpPr txBox="1"/>
            <p:nvPr/>
          </p:nvSpPr>
          <p:spPr>
            <a:xfrm>
              <a:off x="7473254" y="6035040"/>
              <a:ext cx="573466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18%</a:t>
              </a:r>
              <a:endParaRPr lang="en-US" sz="600"/>
            </a:p>
          </p:txBody>
        </p:sp>
        <p:sp>
          <p:nvSpPr>
            <p:cNvPr id="1740" name="Shape 108_canaldot_1_0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4946904" y="6227064"/>
              <a:ext cx="73152" cy="73152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741" name="Text 109_canallegtxt_1_0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5047488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</a:t>
              </a:r>
              <a:endParaRPr lang="en-US" sz="488"/>
            </a:p>
          </p:txBody>
        </p:sp>
        <p:sp>
          <p:nvSpPr>
            <p:cNvPr id="1742" name="Shape 108_canaldot_1_1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5980176" y="622706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743" name="Text 109_canallegtxt_1_1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6080760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 virt.</a:t>
              </a:r>
              <a:endParaRPr lang="en-US" sz="488"/>
            </a:p>
          </p:txBody>
        </p:sp>
        <p:sp>
          <p:nvSpPr>
            <p:cNvPr id="1744" name="Shape 108_canaldot_1_2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7013448" y="6227064"/>
              <a:ext cx="73152" cy="73152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745" name="Text 109_canallegtxt_1_2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7114032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TLV</a:t>
              </a:r>
              <a:endParaRPr lang="en-US" sz="488"/>
            </a:p>
          </p:txBody>
        </p:sp>
        <p:sp>
          <p:nvSpPr>
            <p:cNvPr id="1746" name="Text 104_canal_2">
              <a:extLst>
                <a:ext uri="{FF2B5EF4-FFF2-40B4-BE49-F238E27FC236}">
                  <a16:creationId xmlns:a16="http://schemas.microsoft.com/office/drawing/2014/main" id="{8933865F-B1CF-789B-EF21-8A1F44EE7F30}"/>
                </a:ext>
              </a:extLst>
            </p:cNvPr>
            <p:cNvSpPr txBox="1"/>
            <p:nvPr/>
          </p:nvSpPr>
          <p:spPr>
            <a:xfrm>
              <a:off x="8330184" y="5879592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CANAL</a:t>
              </a:r>
              <a:endParaRPr lang="en-US" sz="525"/>
            </a:p>
          </p:txBody>
        </p:sp>
        <p:sp>
          <p:nvSpPr>
            <p:cNvPr id="1747" name="Shape 269_canalseg_2_0">
              <a:extLst>
                <a:ext uri="{FF2B5EF4-FFF2-40B4-BE49-F238E27FC236}">
                  <a16:creationId xmlns:a16="http://schemas.microsoft.com/office/drawing/2014/main" id="{B2E120C2-5F9E-5B44-DE52-521FFA02EAE6}"/>
                </a:ext>
              </a:extLst>
            </p:cNvPr>
            <p:cNvSpPr/>
            <p:nvPr/>
          </p:nvSpPr>
          <p:spPr>
            <a:xfrm>
              <a:off x="8330184" y="6035040"/>
              <a:ext cx="3056419" cy="137160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748" name="Text 270_canalsegtxt_2_0">
              <a:extLst>
                <a:ext uri="{FF2B5EF4-FFF2-40B4-BE49-F238E27FC236}">
                  <a16:creationId xmlns:a16="http://schemas.microsoft.com/office/drawing/2014/main" id="{FF8E1B16-284F-5E34-AF76-FFF0E751C961}"/>
                </a:ext>
              </a:extLst>
            </p:cNvPr>
            <p:cNvSpPr txBox="1"/>
            <p:nvPr/>
          </p:nvSpPr>
          <p:spPr>
            <a:xfrm>
              <a:off x="8330184" y="6035040"/>
              <a:ext cx="3056419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99%</a:t>
              </a:r>
              <a:endParaRPr lang="en-US" sz="600"/>
            </a:p>
          </p:txBody>
        </p:sp>
        <p:sp>
          <p:nvSpPr>
            <p:cNvPr id="1749" name="Shape 269_canalseg_2_1">
              <a:extLst>
                <a:ext uri="{FF2B5EF4-FFF2-40B4-BE49-F238E27FC236}">
                  <a16:creationId xmlns:a16="http://schemas.microsoft.com/office/drawing/2014/main" id="{B2E120C2-5F9E-5B44-DE52-521FFA02EAE6}"/>
                </a:ext>
              </a:extLst>
            </p:cNvPr>
            <p:cNvSpPr/>
            <p:nvPr/>
          </p:nvSpPr>
          <p:spPr>
            <a:xfrm>
              <a:off x="11386603" y="6035040"/>
              <a:ext cx="43397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750" name="Shape 108_canaldot_2_0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8330184" y="6227064"/>
              <a:ext cx="73152" cy="73152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751" name="Text 109_canallegtxt_2_0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8430768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</a:t>
              </a:r>
              <a:endParaRPr lang="en-US" sz="488"/>
            </a:p>
          </p:txBody>
        </p:sp>
        <p:sp>
          <p:nvSpPr>
            <p:cNvPr id="1752" name="Shape 108_canaldot_2_1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9363456" y="622706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753" name="Text 109_canallegtxt_2_1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9464040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 virt.</a:t>
              </a:r>
              <a:endParaRPr lang="en-US" sz="488"/>
            </a:p>
          </p:txBody>
        </p:sp>
        <p:sp>
          <p:nvSpPr>
            <p:cNvPr id="1754" name="Shape 108_canaldot_2_2">
              <a:extLst>
                <a:ext uri="{FF2B5EF4-FFF2-40B4-BE49-F238E27FC236}">
                  <a16:creationId xmlns:a16="http://schemas.microsoft.com/office/drawing/2014/main" id="{4C84CA7E-2864-B300-7865-5C33ACCE61C1}"/>
                </a:ext>
              </a:extLst>
            </p:cNvPr>
            <p:cNvSpPr/>
            <p:nvPr/>
          </p:nvSpPr>
          <p:spPr>
            <a:xfrm>
              <a:off x="10396728" y="6227064"/>
              <a:ext cx="73152" cy="73152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755" name="Text 109_canallegtxt_2_2">
              <a:extLst>
                <a:ext uri="{FF2B5EF4-FFF2-40B4-BE49-F238E27FC236}">
                  <a16:creationId xmlns:a16="http://schemas.microsoft.com/office/drawing/2014/main" id="{D5985DD0-382F-0B19-3EB4-04A77DCEAA56}"/>
                </a:ext>
              </a:extLst>
            </p:cNvPr>
            <p:cNvSpPr txBox="1"/>
            <p:nvPr/>
          </p:nvSpPr>
          <p:spPr>
            <a:xfrm>
              <a:off x="10497312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TLV</a:t>
              </a:r>
              <a:endParaRPr lang="en-US" sz="488"/>
            </a:p>
          </p:txBody>
        </p:sp>
      </p:grp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CD8F9ED3-2918-36AD-6FD1-D102FF11A6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50618" y="1075049"/>
            <a:ext cx="249112" cy="242219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D61D13B0-AEA6-6231-0AE7-187482B5C28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92214" y="1067276"/>
            <a:ext cx="263488" cy="22784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220AD5B-C4A9-222C-D242-776BB442281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54205" y="1055118"/>
            <a:ext cx="257175" cy="247650"/>
          </a:xfrm>
          <a:prstGeom prst="rect">
            <a:avLst/>
          </a:prstGeom>
        </p:spPr>
      </p:pic>
      <p:pic>
        <p:nvPicPr>
          <p:cNvPr id="8" name="Picture 86">
            <a:extLst>
              <a:ext uri="{FF2B5EF4-FFF2-40B4-BE49-F238E27FC236}">
                <a16:creationId xmlns:a16="http://schemas.microsoft.com/office/drawing/2014/main" id="{856F05CF-B7B0-2E7B-C554-BAF7B85B358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4F5EE1F4-6727-09AF-1727-F3A12BCB93BB}"/>
              </a:ext>
            </a:extLst>
          </p:cNvPr>
          <p:cNvSpPr txBox="1"/>
          <p:nvPr/>
        </p:nvSpPr>
        <p:spPr>
          <a:xfrm>
            <a:off x="493777" y="258920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SEGMENTOS CON DEUDA· 1 DE 2</a:t>
            </a:r>
          </a:p>
        </p:txBody>
      </p:sp>
    </p:spTree>
    <p:extLst>
      <p:ext uri="{BB962C8B-B14F-4D97-AF65-F5344CB8AC3E}">
        <p14:creationId xmlns:p14="http://schemas.microsoft.com/office/powerpoint/2010/main" val="3780264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23A3BD-1E78-9E98-0536-78F51594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5CFDF8E-8BCA-4F02-F8A6-6CC8EFF6EC40}"/>
              </a:ext>
            </a:extLst>
          </p:cNvPr>
          <p:cNvCxnSpPr/>
          <p:nvPr/>
        </p:nvCxnSpPr>
        <p:spPr>
          <a:xfrm>
            <a:off x="493776" y="802386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3" name="Grupo 1422">
            <a:extLst>
              <a:ext uri="{FF2B5EF4-FFF2-40B4-BE49-F238E27FC236}">
                <a16:creationId xmlns:a16="http://schemas.microsoft.com/office/drawing/2014/main" id="{B59314C2-BBA2-86FD-C053-DBE6CEEB3274}"/>
              </a:ext>
            </a:extLst>
          </p:cNvPr>
          <p:cNvGrpSpPr/>
          <p:nvPr/>
        </p:nvGrpSpPr>
        <p:grpSpPr>
          <a:xfrm>
            <a:off x="241300" y="896118"/>
            <a:ext cx="11756849" cy="5436115"/>
            <a:chOff x="320040" y="1078992"/>
            <a:chExt cx="11219688" cy="5559552"/>
          </a:xfrm>
        </p:grpSpPr>
        <p:sp>
          <p:nvSpPr>
            <p:cNvPr id="1424" name="Shape 5">
              <a:extLst>
                <a:ext uri="{FF2B5EF4-FFF2-40B4-BE49-F238E27FC236}">
                  <a16:creationId xmlns:a16="http://schemas.microsoft.com/office/drawing/2014/main" id="{0661F524-B92D-6546-6F5A-D549E04D352A}"/>
                </a:ext>
              </a:extLst>
            </p:cNvPr>
            <p:cNvSpPr/>
            <p:nvPr/>
          </p:nvSpPr>
          <p:spPr>
            <a:xfrm>
              <a:off x="1508760" y="1078992"/>
              <a:ext cx="3264408" cy="566928"/>
            </a:xfrm>
            <a:prstGeom prst="roundRect">
              <a:avLst>
                <a:gd name="adj" fmla="val 11290"/>
              </a:avLst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425" name="Shape 6">
              <a:extLst>
                <a:ext uri="{FF2B5EF4-FFF2-40B4-BE49-F238E27FC236}">
                  <a16:creationId xmlns:a16="http://schemas.microsoft.com/office/drawing/2014/main" id="{A27AC527-86AE-7E59-345A-C02AF22ED04C}"/>
                </a:ext>
              </a:extLst>
            </p:cNvPr>
            <p:cNvSpPr/>
            <p:nvPr/>
          </p:nvSpPr>
          <p:spPr>
            <a:xfrm>
              <a:off x="1627632" y="1197864"/>
              <a:ext cx="329184" cy="329184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427" name="Text 7">
              <a:extLst>
                <a:ext uri="{FF2B5EF4-FFF2-40B4-BE49-F238E27FC236}">
                  <a16:creationId xmlns:a16="http://schemas.microsoft.com/office/drawing/2014/main" id="{1E6B343A-D1D2-0A42-BDFA-9786A30A50F3}"/>
                </a:ext>
              </a:extLst>
            </p:cNvPr>
            <p:cNvSpPr txBox="1"/>
            <p:nvPr/>
          </p:nvSpPr>
          <p:spPr>
            <a:xfrm>
              <a:off x="2039112" y="1152144"/>
              <a:ext cx="2624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Maduro multibanco</a:t>
              </a:r>
              <a:endParaRPr lang="en-US" sz="938"/>
            </a:p>
          </p:txBody>
        </p:sp>
        <p:sp>
          <p:nvSpPr>
            <p:cNvPr id="1428" name="Text 8">
              <a:extLst>
                <a:ext uri="{FF2B5EF4-FFF2-40B4-BE49-F238E27FC236}">
                  <a16:creationId xmlns:a16="http://schemas.microsoft.com/office/drawing/2014/main" id="{0DC85F8B-AE5C-6189-8D91-5A9B1A579767}"/>
                </a:ext>
              </a:extLst>
            </p:cNvPr>
            <p:cNvSpPr txBox="1"/>
            <p:nvPr/>
          </p:nvSpPr>
          <p:spPr>
            <a:xfrm>
              <a:off x="2039112" y="1426464"/>
              <a:ext cx="26243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75">
                  <a:solidFill>
                    <a:srgbClr val="ECF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4 · Con deuda</a:t>
              </a:r>
              <a:endParaRPr lang="en-US" sz="675"/>
            </a:p>
          </p:txBody>
        </p:sp>
        <p:sp>
          <p:nvSpPr>
            <p:cNvPr id="1429" name="Shape 9">
              <a:extLst>
                <a:ext uri="{FF2B5EF4-FFF2-40B4-BE49-F238E27FC236}">
                  <a16:creationId xmlns:a16="http://schemas.microsoft.com/office/drawing/2014/main" id="{DA461C9B-81A1-5C2A-0ED0-758A46655815}"/>
                </a:ext>
              </a:extLst>
            </p:cNvPr>
            <p:cNvSpPr/>
            <p:nvPr/>
          </p:nvSpPr>
          <p:spPr>
            <a:xfrm>
              <a:off x="4892040" y="1078992"/>
              <a:ext cx="3264408" cy="566928"/>
            </a:xfrm>
            <a:prstGeom prst="roundRect">
              <a:avLst>
                <a:gd name="adj" fmla="val 11290"/>
              </a:avLst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430" name="Shape 10">
              <a:extLst>
                <a:ext uri="{FF2B5EF4-FFF2-40B4-BE49-F238E27FC236}">
                  <a16:creationId xmlns:a16="http://schemas.microsoft.com/office/drawing/2014/main" id="{CB8C66AB-10EB-B511-2BD3-37D89A729CFD}"/>
                </a:ext>
              </a:extLst>
            </p:cNvPr>
            <p:cNvSpPr/>
            <p:nvPr/>
          </p:nvSpPr>
          <p:spPr>
            <a:xfrm>
              <a:off x="5010912" y="1197864"/>
              <a:ext cx="329184" cy="329184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432" name="Text 11">
              <a:extLst>
                <a:ext uri="{FF2B5EF4-FFF2-40B4-BE49-F238E27FC236}">
                  <a16:creationId xmlns:a16="http://schemas.microsoft.com/office/drawing/2014/main" id="{EB7FE33C-C094-625D-127A-DA78362F2F3C}"/>
                </a:ext>
              </a:extLst>
            </p:cNvPr>
            <p:cNvSpPr txBox="1"/>
            <p:nvPr/>
          </p:nvSpPr>
          <p:spPr>
            <a:xfrm>
              <a:off x="5422392" y="1152144"/>
              <a:ext cx="2624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Gran cuenta por conquistar</a:t>
              </a:r>
              <a:endParaRPr lang="en-US" sz="938"/>
            </a:p>
          </p:txBody>
        </p:sp>
        <p:sp>
          <p:nvSpPr>
            <p:cNvPr id="1433" name="Text 12">
              <a:extLst>
                <a:ext uri="{FF2B5EF4-FFF2-40B4-BE49-F238E27FC236}">
                  <a16:creationId xmlns:a16="http://schemas.microsoft.com/office/drawing/2014/main" id="{2ECD84CD-2B7D-8FBB-D579-642EF6BD5FA1}"/>
                </a:ext>
              </a:extLst>
            </p:cNvPr>
            <p:cNvSpPr txBox="1"/>
            <p:nvPr/>
          </p:nvSpPr>
          <p:spPr>
            <a:xfrm>
              <a:off x="5422392" y="1426464"/>
              <a:ext cx="26243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75">
                  <a:solidFill>
                    <a:srgbClr val="ECF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5 · Con deuda</a:t>
              </a:r>
              <a:endParaRPr lang="en-US" sz="675"/>
            </a:p>
          </p:txBody>
        </p:sp>
        <p:sp>
          <p:nvSpPr>
            <p:cNvPr id="1434" name="Shape 13">
              <a:extLst>
                <a:ext uri="{FF2B5EF4-FFF2-40B4-BE49-F238E27FC236}">
                  <a16:creationId xmlns:a16="http://schemas.microsoft.com/office/drawing/2014/main" id="{01A9F6FE-695D-7F1D-A536-CB7639A1E170}"/>
                </a:ext>
              </a:extLst>
            </p:cNvPr>
            <p:cNvSpPr/>
            <p:nvPr/>
          </p:nvSpPr>
          <p:spPr>
            <a:xfrm>
              <a:off x="8275320" y="1078992"/>
              <a:ext cx="3264408" cy="566928"/>
            </a:xfrm>
            <a:prstGeom prst="roundRect">
              <a:avLst>
                <a:gd name="adj" fmla="val 11290"/>
              </a:avLst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435" name="Shape 14">
              <a:extLst>
                <a:ext uri="{FF2B5EF4-FFF2-40B4-BE49-F238E27FC236}">
                  <a16:creationId xmlns:a16="http://schemas.microsoft.com/office/drawing/2014/main" id="{EB9E7DCE-07A4-5B2B-FC1A-BD2947A19DD8}"/>
                </a:ext>
              </a:extLst>
            </p:cNvPr>
            <p:cNvSpPr/>
            <p:nvPr/>
          </p:nvSpPr>
          <p:spPr>
            <a:xfrm>
              <a:off x="8394192" y="1197864"/>
              <a:ext cx="329184" cy="329184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437" name="Text 15">
              <a:extLst>
                <a:ext uri="{FF2B5EF4-FFF2-40B4-BE49-F238E27FC236}">
                  <a16:creationId xmlns:a16="http://schemas.microsoft.com/office/drawing/2014/main" id="{3E91EE9B-7340-426F-1082-FBE86602B0DB}"/>
                </a:ext>
              </a:extLst>
            </p:cNvPr>
            <p:cNvSpPr txBox="1"/>
            <p:nvPr/>
          </p:nvSpPr>
          <p:spPr>
            <a:xfrm>
              <a:off x="8805672" y="1152144"/>
              <a:ext cx="2624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Cliente por reactivar</a:t>
              </a:r>
              <a:endParaRPr lang="en-US" sz="938"/>
            </a:p>
          </p:txBody>
        </p:sp>
        <p:sp>
          <p:nvSpPr>
            <p:cNvPr id="1438" name="Text 16">
              <a:extLst>
                <a:ext uri="{FF2B5EF4-FFF2-40B4-BE49-F238E27FC236}">
                  <a16:creationId xmlns:a16="http://schemas.microsoft.com/office/drawing/2014/main" id="{D6B0AD04-057F-EEAC-99DC-4CE7887972E6}"/>
                </a:ext>
              </a:extLst>
            </p:cNvPr>
            <p:cNvSpPr txBox="1"/>
            <p:nvPr/>
          </p:nvSpPr>
          <p:spPr>
            <a:xfrm>
              <a:off x="8805672" y="1426464"/>
              <a:ext cx="26243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75">
                  <a:solidFill>
                    <a:srgbClr val="ECF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6 · Con deuda</a:t>
              </a:r>
              <a:endParaRPr lang="en-US" sz="675"/>
            </a:p>
          </p:txBody>
        </p:sp>
        <p:sp>
          <p:nvSpPr>
            <p:cNvPr id="1439" name="Shape 17">
              <a:extLst>
                <a:ext uri="{FF2B5EF4-FFF2-40B4-BE49-F238E27FC236}">
                  <a16:creationId xmlns:a16="http://schemas.microsoft.com/office/drawing/2014/main" id="{72A04E2A-46B8-27C5-264C-5ED8163C30A6}"/>
                </a:ext>
              </a:extLst>
            </p:cNvPr>
            <p:cNvSpPr/>
            <p:nvPr/>
          </p:nvSpPr>
          <p:spPr>
            <a:xfrm>
              <a:off x="320040" y="1696212"/>
              <a:ext cx="11219688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440" name="Shape 18">
              <a:extLst>
                <a:ext uri="{FF2B5EF4-FFF2-40B4-BE49-F238E27FC236}">
                  <a16:creationId xmlns:a16="http://schemas.microsoft.com/office/drawing/2014/main" id="{0A455BB2-4ED2-890A-0F86-D0289D9D62BB}"/>
                </a:ext>
              </a:extLst>
            </p:cNvPr>
            <p:cNvSpPr/>
            <p:nvPr/>
          </p:nvSpPr>
          <p:spPr>
            <a:xfrm>
              <a:off x="374904" y="1833372"/>
              <a:ext cx="292608" cy="292608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441" name="Image 3" descr="/home/claude/voi_deck/icons/list.png">
              <a:extLst>
                <a:ext uri="{FF2B5EF4-FFF2-40B4-BE49-F238E27FC236}">
                  <a16:creationId xmlns:a16="http://schemas.microsoft.com/office/drawing/2014/main" id="{717F0B30-1BAC-0D07-E059-DC93833BC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056" y="1906524"/>
              <a:ext cx="146304" cy="146304"/>
            </a:xfrm>
            <a:prstGeom prst="rect">
              <a:avLst/>
            </a:prstGeom>
          </p:spPr>
        </p:pic>
        <p:sp>
          <p:nvSpPr>
            <p:cNvPr id="1442" name="Text 19">
              <a:extLst>
                <a:ext uri="{FF2B5EF4-FFF2-40B4-BE49-F238E27FC236}">
                  <a16:creationId xmlns:a16="http://schemas.microsoft.com/office/drawing/2014/main" id="{265FAE67-AD6D-D669-D251-58AD6AF9354E}"/>
                </a:ext>
              </a:extLst>
            </p:cNvPr>
            <p:cNvSpPr txBox="1"/>
            <p:nvPr/>
          </p:nvSpPr>
          <p:spPr>
            <a:xfrm>
              <a:off x="704088" y="1696212"/>
              <a:ext cx="67665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 RESUMEN</a:t>
              </a:r>
              <a:endParaRPr lang="en-US" sz="563"/>
            </a:p>
          </p:txBody>
        </p:sp>
        <p:sp>
          <p:nvSpPr>
            <p:cNvPr id="1443" name="Shape 20">
              <a:extLst>
                <a:ext uri="{FF2B5EF4-FFF2-40B4-BE49-F238E27FC236}">
                  <a16:creationId xmlns:a16="http://schemas.microsoft.com/office/drawing/2014/main" id="{A2077A89-00CC-EE5B-EB2C-B90854606945}"/>
                </a:ext>
              </a:extLst>
            </p:cNvPr>
            <p:cNvSpPr/>
            <p:nvPr/>
          </p:nvSpPr>
          <p:spPr>
            <a:xfrm>
              <a:off x="1527048" y="1741932"/>
              <a:ext cx="3172968" cy="475488"/>
            </a:xfrm>
            <a:prstGeom prst="roundRect">
              <a:avLst>
                <a:gd name="adj" fmla="val 11538"/>
              </a:avLst>
            </a:prstGeom>
            <a:solidFill>
              <a:srgbClr val="ECF0F4"/>
            </a:solidFill>
            <a:ln w="9525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1444" name="Text 21">
              <a:extLst>
                <a:ext uri="{FF2B5EF4-FFF2-40B4-BE49-F238E27FC236}">
                  <a16:creationId xmlns:a16="http://schemas.microsoft.com/office/drawing/2014/main" id="{E646FE38-BCCD-47B5-625F-9E08A584C7D9}"/>
                </a:ext>
              </a:extLst>
            </p:cNvPr>
            <p:cNvSpPr txBox="1"/>
            <p:nvPr/>
          </p:nvSpPr>
          <p:spPr>
            <a:xfrm>
              <a:off x="1636776" y="1769364"/>
              <a:ext cx="267004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863"/>
                </a:lnSpc>
              </a:pPr>
              <a:r>
                <a:rPr lang="en-US" sz="713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Empresas más antiguas y diversificadas en bancos. Menor riesgo, pero con rentabilidad moderada.</a:t>
              </a:r>
              <a:endParaRPr lang="en-US" sz="713"/>
            </a:p>
          </p:txBody>
        </p:sp>
        <p:sp>
          <p:nvSpPr>
            <p:cNvPr id="1445" name="Shape 22">
              <a:extLst>
                <a:ext uri="{FF2B5EF4-FFF2-40B4-BE49-F238E27FC236}">
                  <a16:creationId xmlns:a16="http://schemas.microsoft.com/office/drawing/2014/main" id="{79FF5305-77F3-76D8-C594-42A2A9631B64}"/>
                </a:ext>
              </a:extLst>
            </p:cNvPr>
            <p:cNvSpPr/>
            <p:nvPr/>
          </p:nvSpPr>
          <p:spPr>
            <a:xfrm>
              <a:off x="4315968" y="1842516"/>
              <a:ext cx="274320" cy="2743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1446" name="Image 4" descr="/home/claude/voi_deck/icons/check_teal.png">
              <a:extLst>
                <a:ext uri="{FF2B5EF4-FFF2-40B4-BE49-F238E27FC236}">
                  <a16:creationId xmlns:a16="http://schemas.microsoft.com/office/drawing/2014/main" id="{718B3305-C35F-5F2C-4688-63BD0FD80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9120" y="1915668"/>
              <a:ext cx="128016" cy="128016"/>
            </a:xfrm>
            <a:prstGeom prst="rect">
              <a:avLst/>
            </a:prstGeom>
          </p:spPr>
        </p:pic>
        <p:sp>
          <p:nvSpPr>
            <p:cNvPr id="1447" name="Shape 23">
              <a:extLst>
                <a:ext uri="{FF2B5EF4-FFF2-40B4-BE49-F238E27FC236}">
                  <a16:creationId xmlns:a16="http://schemas.microsoft.com/office/drawing/2014/main" id="{714F31AA-00B7-12C9-006B-91E19E957A26}"/>
                </a:ext>
              </a:extLst>
            </p:cNvPr>
            <p:cNvSpPr/>
            <p:nvPr/>
          </p:nvSpPr>
          <p:spPr>
            <a:xfrm>
              <a:off x="4910328" y="1741932"/>
              <a:ext cx="3172968" cy="475488"/>
            </a:xfrm>
            <a:prstGeom prst="roundRect">
              <a:avLst>
                <a:gd name="adj" fmla="val 11538"/>
              </a:avLst>
            </a:prstGeom>
            <a:solidFill>
              <a:srgbClr val="FCF3E3"/>
            </a:solidFill>
            <a:ln w="9525">
              <a:solidFill>
                <a:srgbClr val="F0D9A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1448" name="Text 24">
              <a:extLst>
                <a:ext uri="{FF2B5EF4-FFF2-40B4-BE49-F238E27FC236}">
                  <a16:creationId xmlns:a16="http://schemas.microsoft.com/office/drawing/2014/main" id="{E14D023B-A07A-03C2-ED59-DCC990FA905F}"/>
                </a:ext>
              </a:extLst>
            </p:cNvPr>
            <p:cNvSpPr txBox="1"/>
            <p:nvPr/>
          </p:nvSpPr>
          <p:spPr>
            <a:xfrm>
              <a:off x="5020056" y="1769364"/>
              <a:ext cx="267004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863"/>
                </a:lnSpc>
              </a:pPr>
              <a:r>
                <a:rPr lang="en-US" sz="713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Empresas de mayor tamaño y ventas. Aún con bajo riesgo y gran potencial de crecimiento.</a:t>
              </a:r>
              <a:endParaRPr lang="en-US" sz="713"/>
            </a:p>
          </p:txBody>
        </p:sp>
        <p:sp>
          <p:nvSpPr>
            <p:cNvPr id="1449" name="Shape 25">
              <a:extLst>
                <a:ext uri="{FF2B5EF4-FFF2-40B4-BE49-F238E27FC236}">
                  <a16:creationId xmlns:a16="http://schemas.microsoft.com/office/drawing/2014/main" id="{BEE5ED22-7B20-36EA-A217-7B5D86020A3D}"/>
                </a:ext>
              </a:extLst>
            </p:cNvPr>
            <p:cNvSpPr/>
            <p:nvPr/>
          </p:nvSpPr>
          <p:spPr>
            <a:xfrm>
              <a:off x="7699248" y="1842516"/>
              <a:ext cx="274320" cy="2743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1450" name="Image 5" descr="/home/claude/voi_deck/icons/star_blue.png">
              <a:extLst>
                <a:ext uri="{FF2B5EF4-FFF2-40B4-BE49-F238E27FC236}">
                  <a16:creationId xmlns:a16="http://schemas.microsoft.com/office/drawing/2014/main" id="{FD3599D6-FEA4-7E74-3043-BE46D0881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00" y="1915668"/>
              <a:ext cx="128016" cy="128016"/>
            </a:xfrm>
            <a:prstGeom prst="rect">
              <a:avLst/>
            </a:prstGeom>
          </p:spPr>
        </p:pic>
        <p:sp>
          <p:nvSpPr>
            <p:cNvPr id="1451" name="Shape 26">
              <a:extLst>
                <a:ext uri="{FF2B5EF4-FFF2-40B4-BE49-F238E27FC236}">
                  <a16:creationId xmlns:a16="http://schemas.microsoft.com/office/drawing/2014/main" id="{3DF33042-EA71-45D0-8136-C3AC880771BD}"/>
                </a:ext>
              </a:extLst>
            </p:cNvPr>
            <p:cNvSpPr/>
            <p:nvPr/>
          </p:nvSpPr>
          <p:spPr>
            <a:xfrm>
              <a:off x="8293608" y="1741932"/>
              <a:ext cx="3172968" cy="475488"/>
            </a:xfrm>
            <a:prstGeom prst="roundRect">
              <a:avLst>
                <a:gd name="adj" fmla="val 11538"/>
              </a:avLst>
            </a:prstGeom>
            <a:solidFill>
              <a:srgbClr val="FCEBEB"/>
            </a:solidFill>
            <a:ln w="9525">
              <a:solidFill>
                <a:srgbClr val="F3C6C6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1452" name="Text 27">
              <a:extLst>
                <a:ext uri="{FF2B5EF4-FFF2-40B4-BE49-F238E27FC236}">
                  <a16:creationId xmlns:a16="http://schemas.microsoft.com/office/drawing/2014/main" id="{FF83C9CD-E072-5830-2AAC-CAC35589363B}"/>
                </a:ext>
              </a:extLst>
            </p:cNvPr>
            <p:cNvSpPr txBox="1"/>
            <p:nvPr/>
          </p:nvSpPr>
          <p:spPr>
            <a:xfrm>
              <a:off x="8403336" y="1769364"/>
              <a:ext cx="267004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863"/>
                </a:lnSpc>
              </a:pPr>
              <a:r>
                <a:rPr lang="en-US" sz="713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Clientes que pagan más caro y casi no renuevan. Mayor riesgo de pérdida de relación.</a:t>
              </a:r>
              <a:endParaRPr lang="en-US" sz="713"/>
            </a:p>
          </p:txBody>
        </p:sp>
        <p:sp>
          <p:nvSpPr>
            <p:cNvPr id="1453" name="Shape 28">
              <a:extLst>
                <a:ext uri="{FF2B5EF4-FFF2-40B4-BE49-F238E27FC236}">
                  <a16:creationId xmlns:a16="http://schemas.microsoft.com/office/drawing/2014/main" id="{AF18E423-24AA-1B3C-39CC-9C730AF0BD51}"/>
                </a:ext>
              </a:extLst>
            </p:cNvPr>
            <p:cNvSpPr/>
            <p:nvPr/>
          </p:nvSpPr>
          <p:spPr>
            <a:xfrm>
              <a:off x="11082528" y="1842516"/>
              <a:ext cx="274320" cy="2743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1454" name="Image 6" descr="/home/claude/voi_deck/icons/alert_red.png">
              <a:extLst>
                <a:ext uri="{FF2B5EF4-FFF2-40B4-BE49-F238E27FC236}">
                  <a16:creationId xmlns:a16="http://schemas.microsoft.com/office/drawing/2014/main" id="{7ADBCC6A-20DF-FB56-8BF3-C3CA3AEAE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55680" y="1915668"/>
              <a:ext cx="128016" cy="128016"/>
            </a:xfrm>
            <a:prstGeom prst="rect">
              <a:avLst/>
            </a:prstGeom>
          </p:spPr>
        </p:pic>
        <p:sp>
          <p:nvSpPr>
            <p:cNvPr id="1455" name="Shape 29">
              <a:extLst>
                <a:ext uri="{FF2B5EF4-FFF2-40B4-BE49-F238E27FC236}">
                  <a16:creationId xmlns:a16="http://schemas.microsoft.com/office/drawing/2014/main" id="{F0A7000B-B7A8-EC84-7B4B-9A640CC1806F}"/>
                </a:ext>
              </a:extLst>
            </p:cNvPr>
            <p:cNvSpPr/>
            <p:nvPr/>
          </p:nvSpPr>
          <p:spPr>
            <a:xfrm>
              <a:off x="320040" y="2313432"/>
              <a:ext cx="11219688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456" name="Shape 30">
              <a:extLst>
                <a:ext uri="{FF2B5EF4-FFF2-40B4-BE49-F238E27FC236}">
                  <a16:creationId xmlns:a16="http://schemas.microsoft.com/office/drawing/2014/main" id="{1BCBAF72-A558-8AC8-6D17-F6809ED90E00}"/>
                </a:ext>
              </a:extLst>
            </p:cNvPr>
            <p:cNvSpPr/>
            <p:nvPr/>
          </p:nvSpPr>
          <p:spPr>
            <a:xfrm>
              <a:off x="374904" y="2395728"/>
              <a:ext cx="292608" cy="292608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457" name="Image 7" descr="/home/claude/voi_deck/icons/dollar.png">
              <a:extLst>
                <a:ext uri="{FF2B5EF4-FFF2-40B4-BE49-F238E27FC236}">
                  <a16:creationId xmlns:a16="http://schemas.microsoft.com/office/drawing/2014/main" id="{236340F5-9374-1ADD-9C9E-47DFDC1FC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056" y="2468880"/>
              <a:ext cx="146304" cy="146304"/>
            </a:xfrm>
            <a:prstGeom prst="rect">
              <a:avLst/>
            </a:prstGeom>
          </p:spPr>
        </p:pic>
        <p:sp>
          <p:nvSpPr>
            <p:cNvPr id="1458" name="Text 31">
              <a:extLst>
                <a:ext uri="{FF2B5EF4-FFF2-40B4-BE49-F238E27FC236}">
                  <a16:creationId xmlns:a16="http://schemas.microsoft.com/office/drawing/2014/main" id="{7594F0B3-AB35-5E7B-5812-96BDD88928CF}"/>
                </a:ext>
              </a:extLst>
            </p:cNvPr>
            <p:cNvSpPr txBox="1"/>
            <p:nvPr/>
          </p:nvSpPr>
          <p:spPr>
            <a:xfrm>
              <a:off x="704088" y="2313432"/>
              <a:ext cx="6766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RENTABILIDAD Y RELACIÓN</a:t>
              </a:r>
              <a:endParaRPr lang="en-US" sz="563"/>
            </a:p>
          </p:txBody>
        </p:sp>
        <p:sp>
          <p:nvSpPr>
            <p:cNvPr id="1459" name="Text 32">
              <a:extLst>
                <a:ext uri="{FF2B5EF4-FFF2-40B4-BE49-F238E27FC236}">
                  <a16:creationId xmlns:a16="http://schemas.microsoft.com/office/drawing/2014/main" id="{4E595352-B11E-E5CA-32AC-DFC25132F25C}"/>
                </a:ext>
              </a:extLst>
            </p:cNvPr>
            <p:cNvSpPr txBox="1"/>
            <p:nvPr/>
          </p:nvSpPr>
          <p:spPr>
            <a:xfrm>
              <a:off x="1563624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prom.</a:t>
              </a:r>
              <a:endParaRPr lang="en-US" sz="563"/>
            </a:p>
          </p:txBody>
        </p:sp>
        <p:sp>
          <p:nvSpPr>
            <p:cNvPr id="1460" name="Text 33">
              <a:extLst>
                <a:ext uri="{FF2B5EF4-FFF2-40B4-BE49-F238E27FC236}">
                  <a16:creationId xmlns:a16="http://schemas.microsoft.com/office/drawing/2014/main" id="{D0F8C32B-A3F5-6D70-30C4-9C477A654234}"/>
                </a:ext>
              </a:extLst>
            </p:cNvPr>
            <p:cNvSpPr txBox="1"/>
            <p:nvPr/>
          </p:nvSpPr>
          <p:spPr>
            <a:xfrm>
              <a:off x="1563624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17.3%</a:t>
              </a:r>
              <a:endParaRPr lang="en-US" sz="863"/>
            </a:p>
          </p:txBody>
        </p:sp>
        <p:sp>
          <p:nvSpPr>
            <p:cNvPr id="1461" name="Text 34">
              <a:extLst>
                <a:ext uri="{FF2B5EF4-FFF2-40B4-BE49-F238E27FC236}">
                  <a16:creationId xmlns:a16="http://schemas.microsoft.com/office/drawing/2014/main" id="{F0305B9E-EE9E-5975-087D-997C2F0C37CA}"/>
                </a:ext>
              </a:extLst>
            </p:cNvPr>
            <p:cNvSpPr txBox="1"/>
            <p:nvPr/>
          </p:nvSpPr>
          <p:spPr>
            <a:xfrm>
              <a:off x="2606040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oferta</a:t>
              </a:r>
              <a:endParaRPr lang="en-US" sz="563"/>
            </a:p>
          </p:txBody>
        </p:sp>
        <p:sp>
          <p:nvSpPr>
            <p:cNvPr id="1462" name="Text 35">
              <a:extLst>
                <a:ext uri="{FF2B5EF4-FFF2-40B4-BE49-F238E27FC236}">
                  <a16:creationId xmlns:a16="http://schemas.microsoft.com/office/drawing/2014/main" id="{C2870329-7A79-86E6-5BD6-087B10AB7C1F}"/>
                </a:ext>
              </a:extLst>
            </p:cNvPr>
            <p:cNvSpPr txBox="1"/>
            <p:nvPr/>
          </p:nvSpPr>
          <p:spPr>
            <a:xfrm>
              <a:off x="2606040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20.3%</a:t>
              </a:r>
              <a:endParaRPr lang="en-US" sz="863"/>
            </a:p>
          </p:txBody>
        </p:sp>
        <p:sp>
          <p:nvSpPr>
            <p:cNvPr id="1463" name="Text 36">
              <a:extLst>
                <a:ext uri="{FF2B5EF4-FFF2-40B4-BE49-F238E27FC236}">
                  <a16:creationId xmlns:a16="http://schemas.microsoft.com/office/drawing/2014/main" id="{CAFB748F-320E-151E-23C1-C471CF271DAF}"/>
                </a:ext>
              </a:extLst>
            </p:cNvPr>
            <p:cNvSpPr txBox="1"/>
            <p:nvPr/>
          </p:nvSpPr>
          <p:spPr>
            <a:xfrm>
              <a:off x="3648456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UAI (mediana)</a:t>
              </a:r>
              <a:endParaRPr lang="en-US" sz="563"/>
            </a:p>
          </p:txBody>
        </p:sp>
        <p:sp>
          <p:nvSpPr>
            <p:cNvPr id="1464" name="Text 37">
              <a:extLst>
                <a:ext uri="{FF2B5EF4-FFF2-40B4-BE49-F238E27FC236}">
                  <a16:creationId xmlns:a16="http://schemas.microsoft.com/office/drawing/2014/main" id="{914BC00F-BF6E-FB68-6291-F544E08E6C70}"/>
                </a:ext>
              </a:extLst>
            </p:cNvPr>
            <p:cNvSpPr txBox="1"/>
            <p:nvPr/>
          </p:nvSpPr>
          <p:spPr>
            <a:xfrm>
              <a:off x="3648456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322</a:t>
              </a:r>
              <a:endParaRPr lang="en-US" sz="863"/>
            </a:p>
          </p:txBody>
        </p:sp>
        <p:sp>
          <p:nvSpPr>
            <p:cNvPr id="1465" name="Text 38">
              <a:extLst>
                <a:ext uri="{FF2B5EF4-FFF2-40B4-BE49-F238E27FC236}">
                  <a16:creationId xmlns:a16="http://schemas.microsoft.com/office/drawing/2014/main" id="{F870A019-43D6-8076-6C9A-D497B5B5A16C}"/>
                </a:ext>
              </a:extLst>
            </p:cNvPr>
            <p:cNvSpPr txBox="1"/>
            <p:nvPr/>
          </p:nvSpPr>
          <p:spPr>
            <a:xfrm>
              <a:off x="4946904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prom.</a:t>
              </a:r>
              <a:endParaRPr lang="en-US" sz="563"/>
            </a:p>
          </p:txBody>
        </p:sp>
        <p:sp>
          <p:nvSpPr>
            <p:cNvPr id="1466" name="Text 39">
              <a:extLst>
                <a:ext uri="{FF2B5EF4-FFF2-40B4-BE49-F238E27FC236}">
                  <a16:creationId xmlns:a16="http://schemas.microsoft.com/office/drawing/2014/main" id="{9C735A5F-4DD9-7E7C-D9B4-52E6F625280D}"/>
                </a:ext>
              </a:extLst>
            </p:cNvPr>
            <p:cNvSpPr txBox="1"/>
            <p:nvPr/>
          </p:nvSpPr>
          <p:spPr>
            <a:xfrm>
              <a:off x="4946904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17.0%</a:t>
              </a:r>
              <a:endParaRPr lang="en-US" sz="863"/>
            </a:p>
          </p:txBody>
        </p:sp>
        <p:sp>
          <p:nvSpPr>
            <p:cNvPr id="1467" name="Text 40">
              <a:extLst>
                <a:ext uri="{FF2B5EF4-FFF2-40B4-BE49-F238E27FC236}">
                  <a16:creationId xmlns:a16="http://schemas.microsoft.com/office/drawing/2014/main" id="{A43C42FB-8C33-A45E-16B6-194BAF7DE841}"/>
                </a:ext>
              </a:extLst>
            </p:cNvPr>
            <p:cNvSpPr txBox="1"/>
            <p:nvPr/>
          </p:nvSpPr>
          <p:spPr>
            <a:xfrm>
              <a:off x="5989320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oferta</a:t>
              </a:r>
              <a:endParaRPr lang="en-US" sz="563"/>
            </a:p>
          </p:txBody>
        </p:sp>
        <p:sp>
          <p:nvSpPr>
            <p:cNvPr id="1468" name="Text 41">
              <a:extLst>
                <a:ext uri="{FF2B5EF4-FFF2-40B4-BE49-F238E27FC236}">
                  <a16:creationId xmlns:a16="http://schemas.microsoft.com/office/drawing/2014/main" id="{08265C17-2C18-9605-CC07-C242711EFEAC}"/>
                </a:ext>
              </a:extLst>
            </p:cNvPr>
            <p:cNvSpPr txBox="1"/>
            <p:nvPr/>
          </p:nvSpPr>
          <p:spPr>
            <a:xfrm>
              <a:off x="5989320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20.3%</a:t>
              </a:r>
              <a:endParaRPr lang="en-US" sz="863"/>
            </a:p>
          </p:txBody>
        </p:sp>
        <p:sp>
          <p:nvSpPr>
            <p:cNvPr id="1469" name="Text 42">
              <a:extLst>
                <a:ext uri="{FF2B5EF4-FFF2-40B4-BE49-F238E27FC236}">
                  <a16:creationId xmlns:a16="http://schemas.microsoft.com/office/drawing/2014/main" id="{224A1BC0-C105-D9AC-6269-3CE8A790E34D}"/>
                </a:ext>
              </a:extLst>
            </p:cNvPr>
            <p:cNvSpPr txBox="1"/>
            <p:nvPr/>
          </p:nvSpPr>
          <p:spPr>
            <a:xfrm>
              <a:off x="7031736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UAI (mediana)</a:t>
              </a:r>
              <a:endParaRPr lang="en-US" sz="563"/>
            </a:p>
          </p:txBody>
        </p:sp>
        <p:sp>
          <p:nvSpPr>
            <p:cNvPr id="1470" name="Text 43">
              <a:extLst>
                <a:ext uri="{FF2B5EF4-FFF2-40B4-BE49-F238E27FC236}">
                  <a16:creationId xmlns:a16="http://schemas.microsoft.com/office/drawing/2014/main" id="{944B3F7C-2C49-AD5B-8726-7EE06D3EB2BE}"/>
                </a:ext>
              </a:extLst>
            </p:cNvPr>
            <p:cNvSpPr txBox="1"/>
            <p:nvPr/>
          </p:nvSpPr>
          <p:spPr>
            <a:xfrm>
              <a:off x="7031736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223</a:t>
              </a:r>
              <a:endParaRPr lang="en-US" sz="863"/>
            </a:p>
          </p:txBody>
        </p:sp>
        <p:sp>
          <p:nvSpPr>
            <p:cNvPr id="1471" name="Text 44">
              <a:extLst>
                <a:ext uri="{FF2B5EF4-FFF2-40B4-BE49-F238E27FC236}">
                  <a16:creationId xmlns:a16="http://schemas.microsoft.com/office/drawing/2014/main" id="{0ECE85EF-AF6A-D2E0-46B9-16FAA43F3C31}"/>
                </a:ext>
              </a:extLst>
            </p:cNvPr>
            <p:cNvSpPr txBox="1"/>
            <p:nvPr/>
          </p:nvSpPr>
          <p:spPr>
            <a:xfrm>
              <a:off x="8330184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prom.</a:t>
              </a:r>
              <a:endParaRPr lang="en-US" sz="563"/>
            </a:p>
          </p:txBody>
        </p:sp>
        <p:sp>
          <p:nvSpPr>
            <p:cNvPr id="1472" name="Text 45">
              <a:extLst>
                <a:ext uri="{FF2B5EF4-FFF2-40B4-BE49-F238E27FC236}">
                  <a16:creationId xmlns:a16="http://schemas.microsoft.com/office/drawing/2014/main" id="{D2831AB5-A3B2-5D2A-12B5-322D5071C89F}"/>
                </a:ext>
              </a:extLst>
            </p:cNvPr>
            <p:cNvSpPr txBox="1"/>
            <p:nvPr/>
          </p:nvSpPr>
          <p:spPr>
            <a:xfrm>
              <a:off x="8330184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18.9%</a:t>
              </a:r>
              <a:endParaRPr lang="en-US" sz="863"/>
            </a:p>
          </p:txBody>
        </p:sp>
        <p:sp>
          <p:nvSpPr>
            <p:cNvPr id="1473" name="Text 46">
              <a:extLst>
                <a:ext uri="{FF2B5EF4-FFF2-40B4-BE49-F238E27FC236}">
                  <a16:creationId xmlns:a16="http://schemas.microsoft.com/office/drawing/2014/main" id="{F02800ED-1BBD-9D7E-E058-76BDA62EA697}"/>
                </a:ext>
              </a:extLst>
            </p:cNvPr>
            <p:cNvSpPr txBox="1"/>
            <p:nvPr/>
          </p:nvSpPr>
          <p:spPr>
            <a:xfrm>
              <a:off x="9372600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oferta</a:t>
              </a:r>
              <a:endParaRPr lang="en-US" sz="563"/>
            </a:p>
          </p:txBody>
        </p:sp>
        <p:sp>
          <p:nvSpPr>
            <p:cNvPr id="1474" name="Text 47">
              <a:extLst>
                <a:ext uri="{FF2B5EF4-FFF2-40B4-BE49-F238E27FC236}">
                  <a16:creationId xmlns:a16="http://schemas.microsoft.com/office/drawing/2014/main" id="{E8602F1D-3ACF-ADD2-CA6B-B73FE1A5CC3F}"/>
                </a:ext>
              </a:extLst>
            </p:cNvPr>
            <p:cNvSpPr txBox="1"/>
            <p:nvPr/>
          </p:nvSpPr>
          <p:spPr>
            <a:xfrm>
              <a:off x="9372600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22.7%</a:t>
              </a:r>
              <a:endParaRPr lang="en-US" sz="863"/>
            </a:p>
          </p:txBody>
        </p:sp>
        <p:sp>
          <p:nvSpPr>
            <p:cNvPr id="1475" name="Text 48">
              <a:extLst>
                <a:ext uri="{FF2B5EF4-FFF2-40B4-BE49-F238E27FC236}">
                  <a16:creationId xmlns:a16="http://schemas.microsoft.com/office/drawing/2014/main" id="{C64237CE-7D24-457C-6D0C-B4D9A9749AB0}"/>
                </a:ext>
              </a:extLst>
            </p:cNvPr>
            <p:cNvSpPr txBox="1"/>
            <p:nvPr/>
          </p:nvSpPr>
          <p:spPr>
            <a:xfrm>
              <a:off x="10415016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UAI (mediana)</a:t>
              </a:r>
              <a:endParaRPr lang="en-US" sz="563"/>
            </a:p>
          </p:txBody>
        </p:sp>
        <p:sp>
          <p:nvSpPr>
            <p:cNvPr id="1476" name="Text 49">
              <a:extLst>
                <a:ext uri="{FF2B5EF4-FFF2-40B4-BE49-F238E27FC236}">
                  <a16:creationId xmlns:a16="http://schemas.microsoft.com/office/drawing/2014/main" id="{B0E5AD00-C5D4-CE67-1A5B-D1F45E98EC44}"/>
                </a:ext>
              </a:extLst>
            </p:cNvPr>
            <p:cNvSpPr txBox="1"/>
            <p:nvPr/>
          </p:nvSpPr>
          <p:spPr>
            <a:xfrm>
              <a:off x="10415016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242</a:t>
              </a:r>
              <a:endParaRPr lang="en-US" sz="863"/>
            </a:p>
          </p:txBody>
        </p:sp>
        <p:sp>
          <p:nvSpPr>
            <p:cNvPr id="1477" name="Shape 50">
              <a:extLst>
                <a:ext uri="{FF2B5EF4-FFF2-40B4-BE49-F238E27FC236}">
                  <a16:creationId xmlns:a16="http://schemas.microsoft.com/office/drawing/2014/main" id="{CE249D1E-99EC-8517-FA08-6892DDA83CD6}"/>
                </a:ext>
              </a:extLst>
            </p:cNvPr>
            <p:cNvSpPr/>
            <p:nvPr/>
          </p:nvSpPr>
          <p:spPr>
            <a:xfrm>
              <a:off x="320040" y="2820924"/>
              <a:ext cx="11219688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478" name="Shape 51">
              <a:extLst>
                <a:ext uri="{FF2B5EF4-FFF2-40B4-BE49-F238E27FC236}">
                  <a16:creationId xmlns:a16="http://schemas.microsoft.com/office/drawing/2014/main" id="{8A00E439-591B-F3AF-716C-23AA1070B661}"/>
                </a:ext>
              </a:extLst>
            </p:cNvPr>
            <p:cNvSpPr/>
            <p:nvPr/>
          </p:nvSpPr>
          <p:spPr>
            <a:xfrm>
              <a:off x="374904" y="2903220"/>
              <a:ext cx="292608" cy="292608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479" name="Image 8" descr="/home/claude/voi_deck/icons/bar_chart.png">
              <a:extLst>
                <a:ext uri="{FF2B5EF4-FFF2-40B4-BE49-F238E27FC236}">
                  <a16:creationId xmlns:a16="http://schemas.microsoft.com/office/drawing/2014/main" id="{A2149724-2D4A-CFF5-21FB-7285716A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056" y="2976372"/>
              <a:ext cx="146304" cy="146304"/>
            </a:xfrm>
            <a:prstGeom prst="rect">
              <a:avLst/>
            </a:prstGeom>
          </p:spPr>
        </p:pic>
        <p:sp>
          <p:nvSpPr>
            <p:cNvPr id="1480" name="Text 52">
              <a:extLst>
                <a:ext uri="{FF2B5EF4-FFF2-40B4-BE49-F238E27FC236}">
                  <a16:creationId xmlns:a16="http://schemas.microsoft.com/office/drawing/2014/main" id="{590C18DD-7D70-3732-D089-0B645ED84E73}"/>
                </a:ext>
              </a:extLst>
            </p:cNvPr>
            <p:cNvSpPr txBox="1"/>
            <p:nvPr/>
          </p:nvSpPr>
          <p:spPr>
            <a:xfrm>
              <a:off x="704088" y="2820924"/>
              <a:ext cx="6766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TAMAÑO Y VALOR</a:t>
              </a:r>
              <a:endParaRPr lang="en-US" sz="563"/>
            </a:p>
          </p:txBody>
        </p:sp>
        <p:sp>
          <p:nvSpPr>
            <p:cNvPr id="1481" name="Text 53">
              <a:extLst>
                <a:ext uri="{FF2B5EF4-FFF2-40B4-BE49-F238E27FC236}">
                  <a16:creationId xmlns:a16="http://schemas.microsoft.com/office/drawing/2014/main" id="{98F2C5C6-0D1A-3013-84FB-B85ECB88B9F3}"/>
                </a:ext>
              </a:extLst>
            </p:cNvPr>
            <p:cNvSpPr txBox="1"/>
            <p:nvPr/>
          </p:nvSpPr>
          <p:spPr>
            <a:xfrm>
              <a:off x="1563624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Monto desemb.</a:t>
              </a:r>
              <a:endParaRPr lang="en-US" sz="563"/>
            </a:p>
          </p:txBody>
        </p:sp>
        <p:sp>
          <p:nvSpPr>
            <p:cNvPr id="1482" name="Text 54">
              <a:extLst>
                <a:ext uri="{FF2B5EF4-FFF2-40B4-BE49-F238E27FC236}">
                  <a16:creationId xmlns:a16="http://schemas.microsoft.com/office/drawing/2014/main" id="{FF3680FA-F7EE-2CD2-1112-F7C34848F8AB}"/>
                </a:ext>
              </a:extLst>
            </p:cNvPr>
            <p:cNvSpPr txBox="1"/>
            <p:nvPr/>
          </p:nvSpPr>
          <p:spPr>
            <a:xfrm>
              <a:off x="1563624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153k</a:t>
              </a:r>
              <a:endParaRPr lang="en-US" sz="863"/>
            </a:p>
          </p:txBody>
        </p:sp>
        <p:sp>
          <p:nvSpPr>
            <p:cNvPr id="1483" name="Text 55">
              <a:extLst>
                <a:ext uri="{FF2B5EF4-FFF2-40B4-BE49-F238E27FC236}">
                  <a16:creationId xmlns:a16="http://schemas.microsoft.com/office/drawing/2014/main" id="{7433461B-9CB2-AACC-3D18-F63BA8EF47A0}"/>
                </a:ext>
              </a:extLst>
            </p:cNvPr>
            <p:cNvSpPr txBox="1"/>
            <p:nvPr/>
          </p:nvSpPr>
          <p:spPr>
            <a:xfrm>
              <a:off x="2606040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Ventas</a:t>
              </a:r>
              <a:endParaRPr lang="en-US" sz="563"/>
            </a:p>
          </p:txBody>
        </p:sp>
        <p:sp>
          <p:nvSpPr>
            <p:cNvPr id="1484" name="Text 56">
              <a:extLst>
                <a:ext uri="{FF2B5EF4-FFF2-40B4-BE49-F238E27FC236}">
                  <a16:creationId xmlns:a16="http://schemas.microsoft.com/office/drawing/2014/main" id="{8BC39ED9-54B4-1E5D-6768-5219A017FD23}"/>
                </a:ext>
              </a:extLst>
            </p:cNvPr>
            <p:cNvSpPr txBox="1"/>
            <p:nvPr/>
          </p:nvSpPr>
          <p:spPr>
            <a:xfrm>
              <a:off x="2606040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711k</a:t>
              </a:r>
              <a:endParaRPr lang="en-US" sz="863"/>
            </a:p>
          </p:txBody>
        </p:sp>
        <p:sp>
          <p:nvSpPr>
            <p:cNvPr id="1485" name="Text 57">
              <a:extLst>
                <a:ext uri="{FF2B5EF4-FFF2-40B4-BE49-F238E27FC236}">
                  <a16:creationId xmlns:a16="http://schemas.microsoft.com/office/drawing/2014/main" id="{3FB6C5E9-8910-5957-80BC-7D06CE5C98DF}"/>
                </a:ext>
              </a:extLst>
            </p:cNvPr>
            <p:cNvSpPr txBox="1"/>
            <p:nvPr/>
          </p:nvSpPr>
          <p:spPr>
            <a:xfrm>
              <a:off x="3648456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Pasivos prom.</a:t>
              </a:r>
              <a:endParaRPr lang="en-US" sz="563"/>
            </a:p>
          </p:txBody>
        </p:sp>
        <p:sp>
          <p:nvSpPr>
            <p:cNvPr id="1486" name="Text 58">
              <a:extLst>
                <a:ext uri="{FF2B5EF4-FFF2-40B4-BE49-F238E27FC236}">
                  <a16:creationId xmlns:a16="http://schemas.microsoft.com/office/drawing/2014/main" id="{11B81E2E-1667-BB0D-2A6B-04EA849981AC}"/>
                </a:ext>
              </a:extLst>
            </p:cNvPr>
            <p:cNvSpPr txBox="1"/>
            <p:nvPr/>
          </p:nvSpPr>
          <p:spPr>
            <a:xfrm>
              <a:off x="3648456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5k</a:t>
              </a:r>
              <a:endParaRPr lang="en-US" sz="863"/>
            </a:p>
          </p:txBody>
        </p:sp>
        <p:sp>
          <p:nvSpPr>
            <p:cNvPr id="1487" name="Text 59">
              <a:extLst>
                <a:ext uri="{FF2B5EF4-FFF2-40B4-BE49-F238E27FC236}">
                  <a16:creationId xmlns:a16="http://schemas.microsoft.com/office/drawing/2014/main" id="{4710B201-E705-43E2-8340-85AECF099517}"/>
                </a:ext>
              </a:extLst>
            </p:cNvPr>
            <p:cNvSpPr txBox="1"/>
            <p:nvPr/>
          </p:nvSpPr>
          <p:spPr>
            <a:xfrm>
              <a:off x="4946904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Monto desemb.</a:t>
              </a:r>
              <a:endParaRPr lang="en-US" sz="563"/>
            </a:p>
          </p:txBody>
        </p:sp>
        <p:sp>
          <p:nvSpPr>
            <p:cNvPr id="1488" name="Text 60">
              <a:extLst>
                <a:ext uri="{FF2B5EF4-FFF2-40B4-BE49-F238E27FC236}">
                  <a16:creationId xmlns:a16="http://schemas.microsoft.com/office/drawing/2014/main" id="{4CC3D3AC-8392-195A-531A-2289599D5232}"/>
                </a:ext>
              </a:extLst>
            </p:cNvPr>
            <p:cNvSpPr txBox="1"/>
            <p:nvPr/>
          </p:nvSpPr>
          <p:spPr>
            <a:xfrm>
              <a:off x="4946904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244k</a:t>
              </a:r>
              <a:endParaRPr lang="en-US" sz="863"/>
            </a:p>
          </p:txBody>
        </p:sp>
        <p:sp>
          <p:nvSpPr>
            <p:cNvPr id="1489" name="Text 61">
              <a:extLst>
                <a:ext uri="{FF2B5EF4-FFF2-40B4-BE49-F238E27FC236}">
                  <a16:creationId xmlns:a16="http://schemas.microsoft.com/office/drawing/2014/main" id="{0E9A2ADC-7E4D-4FF0-7CA6-BA75FA3F18E4}"/>
                </a:ext>
              </a:extLst>
            </p:cNvPr>
            <p:cNvSpPr txBox="1"/>
            <p:nvPr/>
          </p:nvSpPr>
          <p:spPr>
            <a:xfrm>
              <a:off x="5989320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Ventas</a:t>
              </a:r>
              <a:endParaRPr lang="en-US" sz="563"/>
            </a:p>
          </p:txBody>
        </p:sp>
        <p:sp>
          <p:nvSpPr>
            <p:cNvPr id="1490" name="Text 62">
              <a:extLst>
                <a:ext uri="{FF2B5EF4-FFF2-40B4-BE49-F238E27FC236}">
                  <a16:creationId xmlns:a16="http://schemas.microsoft.com/office/drawing/2014/main" id="{B29074DA-29B3-3809-A1D1-5506CBE6E788}"/>
                </a:ext>
              </a:extLst>
            </p:cNvPr>
            <p:cNvSpPr txBox="1"/>
            <p:nvPr/>
          </p:nvSpPr>
          <p:spPr>
            <a:xfrm>
              <a:off x="5989320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2.8MM</a:t>
              </a:r>
              <a:endParaRPr lang="en-US" sz="863"/>
            </a:p>
          </p:txBody>
        </p:sp>
        <p:sp>
          <p:nvSpPr>
            <p:cNvPr id="1491" name="Text 63">
              <a:extLst>
                <a:ext uri="{FF2B5EF4-FFF2-40B4-BE49-F238E27FC236}">
                  <a16:creationId xmlns:a16="http://schemas.microsoft.com/office/drawing/2014/main" id="{F25C4543-9EA3-D377-58EA-1DAF156399CC}"/>
                </a:ext>
              </a:extLst>
            </p:cNvPr>
            <p:cNvSpPr txBox="1"/>
            <p:nvPr/>
          </p:nvSpPr>
          <p:spPr>
            <a:xfrm>
              <a:off x="7031736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Pasivos prom.</a:t>
              </a:r>
              <a:endParaRPr lang="en-US" sz="563"/>
            </a:p>
          </p:txBody>
        </p:sp>
        <p:sp>
          <p:nvSpPr>
            <p:cNvPr id="1492" name="Text 64">
              <a:extLst>
                <a:ext uri="{FF2B5EF4-FFF2-40B4-BE49-F238E27FC236}">
                  <a16:creationId xmlns:a16="http://schemas.microsoft.com/office/drawing/2014/main" id="{D9C53D01-E6C1-66F5-3C3F-C20097F8931E}"/>
                </a:ext>
              </a:extLst>
            </p:cNvPr>
            <p:cNvSpPr txBox="1"/>
            <p:nvPr/>
          </p:nvSpPr>
          <p:spPr>
            <a:xfrm>
              <a:off x="7031736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7k</a:t>
              </a:r>
              <a:endParaRPr lang="en-US" sz="863"/>
            </a:p>
          </p:txBody>
        </p:sp>
        <p:sp>
          <p:nvSpPr>
            <p:cNvPr id="1493" name="Text 65">
              <a:extLst>
                <a:ext uri="{FF2B5EF4-FFF2-40B4-BE49-F238E27FC236}">
                  <a16:creationId xmlns:a16="http://schemas.microsoft.com/office/drawing/2014/main" id="{E1B8D363-E3FB-CFCD-A3B1-9352B221A089}"/>
                </a:ext>
              </a:extLst>
            </p:cNvPr>
            <p:cNvSpPr txBox="1"/>
            <p:nvPr/>
          </p:nvSpPr>
          <p:spPr>
            <a:xfrm>
              <a:off x="8330184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Monto desemb.</a:t>
              </a:r>
              <a:endParaRPr lang="en-US" sz="563"/>
            </a:p>
          </p:txBody>
        </p:sp>
        <p:sp>
          <p:nvSpPr>
            <p:cNvPr id="1494" name="Text 66">
              <a:extLst>
                <a:ext uri="{FF2B5EF4-FFF2-40B4-BE49-F238E27FC236}">
                  <a16:creationId xmlns:a16="http://schemas.microsoft.com/office/drawing/2014/main" id="{0F1C5BF5-C57F-8E45-200C-666130684FD4}"/>
                </a:ext>
              </a:extLst>
            </p:cNvPr>
            <p:cNvSpPr txBox="1"/>
            <p:nvPr/>
          </p:nvSpPr>
          <p:spPr>
            <a:xfrm>
              <a:off x="8330184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90k</a:t>
              </a:r>
              <a:endParaRPr lang="en-US" sz="863"/>
            </a:p>
          </p:txBody>
        </p:sp>
        <p:sp>
          <p:nvSpPr>
            <p:cNvPr id="1495" name="Text 67">
              <a:extLst>
                <a:ext uri="{FF2B5EF4-FFF2-40B4-BE49-F238E27FC236}">
                  <a16:creationId xmlns:a16="http://schemas.microsoft.com/office/drawing/2014/main" id="{439880E8-82CC-86C1-1DB2-E42CB72CF825}"/>
                </a:ext>
              </a:extLst>
            </p:cNvPr>
            <p:cNvSpPr txBox="1"/>
            <p:nvPr/>
          </p:nvSpPr>
          <p:spPr>
            <a:xfrm>
              <a:off x="9372600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Ventas</a:t>
              </a:r>
              <a:endParaRPr lang="en-US" sz="563"/>
            </a:p>
          </p:txBody>
        </p:sp>
        <p:sp>
          <p:nvSpPr>
            <p:cNvPr id="1496" name="Text 68">
              <a:extLst>
                <a:ext uri="{FF2B5EF4-FFF2-40B4-BE49-F238E27FC236}">
                  <a16:creationId xmlns:a16="http://schemas.microsoft.com/office/drawing/2014/main" id="{FADEB633-A474-475F-EFA0-4724CFD75F56}"/>
                </a:ext>
              </a:extLst>
            </p:cNvPr>
            <p:cNvSpPr txBox="1"/>
            <p:nvPr/>
          </p:nvSpPr>
          <p:spPr>
            <a:xfrm>
              <a:off x="9372600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472k</a:t>
              </a:r>
              <a:endParaRPr lang="en-US" sz="863"/>
            </a:p>
          </p:txBody>
        </p:sp>
        <p:sp>
          <p:nvSpPr>
            <p:cNvPr id="1497" name="Text 69">
              <a:extLst>
                <a:ext uri="{FF2B5EF4-FFF2-40B4-BE49-F238E27FC236}">
                  <a16:creationId xmlns:a16="http://schemas.microsoft.com/office/drawing/2014/main" id="{D443B1E0-D266-82B4-C791-4D9F8DA16EDC}"/>
                </a:ext>
              </a:extLst>
            </p:cNvPr>
            <p:cNvSpPr txBox="1"/>
            <p:nvPr/>
          </p:nvSpPr>
          <p:spPr>
            <a:xfrm>
              <a:off x="10415016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Pasivos prom.</a:t>
              </a:r>
              <a:endParaRPr lang="en-US" sz="563"/>
            </a:p>
          </p:txBody>
        </p:sp>
        <p:sp>
          <p:nvSpPr>
            <p:cNvPr id="1498" name="Text 70">
              <a:extLst>
                <a:ext uri="{FF2B5EF4-FFF2-40B4-BE49-F238E27FC236}">
                  <a16:creationId xmlns:a16="http://schemas.microsoft.com/office/drawing/2014/main" id="{71A5778E-13E2-7764-E1DF-9F720546DF5D}"/>
                </a:ext>
              </a:extLst>
            </p:cNvPr>
            <p:cNvSpPr txBox="1"/>
            <p:nvPr/>
          </p:nvSpPr>
          <p:spPr>
            <a:xfrm>
              <a:off x="10415016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5k</a:t>
              </a:r>
              <a:endParaRPr lang="en-US" sz="863"/>
            </a:p>
          </p:txBody>
        </p:sp>
        <p:sp>
          <p:nvSpPr>
            <p:cNvPr id="1499" name="Shape 71">
              <a:extLst>
                <a:ext uri="{FF2B5EF4-FFF2-40B4-BE49-F238E27FC236}">
                  <a16:creationId xmlns:a16="http://schemas.microsoft.com/office/drawing/2014/main" id="{A108C421-B0D2-F6E5-F8F9-BB30FD294F02}"/>
                </a:ext>
              </a:extLst>
            </p:cNvPr>
            <p:cNvSpPr/>
            <p:nvPr/>
          </p:nvSpPr>
          <p:spPr>
            <a:xfrm>
              <a:off x="320040" y="3328416"/>
              <a:ext cx="11219688" cy="59436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500" name="Shape 72">
              <a:extLst>
                <a:ext uri="{FF2B5EF4-FFF2-40B4-BE49-F238E27FC236}">
                  <a16:creationId xmlns:a16="http://schemas.microsoft.com/office/drawing/2014/main" id="{DCE301F7-A067-0379-22E8-822D40692EE3}"/>
                </a:ext>
              </a:extLst>
            </p:cNvPr>
            <p:cNvSpPr/>
            <p:nvPr/>
          </p:nvSpPr>
          <p:spPr>
            <a:xfrm>
              <a:off x="374904" y="3547872"/>
              <a:ext cx="292608" cy="292608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501" name="Image 9" descr="/home/claude/voi_deck/icons/shield.png">
              <a:extLst>
                <a:ext uri="{FF2B5EF4-FFF2-40B4-BE49-F238E27FC236}">
                  <a16:creationId xmlns:a16="http://schemas.microsoft.com/office/drawing/2014/main" id="{5135066A-7B9C-7E37-B809-127BC26EB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8056" y="3621024"/>
              <a:ext cx="146304" cy="146304"/>
            </a:xfrm>
            <a:prstGeom prst="rect">
              <a:avLst/>
            </a:prstGeom>
          </p:spPr>
        </p:pic>
        <p:sp>
          <p:nvSpPr>
            <p:cNvPr id="1502" name="Text 73">
              <a:extLst>
                <a:ext uri="{FF2B5EF4-FFF2-40B4-BE49-F238E27FC236}">
                  <a16:creationId xmlns:a16="http://schemas.microsoft.com/office/drawing/2014/main" id="{DB5102B0-D68F-CAB1-51B8-1391D5FDE721}"/>
                </a:ext>
              </a:extLst>
            </p:cNvPr>
            <p:cNvSpPr txBox="1"/>
            <p:nvPr/>
          </p:nvSpPr>
          <p:spPr>
            <a:xfrm>
              <a:off x="704088" y="3328416"/>
              <a:ext cx="676656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COSTO DE RIESGO (SOW)</a:t>
              </a:r>
              <a:endParaRPr lang="en-US" sz="563"/>
            </a:p>
          </p:txBody>
        </p:sp>
        <p:sp>
          <p:nvSpPr>
            <p:cNvPr id="1503" name="Text 74">
              <a:extLst>
                <a:ext uri="{FF2B5EF4-FFF2-40B4-BE49-F238E27FC236}">
                  <a16:creationId xmlns:a16="http://schemas.microsoft.com/office/drawing/2014/main" id="{1A84DF40-CEE9-9C28-9600-620AAC72A9A3}"/>
                </a:ext>
              </a:extLst>
            </p:cNvPr>
            <p:cNvSpPr txBox="1"/>
            <p:nvPr/>
          </p:nvSpPr>
          <p:spPr>
            <a:xfrm>
              <a:off x="1563624" y="341985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deuda</a:t>
              </a:r>
              <a:endParaRPr lang="en-US" sz="563"/>
            </a:p>
          </p:txBody>
        </p:sp>
        <p:sp>
          <p:nvSpPr>
            <p:cNvPr id="1504" name="Text 75">
              <a:extLst>
                <a:ext uri="{FF2B5EF4-FFF2-40B4-BE49-F238E27FC236}">
                  <a16:creationId xmlns:a16="http://schemas.microsoft.com/office/drawing/2014/main" id="{A8EAA41E-B084-832F-F3BF-1B60BD5669B3}"/>
                </a:ext>
              </a:extLst>
            </p:cNvPr>
            <p:cNvSpPr txBox="1"/>
            <p:nvPr/>
          </p:nvSpPr>
          <p:spPr>
            <a:xfrm>
              <a:off x="1563624" y="355701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(mediana)</a:t>
              </a:r>
              <a:endParaRPr lang="en-US" sz="563"/>
            </a:p>
          </p:txBody>
        </p:sp>
        <p:graphicFrame>
          <p:nvGraphicFramePr>
            <p:cNvPr id="1505" name="Chart 0">
              <a:extLst>
                <a:ext uri="{FF2B5EF4-FFF2-40B4-BE49-F238E27FC236}">
                  <a16:creationId xmlns:a16="http://schemas.microsoft.com/office/drawing/2014/main" id="{9B3C3055-CCB3-FC48-C694-B0CFA26D6884}"/>
                </a:ext>
              </a:extLst>
            </p:cNvPr>
            <p:cNvGraphicFramePr/>
            <p:nvPr/>
          </p:nvGraphicFramePr>
          <p:xfrm>
            <a:off x="2404872" y="3355848"/>
            <a:ext cx="658368" cy="6583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1506" name="Text 76">
              <a:extLst>
                <a:ext uri="{FF2B5EF4-FFF2-40B4-BE49-F238E27FC236}">
                  <a16:creationId xmlns:a16="http://schemas.microsoft.com/office/drawing/2014/main" id="{39CF74CF-F71F-45D8-AF55-B0CD0DD34951}"/>
                </a:ext>
              </a:extLst>
            </p:cNvPr>
            <p:cNvSpPr txBox="1"/>
            <p:nvPr/>
          </p:nvSpPr>
          <p:spPr>
            <a:xfrm>
              <a:off x="2350008" y="3694176"/>
              <a:ext cx="7680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24%</a:t>
              </a:r>
              <a:endParaRPr lang="en-US" sz="1050"/>
            </a:p>
          </p:txBody>
        </p:sp>
        <p:sp>
          <p:nvSpPr>
            <p:cNvPr id="1507" name="Text 77">
              <a:extLst>
                <a:ext uri="{FF2B5EF4-FFF2-40B4-BE49-F238E27FC236}">
                  <a16:creationId xmlns:a16="http://schemas.microsoft.com/office/drawing/2014/main" id="{29E92371-89AE-58C3-C8F4-18E6F08BCBD3}"/>
                </a:ext>
              </a:extLst>
            </p:cNvPr>
            <p:cNvSpPr txBox="1"/>
            <p:nvPr/>
          </p:nvSpPr>
          <p:spPr>
            <a:xfrm>
              <a:off x="3200400" y="3529584"/>
              <a:ext cx="15361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MEDIO ENTRE LOS 3</a:t>
              </a:r>
              <a:endParaRPr lang="en-US" sz="638"/>
            </a:p>
          </p:txBody>
        </p:sp>
        <p:sp>
          <p:nvSpPr>
            <p:cNvPr id="1508" name="Text 78">
              <a:extLst>
                <a:ext uri="{FF2B5EF4-FFF2-40B4-BE49-F238E27FC236}">
                  <a16:creationId xmlns:a16="http://schemas.microsoft.com/office/drawing/2014/main" id="{70E78118-8032-5C71-29B7-B27F40F50448}"/>
                </a:ext>
              </a:extLst>
            </p:cNvPr>
            <p:cNvSpPr txBox="1"/>
            <p:nvPr/>
          </p:nvSpPr>
          <p:spPr>
            <a:xfrm>
              <a:off x="4946904" y="341985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deuda</a:t>
              </a:r>
              <a:endParaRPr lang="en-US" sz="563"/>
            </a:p>
          </p:txBody>
        </p:sp>
        <p:sp>
          <p:nvSpPr>
            <p:cNvPr id="1509" name="Text 79">
              <a:extLst>
                <a:ext uri="{FF2B5EF4-FFF2-40B4-BE49-F238E27FC236}">
                  <a16:creationId xmlns:a16="http://schemas.microsoft.com/office/drawing/2014/main" id="{5C32213E-C0FE-285D-AA1C-563FD9E59E57}"/>
                </a:ext>
              </a:extLst>
            </p:cNvPr>
            <p:cNvSpPr txBox="1"/>
            <p:nvPr/>
          </p:nvSpPr>
          <p:spPr>
            <a:xfrm>
              <a:off x="4946904" y="355701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(mediana)</a:t>
              </a:r>
              <a:endParaRPr lang="en-US" sz="563"/>
            </a:p>
          </p:txBody>
        </p:sp>
        <p:graphicFrame>
          <p:nvGraphicFramePr>
            <p:cNvPr id="1510" name="Chart 1">
              <a:extLst>
                <a:ext uri="{FF2B5EF4-FFF2-40B4-BE49-F238E27FC236}">
                  <a16:creationId xmlns:a16="http://schemas.microsoft.com/office/drawing/2014/main" id="{A1C3596D-4590-7B38-CFD6-D2815989EDAD}"/>
                </a:ext>
              </a:extLst>
            </p:cNvPr>
            <p:cNvGraphicFramePr/>
            <p:nvPr/>
          </p:nvGraphicFramePr>
          <p:xfrm>
            <a:off x="5788152" y="3355848"/>
            <a:ext cx="658368" cy="6583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511" name="Text 80">
              <a:extLst>
                <a:ext uri="{FF2B5EF4-FFF2-40B4-BE49-F238E27FC236}">
                  <a16:creationId xmlns:a16="http://schemas.microsoft.com/office/drawing/2014/main" id="{AB209006-A3F1-E4E2-5288-1D33EB3A5B54}"/>
                </a:ext>
              </a:extLst>
            </p:cNvPr>
            <p:cNvSpPr txBox="1"/>
            <p:nvPr/>
          </p:nvSpPr>
          <p:spPr>
            <a:xfrm>
              <a:off x="5733288" y="3694176"/>
              <a:ext cx="7680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11%</a:t>
              </a:r>
              <a:endParaRPr lang="en-US" sz="1050"/>
            </a:p>
          </p:txBody>
        </p:sp>
        <p:sp>
          <p:nvSpPr>
            <p:cNvPr id="1512" name="Text 81">
              <a:extLst>
                <a:ext uri="{FF2B5EF4-FFF2-40B4-BE49-F238E27FC236}">
                  <a16:creationId xmlns:a16="http://schemas.microsoft.com/office/drawing/2014/main" id="{173D1741-2EB3-58FE-72CA-07290468C928}"/>
                </a:ext>
              </a:extLst>
            </p:cNvPr>
            <p:cNvSpPr txBox="1"/>
            <p:nvPr/>
          </p:nvSpPr>
          <p:spPr>
            <a:xfrm>
              <a:off x="6583680" y="3529584"/>
              <a:ext cx="15361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b="1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MÁS BAJO ENTRE LOS 3</a:t>
              </a:r>
              <a:endParaRPr lang="en-US" sz="638"/>
            </a:p>
          </p:txBody>
        </p:sp>
        <p:sp>
          <p:nvSpPr>
            <p:cNvPr id="1513" name="Text 82">
              <a:extLst>
                <a:ext uri="{FF2B5EF4-FFF2-40B4-BE49-F238E27FC236}">
                  <a16:creationId xmlns:a16="http://schemas.microsoft.com/office/drawing/2014/main" id="{4C3105D2-ADAC-9E2D-794F-DC81591D6711}"/>
                </a:ext>
              </a:extLst>
            </p:cNvPr>
            <p:cNvSpPr txBox="1"/>
            <p:nvPr/>
          </p:nvSpPr>
          <p:spPr>
            <a:xfrm>
              <a:off x="8330184" y="341985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deuda</a:t>
              </a:r>
              <a:endParaRPr lang="en-US" sz="563"/>
            </a:p>
          </p:txBody>
        </p:sp>
        <p:sp>
          <p:nvSpPr>
            <p:cNvPr id="1514" name="Text 83">
              <a:extLst>
                <a:ext uri="{FF2B5EF4-FFF2-40B4-BE49-F238E27FC236}">
                  <a16:creationId xmlns:a16="http://schemas.microsoft.com/office/drawing/2014/main" id="{C10879B2-1DC5-6A06-9D7F-5839805416CD}"/>
                </a:ext>
              </a:extLst>
            </p:cNvPr>
            <p:cNvSpPr txBox="1"/>
            <p:nvPr/>
          </p:nvSpPr>
          <p:spPr>
            <a:xfrm>
              <a:off x="8330184" y="355701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(mediana)</a:t>
              </a:r>
              <a:endParaRPr lang="en-US" sz="563"/>
            </a:p>
          </p:txBody>
        </p:sp>
        <p:graphicFrame>
          <p:nvGraphicFramePr>
            <p:cNvPr id="1515" name="Chart 2">
              <a:extLst>
                <a:ext uri="{FF2B5EF4-FFF2-40B4-BE49-F238E27FC236}">
                  <a16:creationId xmlns:a16="http://schemas.microsoft.com/office/drawing/2014/main" id="{A215E18A-92E9-9739-153E-A8BEF9DA21F7}"/>
                </a:ext>
              </a:extLst>
            </p:cNvPr>
            <p:cNvGraphicFramePr/>
            <p:nvPr/>
          </p:nvGraphicFramePr>
          <p:xfrm>
            <a:off x="9171432" y="3355848"/>
            <a:ext cx="658368" cy="6583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516" name="Text 84">
              <a:extLst>
                <a:ext uri="{FF2B5EF4-FFF2-40B4-BE49-F238E27FC236}">
                  <a16:creationId xmlns:a16="http://schemas.microsoft.com/office/drawing/2014/main" id="{C20C3ED2-3FF7-CBC1-7436-A515E23DD2DD}"/>
                </a:ext>
              </a:extLst>
            </p:cNvPr>
            <p:cNvSpPr txBox="1"/>
            <p:nvPr/>
          </p:nvSpPr>
          <p:spPr>
            <a:xfrm>
              <a:off x="9116568" y="3694176"/>
              <a:ext cx="7680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b="1">
                  <a:solidFill>
                    <a:srgbClr val="C04B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40%</a:t>
              </a:r>
              <a:endParaRPr lang="en-US" sz="1050"/>
            </a:p>
          </p:txBody>
        </p:sp>
        <p:sp>
          <p:nvSpPr>
            <p:cNvPr id="1517" name="Text 85">
              <a:extLst>
                <a:ext uri="{FF2B5EF4-FFF2-40B4-BE49-F238E27FC236}">
                  <a16:creationId xmlns:a16="http://schemas.microsoft.com/office/drawing/2014/main" id="{11BA2CA3-BB16-D6A8-3A27-2CAF6AE8D7B1}"/>
                </a:ext>
              </a:extLst>
            </p:cNvPr>
            <p:cNvSpPr txBox="1"/>
            <p:nvPr/>
          </p:nvSpPr>
          <p:spPr>
            <a:xfrm>
              <a:off x="9966960" y="3529584"/>
              <a:ext cx="15361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b="1">
                  <a:solidFill>
                    <a:srgbClr val="C04B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MEDIO ENTRE LOS 3</a:t>
              </a:r>
              <a:endParaRPr lang="en-US" sz="638"/>
            </a:p>
          </p:txBody>
        </p:sp>
        <p:sp>
          <p:nvSpPr>
            <p:cNvPr id="1518" name="Shape 86">
              <a:extLst>
                <a:ext uri="{FF2B5EF4-FFF2-40B4-BE49-F238E27FC236}">
                  <a16:creationId xmlns:a16="http://schemas.microsoft.com/office/drawing/2014/main" id="{AF31E3C6-CA0D-0606-5EB3-9DD0E62A8FD3}"/>
                </a:ext>
              </a:extLst>
            </p:cNvPr>
            <p:cNvSpPr/>
            <p:nvPr/>
          </p:nvSpPr>
          <p:spPr>
            <a:xfrm>
              <a:off x="320040" y="3973068"/>
              <a:ext cx="11219688" cy="585216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519" name="Shape 87">
              <a:extLst>
                <a:ext uri="{FF2B5EF4-FFF2-40B4-BE49-F238E27FC236}">
                  <a16:creationId xmlns:a16="http://schemas.microsoft.com/office/drawing/2014/main" id="{9BEE4B45-00AC-C5AF-BD5D-1DA9E004FD81}"/>
                </a:ext>
              </a:extLst>
            </p:cNvPr>
            <p:cNvSpPr/>
            <p:nvPr/>
          </p:nvSpPr>
          <p:spPr>
            <a:xfrm>
              <a:off x="374904" y="4137660"/>
              <a:ext cx="292608" cy="292608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520" name="Image 10" descr="/home/claude/voi_deck/icons/users.png">
              <a:extLst>
                <a:ext uri="{FF2B5EF4-FFF2-40B4-BE49-F238E27FC236}">
                  <a16:creationId xmlns:a16="http://schemas.microsoft.com/office/drawing/2014/main" id="{2FCAFA58-A3A3-3258-77CB-C0C2CABED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8056" y="4210812"/>
              <a:ext cx="146304" cy="146304"/>
            </a:xfrm>
            <a:prstGeom prst="rect">
              <a:avLst/>
            </a:prstGeom>
          </p:spPr>
        </p:pic>
        <p:sp>
          <p:nvSpPr>
            <p:cNvPr id="1521" name="Text 88">
              <a:extLst>
                <a:ext uri="{FF2B5EF4-FFF2-40B4-BE49-F238E27FC236}">
                  <a16:creationId xmlns:a16="http://schemas.microsoft.com/office/drawing/2014/main" id="{B2966996-1E20-EB1F-D8E5-478195BA2C82}"/>
                </a:ext>
              </a:extLst>
            </p:cNvPr>
            <p:cNvSpPr txBox="1"/>
            <p:nvPr/>
          </p:nvSpPr>
          <p:spPr>
            <a:xfrm>
              <a:off x="704088" y="3973068"/>
              <a:ext cx="67665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RETENCIÓN Y RELACIÓN</a:t>
              </a:r>
              <a:endParaRPr lang="en-US" sz="563"/>
            </a:p>
          </p:txBody>
        </p:sp>
        <p:sp>
          <p:nvSpPr>
            <p:cNvPr id="1522" name="Text 89">
              <a:extLst>
                <a:ext uri="{FF2B5EF4-FFF2-40B4-BE49-F238E27FC236}">
                  <a16:creationId xmlns:a16="http://schemas.microsoft.com/office/drawing/2014/main" id="{441AF44E-6B43-6F16-0671-5EDF4D0B4352}"/>
                </a:ext>
              </a:extLst>
            </p:cNvPr>
            <p:cNvSpPr txBox="1"/>
            <p:nvPr/>
          </p:nvSpPr>
          <p:spPr>
            <a:xfrm>
              <a:off x="1563624" y="4046220"/>
              <a:ext cx="154076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Retanqueo</a:t>
              </a:r>
              <a:endParaRPr lang="en-US" sz="563"/>
            </a:p>
          </p:txBody>
        </p:sp>
        <p:sp>
          <p:nvSpPr>
            <p:cNvPr id="1523" name="Text 90">
              <a:extLst>
                <a:ext uri="{FF2B5EF4-FFF2-40B4-BE49-F238E27FC236}">
                  <a16:creationId xmlns:a16="http://schemas.microsoft.com/office/drawing/2014/main" id="{21F16025-1B52-B328-A371-821FC3160483}"/>
                </a:ext>
              </a:extLst>
            </p:cNvPr>
            <p:cNvSpPr txBox="1"/>
            <p:nvPr/>
          </p:nvSpPr>
          <p:spPr>
            <a:xfrm>
              <a:off x="1563624" y="4201668"/>
              <a:ext cx="15407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7.2%</a:t>
              </a:r>
              <a:endParaRPr lang="en-US" sz="900"/>
            </a:p>
          </p:txBody>
        </p:sp>
        <p:pic>
          <p:nvPicPr>
            <p:cNvPr id="1524" name="Image 11" descr="/home/claude/voi_deck/icons/person_navy.png">
              <a:extLst>
                <a:ext uri="{FF2B5EF4-FFF2-40B4-BE49-F238E27FC236}">
                  <a16:creationId xmlns:a16="http://schemas.microsoft.com/office/drawing/2014/main" id="{4C5FE5C1-2FA9-1330-5D4B-00354CE9F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63624" y="4393692"/>
              <a:ext cx="128016" cy="128016"/>
            </a:xfrm>
            <a:prstGeom prst="rect">
              <a:avLst/>
            </a:prstGeom>
          </p:spPr>
        </p:pic>
        <p:pic>
          <p:nvPicPr>
            <p:cNvPr id="1525" name="Image 12" descr="/home/claude/voi_deck/icons/person_navy.png">
              <a:extLst>
                <a:ext uri="{FF2B5EF4-FFF2-40B4-BE49-F238E27FC236}">
                  <a16:creationId xmlns:a16="http://schemas.microsoft.com/office/drawing/2014/main" id="{672980F9-7514-BD8B-8EAC-A9E0CBC27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05356" y="4393692"/>
              <a:ext cx="128016" cy="128016"/>
            </a:xfrm>
            <a:prstGeom prst="rect">
              <a:avLst/>
            </a:prstGeom>
          </p:spPr>
        </p:pic>
        <p:pic>
          <p:nvPicPr>
            <p:cNvPr id="1526" name="Image 13" descr="/home/claude/voi_deck/icons/person_gray.png">
              <a:extLst>
                <a:ext uri="{FF2B5EF4-FFF2-40B4-BE49-F238E27FC236}">
                  <a16:creationId xmlns:a16="http://schemas.microsoft.com/office/drawing/2014/main" id="{3DF0156E-CA5F-E75A-F670-EC02DDC12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847088" y="4393692"/>
              <a:ext cx="128016" cy="128016"/>
            </a:xfrm>
            <a:prstGeom prst="rect">
              <a:avLst/>
            </a:prstGeom>
          </p:spPr>
        </p:pic>
        <p:pic>
          <p:nvPicPr>
            <p:cNvPr id="1527" name="Image 14" descr="/home/claude/voi_deck/icons/person_gray.png">
              <a:extLst>
                <a:ext uri="{FF2B5EF4-FFF2-40B4-BE49-F238E27FC236}">
                  <a16:creationId xmlns:a16="http://schemas.microsoft.com/office/drawing/2014/main" id="{A87C4838-6F0D-31D7-41D6-527C73AD9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88820" y="4393692"/>
              <a:ext cx="128016" cy="128016"/>
            </a:xfrm>
            <a:prstGeom prst="rect">
              <a:avLst/>
            </a:prstGeom>
          </p:spPr>
        </p:pic>
        <p:pic>
          <p:nvPicPr>
            <p:cNvPr id="1528" name="Image 15" descr="/home/claude/voi_deck/icons/person_gray.png">
              <a:extLst>
                <a:ext uri="{FF2B5EF4-FFF2-40B4-BE49-F238E27FC236}">
                  <a16:creationId xmlns:a16="http://schemas.microsoft.com/office/drawing/2014/main" id="{030B2400-3A7D-E628-714D-158CBDB9B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130552" y="4393692"/>
              <a:ext cx="128016" cy="128016"/>
            </a:xfrm>
            <a:prstGeom prst="rect">
              <a:avLst/>
            </a:prstGeom>
          </p:spPr>
        </p:pic>
        <p:pic>
          <p:nvPicPr>
            <p:cNvPr id="1529" name="Image 16" descr="/home/claude/voi_deck/icons/person_gray.png">
              <a:extLst>
                <a:ext uri="{FF2B5EF4-FFF2-40B4-BE49-F238E27FC236}">
                  <a16:creationId xmlns:a16="http://schemas.microsoft.com/office/drawing/2014/main" id="{B18A97B4-4EE1-1465-7B8E-3AD5CAE03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272284" y="4393692"/>
              <a:ext cx="128016" cy="128016"/>
            </a:xfrm>
            <a:prstGeom prst="rect">
              <a:avLst/>
            </a:prstGeom>
          </p:spPr>
        </p:pic>
        <p:sp>
          <p:nvSpPr>
            <p:cNvPr id="1530" name="Text 91">
              <a:extLst>
                <a:ext uri="{FF2B5EF4-FFF2-40B4-BE49-F238E27FC236}">
                  <a16:creationId xmlns:a16="http://schemas.microsoft.com/office/drawing/2014/main" id="{BE446B1A-2777-CCE4-F599-792AF715A870}"/>
                </a:ext>
              </a:extLst>
            </p:cNvPr>
            <p:cNvSpPr txBox="1"/>
            <p:nvPr/>
          </p:nvSpPr>
          <p:spPr>
            <a:xfrm>
              <a:off x="3195828" y="4046220"/>
              <a:ext cx="10378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Cliente Izipay</a:t>
              </a:r>
              <a:endParaRPr lang="en-US" sz="563"/>
            </a:p>
          </p:txBody>
        </p:sp>
        <p:sp>
          <p:nvSpPr>
            <p:cNvPr id="1531" name="Text 92">
              <a:extLst>
                <a:ext uri="{FF2B5EF4-FFF2-40B4-BE49-F238E27FC236}">
                  <a16:creationId xmlns:a16="http://schemas.microsoft.com/office/drawing/2014/main" id="{42929624-D17C-F8B3-D67E-1161DB6336AF}"/>
                </a:ext>
              </a:extLst>
            </p:cNvPr>
            <p:cNvSpPr txBox="1"/>
            <p:nvPr/>
          </p:nvSpPr>
          <p:spPr>
            <a:xfrm>
              <a:off x="3195828" y="4201668"/>
              <a:ext cx="10378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34.7%</a:t>
              </a:r>
              <a:endParaRPr lang="en-US" sz="900"/>
            </a:p>
          </p:txBody>
        </p:sp>
        <p:graphicFrame>
          <p:nvGraphicFramePr>
            <p:cNvPr id="1532" name="Chart 3">
              <a:extLst>
                <a:ext uri="{FF2B5EF4-FFF2-40B4-BE49-F238E27FC236}">
                  <a16:creationId xmlns:a16="http://schemas.microsoft.com/office/drawing/2014/main" id="{F878AC8B-2390-78E0-B238-0FD5EC6C4C91}"/>
                </a:ext>
              </a:extLst>
            </p:cNvPr>
            <p:cNvGraphicFramePr/>
            <p:nvPr/>
          </p:nvGraphicFramePr>
          <p:xfrm>
            <a:off x="4279392" y="4274820"/>
            <a:ext cx="420624" cy="420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sp>
          <p:nvSpPr>
            <p:cNvPr id="1533" name="Text 93">
              <a:extLst>
                <a:ext uri="{FF2B5EF4-FFF2-40B4-BE49-F238E27FC236}">
                  <a16:creationId xmlns:a16="http://schemas.microsoft.com/office/drawing/2014/main" id="{C5A07EBA-5F20-0525-E54B-DA845F46DCBC}"/>
                </a:ext>
              </a:extLst>
            </p:cNvPr>
            <p:cNvSpPr txBox="1"/>
            <p:nvPr/>
          </p:nvSpPr>
          <p:spPr>
            <a:xfrm>
              <a:off x="4946904" y="4046220"/>
              <a:ext cx="154076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Retanqueo</a:t>
              </a:r>
              <a:endParaRPr lang="en-US" sz="563"/>
            </a:p>
          </p:txBody>
        </p:sp>
        <p:sp>
          <p:nvSpPr>
            <p:cNvPr id="1534" name="Text 94">
              <a:extLst>
                <a:ext uri="{FF2B5EF4-FFF2-40B4-BE49-F238E27FC236}">
                  <a16:creationId xmlns:a16="http://schemas.microsoft.com/office/drawing/2014/main" id="{344771DB-BFCE-C5D3-23E6-8A6A71FBE7E6}"/>
                </a:ext>
              </a:extLst>
            </p:cNvPr>
            <p:cNvSpPr txBox="1"/>
            <p:nvPr/>
          </p:nvSpPr>
          <p:spPr>
            <a:xfrm>
              <a:off x="4946904" y="4201668"/>
              <a:ext cx="15407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4.5%</a:t>
              </a:r>
              <a:endParaRPr lang="en-US" sz="900"/>
            </a:p>
          </p:txBody>
        </p:sp>
        <p:pic>
          <p:nvPicPr>
            <p:cNvPr id="1535" name="Image 17" descr="/home/claude/voi_deck/icons/person_amber.png">
              <a:extLst>
                <a:ext uri="{FF2B5EF4-FFF2-40B4-BE49-F238E27FC236}">
                  <a16:creationId xmlns:a16="http://schemas.microsoft.com/office/drawing/2014/main" id="{3DBBB766-2D57-EF8D-FA5B-4B30A0338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946904" y="4393692"/>
              <a:ext cx="128016" cy="128016"/>
            </a:xfrm>
            <a:prstGeom prst="rect">
              <a:avLst/>
            </a:prstGeom>
          </p:spPr>
        </p:pic>
        <p:pic>
          <p:nvPicPr>
            <p:cNvPr id="1536" name="Image 18" descr="/home/claude/voi_deck/icons/person_gray.png">
              <a:extLst>
                <a:ext uri="{FF2B5EF4-FFF2-40B4-BE49-F238E27FC236}">
                  <a16:creationId xmlns:a16="http://schemas.microsoft.com/office/drawing/2014/main" id="{AFB42F37-D253-3185-8826-C16BDB4AD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088636" y="4393692"/>
              <a:ext cx="128016" cy="128016"/>
            </a:xfrm>
            <a:prstGeom prst="rect">
              <a:avLst/>
            </a:prstGeom>
          </p:spPr>
        </p:pic>
        <p:pic>
          <p:nvPicPr>
            <p:cNvPr id="1537" name="Image 19" descr="/home/claude/voi_deck/icons/person_gray.png">
              <a:extLst>
                <a:ext uri="{FF2B5EF4-FFF2-40B4-BE49-F238E27FC236}">
                  <a16:creationId xmlns:a16="http://schemas.microsoft.com/office/drawing/2014/main" id="{5741A290-E0B4-77AC-037C-C90B16F92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230368" y="4393692"/>
              <a:ext cx="128016" cy="128016"/>
            </a:xfrm>
            <a:prstGeom prst="rect">
              <a:avLst/>
            </a:prstGeom>
          </p:spPr>
        </p:pic>
        <p:pic>
          <p:nvPicPr>
            <p:cNvPr id="1538" name="Image 20" descr="/home/claude/voi_deck/icons/person_gray.png">
              <a:extLst>
                <a:ext uri="{FF2B5EF4-FFF2-40B4-BE49-F238E27FC236}">
                  <a16:creationId xmlns:a16="http://schemas.microsoft.com/office/drawing/2014/main" id="{033417A0-AE00-B583-70A6-EB293F7B0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72100" y="4393692"/>
              <a:ext cx="128016" cy="128016"/>
            </a:xfrm>
            <a:prstGeom prst="rect">
              <a:avLst/>
            </a:prstGeom>
          </p:spPr>
        </p:pic>
        <p:pic>
          <p:nvPicPr>
            <p:cNvPr id="1539" name="Image 21" descr="/home/claude/voi_deck/icons/person_gray.png">
              <a:extLst>
                <a:ext uri="{FF2B5EF4-FFF2-40B4-BE49-F238E27FC236}">
                  <a16:creationId xmlns:a16="http://schemas.microsoft.com/office/drawing/2014/main" id="{4B341FC8-093D-2F15-E5F1-6DF9CF73D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513832" y="4393692"/>
              <a:ext cx="128016" cy="128016"/>
            </a:xfrm>
            <a:prstGeom prst="rect">
              <a:avLst/>
            </a:prstGeom>
          </p:spPr>
        </p:pic>
        <p:pic>
          <p:nvPicPr>
            <p:cNvPr id="1540" name="Image 22" descr="/home/claude/voi_deck/icons/person_gray.png">
              <a:extLst>
                <a:ext uri="{FF2B5EF4-FFF2-40B4-BE49-F238E27FC236}">
                  <a16:creationId xmlns:a16="http://schemas.microsoft.com/office/drawing/2014/main" id="{A9326109-5E86-4830-FEC1-74AA0EC29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655564" y="4393692"/>
              <a:ext cx="128016" cy="128016"/>
            </a:xfrm>
            <a:prstGeom prst="rect">
              <a:avLst/>
            </a:prstGeom>
          </p:spPr>
        </p:pic>
        <p:sp>
          <p:nvSpPr>
            <p:cNvPr id="1541" name="Text 95">
              <a:extLst>
                <a:ext uri="{FF2B5EF4-FFF2-40B4-BE49-F238E27FC236}">
                  <a16:creationId xmlns:a16="http://schemas.microsoft.com/office/drawing/2014/main" id="{6B30EC96-4934-4E1A-0F60-875371888ECB}"/>
                </a:ext>
              </a:extLst>
            </p:cNvPr>
            <p:cNvSpPr txBox="1"/>
            <p:nvPr/>
          </p:nvSpPr>
          <p:spPr>
            <a:xfrm>
              <a:off x="6579108" y="4046220"/>
              <a:ext cx="10378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Cliente Izipay</a:t>
              </a:r>
              <a:endParaRPr lang="en-US" sz="563"/>
            </a:p>
          </p:txBody>
        </p:sp>
        <p:sp>
          <p:nvSpPr>
            <p:cNvPr id="1542" name="Text 96">
              <a:extLst>
                <a:ext uri="{FF2B5EF4-FFF2-40B4-BE49-F238E27FC236}">
                  <a16:creationId xmlns:a16="http://schemas.microsoft.com/office/drawing/2014/main" id="{CD6FA7B7-5591-8793-3502-42B4420EF9EF}"/>
                </a:ext>
              </a:extLst>
            </p:cNvPr>
            <p:cNvSpPr txBox="1"/>
            <p:nvPr/>
          </p:nvSpPr>
          <p:spPr>
            <a:xfrm>
              <a:off x="6579108" y="4201668"/>
              <a:ext cx="10378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35.8%</a:t>
              </a:r>
              <a:endParaRPr lang="en-US" sz="900"/>
            </a:p>
          </p:txBody>
        </p:sp>
        <p:graphicFrame>
          <p:nvGraphicFramePr>
            <p:cNvPr id="1543" name="Chart 4">
              <a:extLst>
                <a:ext uri="{FF2B5EF4-FFF2-40B4-BE49-F238E27FC236}">
                  <a16:creationId xmlns:a16="http://schemas.microsoft.com/office/drawing/2014/main" id="{B035D678-B36E-A72B-DEDD-D30B39FC0C38}"/>
                </a:ext>
              </a:extLst>
            </p:cNvPr>
            <p:cNvGraphicFramePr/>
            <p:nvPr/>
          </p:nvGraphicFramePr>
          <p:xfrm>
            <a:off x="7662672" y="4274820"/>
            <a:ext cx="420624" cy="420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  <p:sp>
          <p:nvSpPr>
            <p:cNvPr id="1544" name="Text 97">
              <a:extLst>
                <a:ext uri="{FF2B5EF4-FFF2-40B4-BE49-F238E27FC236}">
                  <a16:creationId xmlns:a16="http://schemas.microsoft.com/office/drawing/2014/main" id="{ECE815C6-23F2-8077-943A-564952F270AC}"/>
                </a:ext>
              </a:extLst>
            </p:cNvPr>
            <p:cNvSpPr txBox="1"/>
            <p:nvPr/>
          </p:nvSpPr>
          <p:spPr>
            <a:xfrm>
              <a:off x="8330184" y="4046220"/>
              <a:ext cx="154076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Retanqueo</a:t>
              </a:r>
              <a:endParaRPr lang="en-US" sz="563"/>
            </a:p>
          </p:txBody>
        </p:sp>
        <p:sp>
          <p:nvSpPr>
            <p:cNvPr id="1545" name="Text 98">
              <a:extLst>
                <a:ext uri="{FF2B5EF4-FFF2-40B4-BE49-F238E27FC236}">
                  <a16:creationId xmlns:a16="http://schemas.microsoft.com/office/drawing/2014/main" id="{116E4875-EC06-2815-6BD3-92E10CC88F9A}"/>
                </a:ext>
              </a:extLst>
            </p:cNvPr>
            <p:cNvSpPr txBox="1"/>
            <p:nvPr/>
          </p:nvSpPr>
          <p:spPr>
            <a:xfrm>
              <a:off x="8330184" y="4201668"/>
              <a:ext cx="15407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1.7%</a:t>
              </a:r>
              <a:endParaRPr lang="en-US" sz="900"/>
            </a:p>
          </p:txBody>
        </p:sp>
        <p:pic>
          <p:nvPicPr>
            <p:cNvPr id="1546" name="Image 23" descr="/home/claude/voi_deck/icons/person_red.png">
              <a:extLst>
                <a:ext uri="{FF2B5EF4-FFF2-40B4-BE49-F238E27FC236}">
                  <a16:creationId xmlns:a16="http://schemas.microsoft.com/office/drawing/2014/main" id="{B56B167A-2A93-14EB-6B73-E2F34AD5F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330184" y="4393692"/>
              <a:ext cx="128016" cy="128016"/>
            </a:xfrm>
            <a:prstGeom prst="rect">
              <a:avLst/>
            </a:prstGeom>
          </p:spPr>
        </p:pic>
        <p:pic>
          <p:nvPicPr>
            <p:cNvPr id="1547" name="Image 24" descr="/home/claude/voi_deck/icons/person_gray.png">
              <a:extLst>
                <a:ext uri="{FF2B5EF4-FFF2-40B4-BE49-F238E27FC236}">
                  <a16:creationId xmlns:a16="http://schemas.microsoft.com/office/drawing/2014/main" id="{9193FD06-00CE-9DFE-02A3-85C563EAA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471916" y="4393692"/>
              <a:ext cx="128016" cy="128016"/>
            </a:xfrm>
            <a:prstGeom prst="rect">
              <a:avLst/>
            </a:prstGeom>
          </p:spPr>
        </p:pic>
        <p:pic>
          <p:nvPicPr>
            <p:cNvPr id="1548" name="Image 25" descr="/home/claude/voi_deck/icons/person_gray.png">
              <a:extLst>
                <a:ext uri="{FF2B5EF4-FFF2-40B4-BE49-F238E27FC236}">
                  <a16:creationId xmlns:a16="http://schemas.microsoft.com/office/drawing/2014/main" id="{76948D91-ABE4-E850-3354-39AD9C4DF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613648" y="4393692"/>
              <a:ext cx="128016" cy="128016"/>
            </a:xfrm>
            <a:prstGeom prst="rect">
              <a:avLst/>
            </a:prstGeom>
          </p:spPr>
        </p:pic>
        <p:pic>
          <p:nvPicPr>
            <p:cNvPr id="1549" name="Image 26" descr="/home/claude/voi_deck/icons/person_gray.png">
              <a:extLst>
                <a:ext uri="{FF2B5EF4-FFF2-40B4-BE49-F238E27FC236}">
                  <a16:creationId xmlns:a16="http://schemas.microsoft.com/office/drawing/2014/main" id="{134E2F2E-88A4-B24E-52DE-DB34562A3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755380" y="4393692"/>
              <a:ext cx="128016" cy="128016"/>
            </a:xfrm>
            <a:prstGeom prst="rect">
              <a:avLst/>
            </a:prstGeom>
          </p:spPr>
        </p:pic>
        <p:pic>
          <p:nvPicPr>
            <p:cNvPr id="1550" name="Image 27" descr="/home/claude/voi_deck/icons/person_gray.png">
              <a:extLst>
                <a:ext uri="{FF2B5EF4-FFF2-40B4-BE49-F238E27FC236}">
                  <a16:creationId xmlns:a16="http://schemas.microsoft.com/office/drawing/2014/main" id="{D0C4B4A5-522A-0ED6-6786-9001E01D6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897112" y="4393692"/>
              <a:ext cx="128016" cy="128016"/>
            </a:xfrm>
            <a:prstGeom prst="rect">
              <a:avLst/>
            </a:prstGeom>
          </p:spPr>
        </p:pic>
        <p:pic>
          <p:nvPicPr>
            <p:cNvPr id="1551" name="Image 28" descr="/home/claude/voi_deck/icons/person_gray.png">
              <a:extLst>
                <a:ext uri="{FF2B5EF4-FFF2-40B4-BE49-F238E27FC236}">
                  <a16:creationId xmlns:a16="http://schemas.microsoft.com/office/drawing/2014/main" id="{797E1C9C-95FB-42BC-2555-3BC4CE22B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038844" y="4393692"/>
              <a:ext cx="128016" cy="128016"/>
            </a:xfrm>
            <a:prstGeom prst="rect">
              <a:avLst/>
            </a:prstGeom>
          </p:spPr>
        </p:pic>
        <p:sp>
          <p:nvSpPr>
            <p:cNvPr id="1552" name="Text 99">
              <a:extLst>
                <a:ext uri="{FF2B5EF4-FFF2-40B4-BE49-F238E27FC236}">
                  <a16:creationId xmlns:a16="http://schemas.microsoft.com/office/drawing/2014/main" id="{DE457D42-775A-F723-01E2-B41CD32E163C}"/>
                </a:ext>
              </a:extLst>
            </p:cNvPr>
            <p:cNvSpPr txBox="1"/>
            <p:nvPr/>
          </p:nvSpPr>
          <p:spPr>
            <a:xfrm>
              <a:off x="9962388" y="4046220"/>
              <a:ext cx="10378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Cliente Izipay</a:t>
              </a:r>
              <a:endParaRPr lang="en-US" sz="563"/>
            </a:p>
          </p:txBody>
        </p:sp>
        <p:sp>
          <p:nvSpPr>
            <p:cNvPr id="1553" name="Text 100">
              <a:extLst>
                <a:ext uri="{FF2B5EF4-FFF2-40B4-BE49-F238E27FC236}">
                  <a16:creationId xmlns:a16="http://schemas.microsoft.com/office/drawing/2014/main" id="{73ED90CC-A970-77FE-A5FA-9C7067A6292C}"/>
                </a:ext>
              </a:extLst>
            </p:cNvPr>
            <p:cNvSpPr txBox="1"/>
            <p:nvPr/>
          </p:nvSpPr>
          <p:spPr>
            <a:xfrm>
              <a:off x="9962388" y="4201668"/>
              <a:ext cx="10378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35.9%</a:t>
              </a:r>
              <a:endParaRPr lang="en-US" sz="900"/>
            </a:p>
          </p:txBody>
        </p:sp>
        <p:graphicFrame>
          <p:nvGraphicFramePr>
            <p:cNvPr id="1554" name="Chart 5">
              <a:extLst>
                <a:ext uri="{FF2B5EF4-FFF2-40B4-BE49-F238E27FC236}">
                  <a16:creationId xmlns:a16="http://schemas.microsoft.com/office/drawing/2014/main" id="{330D0A49-E91B-9115-35BE-A3493EAC6603}"/>
                </a:ext>
              </a:extLst>
            </p:cNvPr>
            <p:cNvGraphicFramePr/>
            <p:nvPr/>
          </p:nvGraphicFramePr>
          <p:xfrm>
            <a:off x="11045952" y="4274820"/>
            <a:ext cx="420624" cy="420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9"/>
            </a:graphicData>
          </a:graphic>
        </p:graphicFrame>
        <p:sp>
          <p:nvSpPr>
            <p:cNvPr id="1555" name="Shape 101">
              <a:extLst>
                <a:ext uri="{FF2B5EF4-FFF2-40B4-BE49-F238E27FC236}">
                  <a16:creationId xmlns:a16="http://schemas.microsoft.com/office/drawing/2014/main" id="{AC812FD1-909A-3D87-EBDB-2981B29B2A91}"/>
                </a:ext>
              </a:extLst>
            </p:cNvPr>
            <p:cNvSpPr/>
            <p:nvPr/>
          </p:nvSpPr>
          <p:spPr>
            <a:xfrm>
              <a:off x="320040" y="4608576"/>
              <a:ext cx="11219688" cy="2029968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556" name="Shape 102">
              <a:extLst>
                <a:ext uri="{FF2B5EF4-FFF2-40B4-BE49-F238E27FC236}">
                  <a16:creationId xmlns:a16="http://schemas.microsoft.com/office/drawing/2014/main" id="{D7FF38CE-B2A0-69E3-6070-9F4F8773DA2A}"/>
                </a:ext>
              </a:extLst>
            </p:cNvPr>
            <p:cNvSpPr/>
            <p:nvPr/>
          </p:nvSpPr>
          <p:spPr>
            <a:xfrm>
              <a:off x="374904" y="5262372"/>
              <a:ext cx="292608" cy="292608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557" name="Image 29" descr="/home/claude/voi_deck/icons/percent.png">
              <a:extLst>
                <a:ext uri="{FF2B5EF4-FFF2-40B4-BE49-F238E27FC236}">
                  <a16:creationId xmlns:a16="http://schemas.microsoft.com/office/drawing/2014/main" id="{1B18FFBB-E203-682F-C906-5637B51F6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48056" y="5335524"/>
              <a:ext cx="146304" cy="146304"/>
            </a:xfrm>
            <a:prstGeom prst="rect">
              <a:avLst/>
            </a:prstGeom>
          </p:spPr>
        </p:pic>
        <p:sp>
          <p:nvSpPr>
            <p:cNvPr id="1558" name="Text 103">
              <a:extLst>
                <a:ext uri="{FF2B5EF4-FFF2-40B4-BE49-F238E27FC236}">
                  <a16:creationId xmlns:a16="http://schemas.microsoft.com/office/drawing/2014/main" id="{3275FCBC-1EC8-02F6-41FD-8CDD9E801B80}"/>
                </a:ext>
              </a:extLst>
            </p:cNvPr>
            <p:cNvSpPr txBox="1"/>
            <p:nvPr/>
          </p:nvSpPr>
          <p:spPr>
            <a:xfrm>
              <a:off x="704088" y="4608576"/>
              <a:ext cx="676656" cy="20299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DEL DESCUENTO</a:t>
              </a:r>
              <a:endParaRPr lang="en-US" sz="563"/>
            </a:p>
          </p:txBody>
        </p:sp>
        <p:sp>
          <p:nvSpPr>
            <p:cNvPr id="1559" name="Text 104">
              <a:extLst>
                <a:ext uri="{FF2B5EF4-FFF2-40B4-BE49-F238E27FC236}">
                  <a16:creationId xmlns:a16="http://schemas.microsoft.com/office/drawing/2014/main" id="{24EE0F43-0D72-1608-DAB6-E30888FF47B9}"/>
                </a:ext>
              </a:extLst>
            </p:cNvPr>
            <p:cNvSpPr txBox="1"/>
            <p:nvPr/>
          </p:nvSpPr>
          <p:spPr>
            <a:xfrm>
              <a:off x="1563624" y="4663440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SEGMENTO ABC</a:t>
              </a:r>
              <a:endParaRPr lang="en-US" sz="525"/>
            </a:p>
          </p:txBody>
        </p:sp>
        <p:sp>
          <p:nvSpPr>
            <p:cNvPr id="1560" name="Shape 110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1563624" y="5010912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561" name="Text 111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1664208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488"/>
            </a:p>
          </p:txBody>
        </p:sp>
        <p:sp>
          <p:nvSpPr>
            <p:cNvPr id="1562" name="Shape 112">
              <a:extLst>
                <a:ext uri="{FF2B5EF4-FFF2-40B4-BE49-F238E27FC236}">
                  <a16:creationId xmlns:a16="http://schemas.microsoft.com/office/drawing/2014/main" id="{A8B42D33-67AA-A82A-9D64-D32B39172850}"/>
                </a:ext>
              </a:extLst>
            </p:cNvPr>
            <p:cNvSpPr/>
            <p:nvPr/>
          </p:nvSpPr>
          <p:spPr>
            <a:xfrm>
              <a:off x="1830172" y="5010912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563" name="Text 113">
              <a:extLst>
                <a:ext uri="{FF2B5EF4-FFF2-40B4-BE49-F238E27FC236}">
                  <a16:creationId xmlns:a16="http://schemas.microsoft.com/office/drawing/2014/main" id="{25B617DF-07AB-C40C-94C7-FE48ABB4D54C}"/>
                </a:ext>
              </a:extLst>
            </p:cNvPr>
            <p:cNvSpPr txBox="1"/>
            <p:nvPr/>
          </p:nvSpPr>
          <p:spPr>
            <a:xfrm>
              <a:off x="1930756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488"/>
            </a:p>
          </p:txBody>
        </p:sp>
        <p:sp>
          <p:nvSpPr>
            <p:cNvPr id="1564" name="Shape 114">
              <a:extLst>
                <a:ext uri="{FF2B5EF4-FFF2-40B4-BE49-F238E27FC236}">
                  <a16:creationId xmlns:a16="http://schemas.microsoft.com/office/drawing/2014/main" id="{D4F7337B-E092-6C38-9F47-3BC0612B1842}"/>
                </a:ext>
              </a:extLst>
            </p:cNvPr>
            <p:cNvSpPr/>
            <p:nvPr/>
          </p:nvSpPr>
          <p:spPr>
            <a:xfrm>
              <a:off x="2096719" y="5010912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565" name="Text 115">
              <a:extLst>
                <a:ext uri="{FF2B5EF4-FFF2-40B4-BE49-F238E27FC236}">
                  <a16:creationId xmlns:a16="http://schemas.microsoft.com/office/drawing/2014/main" id="{CECB510E-2297-BC5C-D3DB-C7A6D751F9CA}"/>
                </a:ext>
              </a:extLst>
            </p:cNvPr>
            <p:cNvSpPr txBox="1"/>
            <p:nvPr/>
          </p:nvSpPr>
          <p:spPr>
            <a:xfrm>
              <a:off x="2197303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88"/>
            </a:p>
          </p:txBody>
        </p:sp>
        <p:sp>
          <p:nvSpPr>
            <p:cNvPr id="1566" name="Text 116">
              <a:extLst>
                <a:ext uri="{FF2B5EF4-FFF2-40B4-BE49-F238E27FC236}">
                  <a16:creationId xmlns:a16="http://schemas.microsoft.com/office/drawing/2014/main" id="{56DB5B24-AE2A-34D3-5425-3E1BAD645FC5}"/>
                </a:ext>
              </a:extLst>
            </p:cNvPr>
            <p:cNvSpPr txBox="1"/>
            <p:nvPr/>
          </p:nvSpPr>
          <p:spPr>
            <a:xfrm>
              <a:off x="1563624" y="5202936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TRAMO DE DESCUENTO</a:t>
              </a:r>
              <a:endParaRPr lang="en-US" sz="525"/>
            </a:p>
          </p:txBody>
        </p:sp>
        <p:sp>
          <p:nvSpPr>
            <p:cNvPr id="1567" name="Text 145">
              <a:extLst>
                <a:ext uri="{FF2B5EF4-FFF2-40B4-BE49-F238E27FC236}">
                  <a16:creationId xmlns:a16="http://schemas.microsoft.com/office/drawing/2014/main" id="{6E2B2960-52B7-1D64-530A-27118EA4A069}"/>
                </a:ext>
              </a:extLst>
            </p:cNvPr>
            <p:cNvSpPr txBox="1"/>
            <p:nvPr/>
          </p:nvSpPr>
          <p:spPr>
            <a:xfrm>
              <a:off x="1563624" y="6382512"/>
              <a:ext cx="309981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i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empresa más antigua (10+ años) reparte su deuda entre bancos: SOW de 24%.</a:t>
              </a:r>
              <a:endParaRPr lang="en-US" sz="638"/>
            </a:p>
          </p:txBody>
        </p:sp>
        <p:sp>
          <p:nvSpPr>
            <p:cNvPr id="1568" name="Text 146">
              <a:extLst>
                <a:ext uri="{FF2B5EF4-FFF2-40B4-BE49-F238E27FC236}">
                  <a16:creationId xmlns:a16="http://schemas.microsoft.com/office/drawing/2014/main" id="{AB01B40D-38B8-3427-5442-3AC5E4006E9B}"/>
                </a:ext>
              </a:extLst>
            </p:cNvPr>
            <p:cNvSpPr txBox="1"/>
            <p:nvPr/>
          </p:nvSpPr>
          <p:spPr>
            <a:xfrm>
              <a:off x="4946904" y="4663440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SEGMENTO ABC</a:t>
              </a:r>
              <a:endParaRPr lang="en-US" sz="525"/>
            </a:p>
          </p:txBody>
        </p:sp>
        <p:sp>
          <p:nvSpPr>
            <p:cNvPr id="1569" name="Shape 152">
              <a:extLst>
                <a:ext uri="{FF2B5EF4-FFF2-40B4-BE49-F238E27FC236}">
                  <a16:creationId xmlns:a16="http://schemas.microsoft.com/office/drawing/2014/main" id="{C7BB03AA-2354-8B44-666C-731F4AEEF661}"/>
                </a:ext>
              </a:extLst>
            </p:cNvPr>
            <p:cNvSpPr/>
            <p:nvPr/>
          </p:nvSpPr>
          <p:spPr>
            <a:xfrm>
              <a:off x="4946904" y="5010912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570" name="Text 153">
              <a:extLst>
                <a:ext uri="{FF2B5EF4-FFF2-40B4-BE49-F238E27FC236}">
                  <a16:creationId xmlns:a16="http://schemas.microsoft.com/office/drawing/2014/main" id="{8C1DDC52-2104-3678-7706-B790DE78612A}"/>
                </a:ext>
              </a:extLst>
            </p:cNvPr>
            <p:cNvSpPr txBox="1"/>
            <p:nvPr/>
          </p:nvSpPr>
          <p:spPr>
            <a:xfrm>
              <a:off x="5047488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488"/>
            </a:p>
          </p:txBody>
        </p:sp>
        <p:sp>
          <p:nvSpPr>
            <p:cNvPr id="1571" name="Shape 154">
              <a:extLst>
                <a:ext uri="{FF2B5EF4-FFF2-40B4-BE49-F238E27FC236}">
                  <a16:creationId xmlns:a16="http://schemas.microsoft.com/office/drawing/2014/main" id="{DD024E8E-1987-48C0-053A-91C0586F454C}"/>
                </a:ext>
              </a:extLst>
            </p:cNvPr>
            <p:cNvSpPr/>
            <p:nvPr/>
          </p:nvSpPr>
          <p:spPr>
            <a:xfrm>
              <a:off x="5213452" y="5010912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572" name="Text 155">
              <a:extLst>
                <a:ext uri="{FF2B5EF4-FFF2-40B4-BE49-F238E27FC236}">
                  <a16:creationId xmlns:a16="http://schemas.microsoft.com/office/drawing/2014/main" id="{AE70EF95-8C30-38BC-AA36-372DB0730D6E}"/>
                </a:ext>
              </a:extLst>
            </p:cNvPr>
            <p:cNvSpPr txBox="1"/>
            <p:nvPr/>
          </p:nvSpPr>
          <p:spPr>
            <a:xfrm>
              <a:off x="5314036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488"/>
            </a:p>
          </p:txBody>
        </p:sp>
        <p:sp>
          <p:nvSpPr>
            <p:cNvPr id="1573" name="Shape 156">
              <a:extLst>
                <a:ext uri="{FF2B5EF4-FFF2-40B4-BE49-F238E27FC236}">
                  <a16:creationId xmlns:a16="http://schemas.microsoft.com/office/drawing/2014/main" id="{82A7EE95-E820-EC84-C49A-6E75331A913D}"/>
                </a:ext>
              </a:extLst>
            </p:cNvPr>
            <p:cNvSpPr/>
            <p:nvPr/>
          </p:nvSpPr>
          <p:spPr>
            <a:xfrm>
              <a:off x="5479999" y="5010912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574" name="Text 157">
              <a:extLst>
                <a:ext uri="{FF2B5EF4-FFF2-40B4-BE49-F238E27FC236}">
                  <a16:creationId xmlns:a16="http://schemas.microsoft.com/office/drawing/2014/main" id="{B9988CEF-DCD6-EF61-7B20-390AF0A09E76}"/>
                </a:ext>
              </a:extLst>
            </p:cNvPr>
            <p:cNvSpPr txBox="1"/>
            <p:nvPr/>
          </p:nvSpPr>
          <p:spPr>
            <a:xfrm>
              <a:off x="5580583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88"/>
            </a:p>
          </p:txBody>
        </p:sp>
        <p:sp>
          <p:nvSpPr>
            <p:cNvPr id="1575" name="Text 158">
              <a:extLst>
                <a:ext uri="{FF2B5EF4-FFF2-40B4-BE49-F238E27FC236}">
                  <a16:creationId xmlns:a16="http://schemas.microsoft.com/office/drawing/2014/main" id="{49FB8FC6-FEB3-43C8-6BCC-49B110911432}"/>
                </a:ext>
              </a:extLst>
            </p:cNvPr>
            <p:cNvSpPr txBox="1"/>
            <p:nvPr/>
          </p:nvSpPr>
          <p:spPr>
            <a:xfrm>
              <a:off x="4946904" y="5202936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TRAMO DE DESCUENTO</a:t>
              </a:r>
              <a:endParaRPr lang="en-US" sz="525"/>
            </a:p>
          </p:txBody>
        </p:sp>
        <p:sp>
          <p:nvSpPr>
            <p:cNvPr id="1576" name="Text 187">
              <a:extLst>
                <a:ext uri="{FF2B5EF4-FFF2-40B4-BE49-F238E27FC236}">
                  <a16:creationId xmlns:a16="http://schemas.microsoft.com/office/drawing/2014/main" id="{D83E14F7-C6E5-3EEA-3426-ACB6E6ACF9A5}"/>
                </a:ext>
              </a:extLst>
            </p:cNvPr>
            <p:cNvSpPr txBox="1"/>
            <p:nvPr/>
          </p:nvSpPr>
          <p:spPr>
            <a:xfrm>
              <a:off x="4946904" y="6382512"/>
              <a:ext cx="309981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i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mayor ticket (S/ 244k) y las mayores ventas, con el SOW más bajo (11%).</a:t>
              </a:r>
              <a:endParaRPr lang="en-US" sz="638"/>
            </a:p>
          </p:txBody>
        </p:sp>
        <p:sp>
          <p:nvSpPr>
            <p:cNvPr id="1577" name="Text 188">
              <a:extLst>
                <a:ext uri="{FF2B5EF4-FFF2-40B4-BE49-F238E27FC236}">
                  <a16:creationId xmlns:a16="http://schemas.microsoft.com/office/drawing/2014/main" id="{92399ADE-27F8-73AC-CC99-0BB48832172D}"/>
                </a:ext>
              </a:extLst>
            </p:cNvPr>
            <p:cNvSpPr txBox="1"/>
            <p:nvPr/>
          </p:nvSpPr>
          <p:spPr>
            <a:xfrm>
              <a:off x="8330184" y="4663440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SEGMENTO ABC</a:t>
              </a:r>
              <a:endParaRPr lang="en-US" sz="525"/>
            </a:p>
          </p:txBody>
        </p:sp>
        <p:sp>
          <p:nvSpPr>
            <p:cNvPr id="1578" name="Shape 194">
              <a:extLst>
                <a:ext uri="{FF2B5EF4-FFF2-40B4-BE49-F238E27FC236}">
                  <a16:creationId xmlns:a16="http://schemas.microsoft.com/office/drawing/2014/main" id="{D3E76A4E-6A2C-9D45-D411-471EE9C29078}"/>
                </a:ext>
              </a:extLst>
            </p:cNvPr>
            <p:cNvSpPr/>
            <p:nvPr/>
          </p:nvSpPr>
          <p:spPr>
            <a:xfrm>
              <a:off x="8330184" y="5010912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579" name="Text 195">
              <a:extLst>
                <a:ext uri="{FF2B5EF4-FFF2-40B4-BE49-F238E27FC236}">
                  <a16:creationId xmlns:a16="http://schemas.microsoft.com/office/drawing/2014/main" id="{282400F3-79F4-CCA1-9BD0-96D8BF323522}"/>
                </a:ext>
              </a:extLst>
            </p:cNvPr>
            <p:cNvSpPr txBox="1"/>
            <p:nvPr/>
          </p:nvSpPr>
          <p:spPr>
            <a:xfrm>
              <a:off x="8430768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488"/>
            </a:p>
          </p:txBody>
        </p:sp>
        <p:sp>
          <p:nvSpPr>
            <p:cNvPr id="1580" name="Shape 196">
              <a:extLst>
                <a:ext uri="{FF2B5EF4-FFF2-40B4-BE49-F238E27FC236}">
                  <a16:creationId xmlns:a16="http://schemas.microsoft.com/office/drawing/2014/main" id="{14A5A347-1EFD-E93A-D866-D0DD8E9DCC5F}"/>
                </a:ext>
              </a:extLst>
            </p:cNvPr>
            <p:cNvSpPr/>
            <p:nvPr/>
          </p:nvSpPr>
          <p:spPr>
            <a:xfrm>
              <a:off x="8596732" y="5010912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581" name="Text 197">
              <a:extLst>
                <a:ext uri="{FF2B5EF4-FFF2-40B4-BE49-F238E27FC236}">
                  <a16:creationId xmlns:a16="http://schemas.microsoft.com/office/drawing/2014/main" id="{1ED4F5A0-5DD5-3EB7-A00D-C0937D9ED675}"/>
                </a:ext>
              </a:extLst>
            </p:cNvPr>
            <p:cNvSpPr txBox="1"/>
            <p:nvPr/>
          </p:nvSpPr>
          <p:spPr>
            <a:xfrm>
              <a:off x="8697316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488"/>
            </a:p>
          </p:txBody>
        </p:sp>
        <p:sp>
          <p:nvSpPr>
            <p:cNvPr id="1582" name="Shape 198">
              <a:extLst>
                <a:ext uri="{FF2B5EF4-FFF2-40B4-BE49-F238E27FC236}">
                  <a16:creationId xmlns:a16="http://schemas.microsoft.com/office/drawing/2014/main" id="{36E92D29-CC8C-BEB1-0742-108F1FE80C1A}"/>
                </a:ext>
              </a:extLst>
            </p:cNvPr>
            <p:cNvSpPr/>
            <p:nvPr/>
          </p:nvSpPr>
          <p:spPr>
            <a:xfrm>
              <a:off x="8863279" y="5010912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583" name="Text 199">
              <a:extLst>
                <a:ext uri="{FF2B5EF4-FFF2-40B4-BE49-F238E27FC236}">
                  <a16:creationId xmlns:a16="http://schemas.microsoft.com/office/drawing/2014/main" id="{C0E2D267-13E1-2540-041F-8BC6FF8C3AD4}"/>
                </a:ext>
              </a:extLst>
            </p:cNvPr>
            <p:cNvSpPr txBox="1"/>
            <p:nvPr/>
          </p:nvSpPr>
          <p:spPr>
            <a:xfrm>
              <a:off x="8963863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88"/>
            </a:p>
          </p:txBody>
        </p:sp>
        <p:sp>
          <p:nvSpPr>
            <p:cNvPr id="1584" name="Text 200">
              <a:extLst>
                <a:ext uri="{FF2B5EF4-FFF2-40B4-BE49-F238E27FC236}">
                  <a16:creationId xmlns:a16="http://schemas.microsoft.com/office/drawing/2014/main" id="{A7BB122E-434C-EEA6-2422-F3A2D7E0F834}"/>
                </a:ext>
              </a:extLst>
            </p:cNvPr>
            <p:cNvSpPr txBox="1"/>
            <p:nvPr/>
          </p:nvSpPr>
          <p:spPr>
            <a:xfrm>
              <a:off x="8330184" y="5202936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TRAMO DE DESCUENTO</a:t>
              </a:r>
              <a:endParaRPr lang="en-US" sz="525"/>
            </a:p>
          </p:txBody>
        </p:sp>
        <p:sp>
          <p:nvSpPr>
            <p:cNvPr id="1585" name="Text 229">
              <a:extLst>
                <a:ext uri="{FF2B5EF4-FFF2-40B4-BE49-F238E27FC236}">
                  <a16:creationId xmlns:a16="http://schemas.microsoft.com/office/drawing/2014/main" id="{4D6A7E9C-A623-86A0-8906-708B2E837261}"/>
                </a:ext>
              </a:extLst>
            </p:cNvPr>
            <p:cNvSpPr txBox="1"/>
            <p:nvPr/>
          </p:nvSpPr>
          <p:spPr>
            <a:xfrm>
              <a:off x="8330184" y="6382512"/>
              <a:ext cx="309981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i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Paga la TEA más alta (18.9%) y casi no renueva (1.7%) pese a un SOW medio.</a:t>
              </a:r>
              <a:endParaRPr lang="en-US" sz="638"/>
            </a:p>
          </p:txBody>
        </p:sp>
        <p:sp>
          <p:nvSpPr>
            <p:cNvPr id="1591" name="Shape 273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1563624" y="4818888"/>
              <a:ext cx="2504651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592" name="Text 274">
              <a:extLst>
                <a:ext uri="{FF2B5EF4-FFF2-40B4-BE49-F238E27FC236}">
                  <a16:creationId xmlns:a16="http://schemas.microsoft.com/office/drawing/2014/main" id="{283CC3AE-AFC8-2035-507A-0BAD7F9EFC34}"/>
                </a:ext>
              </a:extLst>
            </p:cNvPr>
            <p:cNvSpPr txBox="1"/>
            <p:nvPr/>
          </p:nvSpPr>
          <p:spPr>
            <a:xfrm>
              <a:off x="1563624" y="4818888"/>
              <a:ext cx="250465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81%</a:t>
              </a:r>
              <a:endParaRPr lang="en-US" sz="600"/>
            </a:p>
          </p:txBody>
        </p:sp>
        <p:sp>
          <p:nvSpPr>
            <p:cNvPr id="1593" name="Shape 275">
              <a:extLst>
                <a:ext uri="{FF2B5EF4-FFF2-40B4-BE49-F238E27FC236}">
                  <a16:creationId xmlns:a16="http://schemas.microsoft.com/office/drawing/2014/main" id="{E6E92856-FEC0-E604-2EB6-45780BAFB461}"/>
                </a:ext>
              </a:extLst>
            </p:cNvPr>
            <p:cNvSpPr/>
            <p:nvPr/>
          </p:nvSpPr>
          <p:spPr>
            <a:xfrm>
              <a:off x="4068275" y="4818888"/>
              <a:ext cx="520769" cy="137160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594" name="Text 276">
              <a:extLst>
                <a:ext uri="{FF2B5EF4-FFF2-40B4-BE49-F238E27FC236}">
                  <a16:creationId xmlns:a16="http://schemas.microsoft.com/office/drawing/2014/main" id="{735017A9-E9AA-C398-6809-54775699A943}"/>
                </a:ext>
              </a:extLst>
            </p:cNvPr>
            <p:cNvSpPr txBox="1"/>
            <p:nvPr/>
          </p:nvSpPr>
          <p:spPr>
            <a:xfrm>
              <a:off x="4068275" y="4818888"/>
              <a:ext cx="520769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17%</a:t>
              </a:r>
              <a:endParaRPr lang="en-US" sz="600"/>
            </a:p>
          </p:txBody>
        </p:sp>
        <p:sp>
          <p:nvSpPr>
            <p:cNvPr id="1595" name="Shape 277">
              <a:extLst>
                <a:ext uri="{FF2B5EF4-FFF2-40B4-BE49-F238E27FC236}">
                  <a16:creationId xmlns:a16="http://schemas.microsoft.com/office/drawing/2014/main" id="{D0411322-5F35-D09D-7D55-BFDDF876CB03}"/>
                </a:ext>
              </a:extLst>
            </p:cNvPr>
            <p:cNvSpPr/>
            <p:nvPr/>
          </p:nvSpPr>
          <p:spPr>
            <a:xfrm>
              <a:off x="4589044" y="4818888"/>
              <a:ext cx="74396" cy="137160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596" name="Shape 278">
              <a:extLst>
                <a:ext uri="{FF2B5EF4-FFF2-40B4-BE49-F238E27FC236}">
                  <a16:creationId xmlns:a16="http://schemas.microsoft.com/office/drawing/2014/main" id="{A235ED95-5890-87BF-E97C-6D77874870D3}"/>
                </a:ext>
              </a:extLst>
            </p:cNvPr>
            <p:cNvSpPr/>
            <p:nvPr/>
          </p:nvSpPr>
          <p:spPr>
            <a:xfrm>
              <a:off x="1563624" y="5522976"/>
              <a:ext cx="483571" cy="11887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597" name="Text 279">
              <a:extLst>
                <a:ext uri="{FF2B5EF4-FFF2-40B4-BE49-F238E27FC236}">
                  <a16:creationId xmlns:a16="http://schemas.microsoft.com/office/drawing/2014/main" id="{00FC65BD-9505-7E13-0584-BAD055772187}"/>
                </a:ext>
              </a:extLst>
            </p:cNvPr>
            <p:cNvSpPr txBox="1"/>
            <p:nvPr/>
          </p:nvSpPr>
          <p:spPr>
            <a:xfrm>
              <a:off x="1563624" y="5349240"/>
              <a:ext cx="483571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16%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1.1M)</a:t>
              </a:r>
              <a:endParaRPr lang="en-US" sz="375"/>
            </a:p>
          </p:txBody>
        </p:sp>
        <p:sp>
          <p:nvSpPr>
            <p:cNvPr id="1598" name="Shape 280">
              <a:extLst>
                <a:ext uri="{FF2B5EF4-FFF2-40B4-BE49-F238E27FC236}">
                  <a16:creationId xmlns:a16="http://schemas.microsoft.com/office/drawing/2014/main" id="{FE632ECA-0773-7577-E3E1-8904E39779DC}"/>
                </a:ext>
              </a:extLst>
            </p:cNvPr>
            <p:cNvSpPr/>
            <p:nvPr/>
          </p:nvSpPr>
          <p:spPr>
            <a:xfrm>
              <a:off x="1563624" y="572414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599" name="Text 281">
              <a:extLst>
                <a:ext uri="{FF2B5EF4-FFF2-40B4-BE49-F238E27FC236}">
                  <a16:creationId xmlns:a16="http://schemas.microsoft.com/office/drawing/2014/main" id="{4D22A0D3-D976-78D4-0778-F105C1E9FB5B}"/>
                </a:ext>
              </a:extLst>
            </p:cNvPr>
            <p:cNvSpPr txBox="1"/>
            <p:nvPr/>
          </p:nvSpPr>
          <p:spPr>
            <a:xfrm>
              <a:off x="1664208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desc.</a:t>
              </a:r>
              <a:endParaRPr lang="en-US" sz="450"/>
            </a:p>
          </p:txBody>
        </p:sp>
        <p:sp>
          <p:nvSpPr>
            <p:cNvPr id="1600" name="Shape 282">
              <a:extLst>
                <a:ext uri="{FF2B5EF4-FFF2-40B4-BE49-F238E27FC236}">
                  <a16:creationId xmlns:a16="http://schemas.microsoft.com/office/drawing/2014/main" id="{7177DEC0-A50B-6970-2CBB-486AE913C5D4}"/>
                </a:ext>
              </a:extLst>
            </p:cNvPr>
            <p:cNvSpPr/>
            <p:nvPr/>
          </p:nvSpPr>
          <p:spPr>
            <a:xfrm>
              <a:off x="2047195" y="5522976"/>
              <a:ext cx="849350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01" name="Text 283">
              <a:extLst>
                <a:ext uri="{FF2B5EF4-FFF2-40B4-BE49-F238E27FC236}">
                  <a16:creationId xmlns:a16="http://schemas.microsoft.com/office/drawing/2014/main" id="{1524B748-5EF8-1A51-E81A-95C6B91FB471}"/>
                </a:ext>
              </a:extLst>
            </p:cNvPr>
            <p:cNvSpPr txBox="1"/>
            <p:nvPr/>
          </p:nvSpPr>
          <p:spPr>
            <a:xfrm>
              <a:off x="2047195" y="5349240"/>
              <a:ext cx="849350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27%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2.0M)</a:t>
              </a:r>
              <a:endParaRPr lang="en-US" sz="375"/>
            </a:p>
          </p:txBody>
        </p:sp>
        <p:sp>
          <p:nvSpPr>
            <p:cNvPr id="1602" name="Shape 284">
              <a:extLst>
                <a:ext uri="{FF2B5EF4-FFF2-40B4-BE49-F238E27FC236}">
                  <a16:creationId xmlns:a16="http://schemas.microsoft.com/office/drawing/2014/main" id="{FFF0449C-29E4-D505-9D71-9BF153BD91A3}"/>
                </a:ext>
              </a:extLst>
            </p:cNvPr>
            <p:cNvSpPr/>
            <p:nvPr/>
          </p:nvSpPr>
          <p:spPr>
            <a:xfrm>
              <a:off x="2338578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03" name="Text 285">
              <a:extLst>
                <a:ext uri="{FF2B5EF4-FFF2-40B4-BE49-F238E27FC236}">
                  <a16:creationId xmlns:a16="http://schemas.microsoft.com/office/drawing/2014/main" id="{AE0CBE98-FC15-5B7E-5E0A-CCCF6405FA94}"/>
                </a:ext>
              </a:extLst>
            </p:cNvPr>
            <p:cNvSpPr txBox="1"/>
            <p:nvPr/>
          </p:nvSpPr>
          <p:spPr>
            <a:xfrm>
              <a:off x="2439162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(0-200]</a:t>
              </a:r>
              <a:endParaRPr lang="en-US" sz="450"/>
            </a:p>
          </p:txBody>
        </p:sp>
        <p:sp>
          <p:nvSpPr>
            <p:cNvPr id="1604" name="Shape 286">
              <a:extLst>
                <a:ext uri="{FF2B5EF4-FFF2-40B4-BE49-F238E27FC236}">
                  <a16:creationId xmlns:a16="http://schemas.microsoft.com/office/drawing/2014/main" id="{5A25E29F-6DBB-18E0-44CC-4A5BC5B7A679}"/>
                </a:ext>
              </a:extLst>
            </p:cNvPr>
            <p:cNvSpPr/>
            <p:nvPr/>
          </p:nvSpPr>
          <p:spPr>
            <a:xfrm>
              <a:off x="2896545" y="5522976"/>
              <a:ext cx="1032239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05" name="Text 287">
              <a:extLst>
                <a:ext uri="{FF2B5EF4-FFF2-40B4-BE49-F238E27FC236}">
                  <a16:creationId xmlns:a16="http://schemas.microsoft.com/office/drawing/2014/main" id="{5DC41CC5-D2EC-F13E-88C9-BDD31CAE05CB}"/>
                </a:ext>
              </a:extLst>
            </p:cNvPr>
            <p:cNvSpPr txBox="1"/>
            <p:nvPr/>
          </p:nvSpPr>
          <p:spPr>
            <a:xfrm>
              <a:off x="2896545" y="5349240"/>
              <a:ext cx="1032239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33%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2.4M)</a:t>
              </a:r>
              <a:endParaRPr lang="en-US" sz="375"/>
            </a:p>
          </p:txBody>
        </p:sp>
        <p:sp>
          <p:nvSpPr>
            <p:cNvPr id="1606" name="Shape 288">
              <a:extLst>
                <a:ext uri="{FF2B5EF4-FFF2-40B4-BE49-F238E27FC236}">
                  <a16:creationId xmlns:a16="http://schemas.microsoft.com/office/drawing/2014/main" id="{F29B4D5E-0CF3-C0C5-92DB-D65159DE0058}"/>
                </a:ext>
              </a:extLst>
            </p:cNvPr>
            <p:cNvSpPr/>
            <p:nvPr/>
          </p:nvSpPr>
          <p:spPr>
            <a:xfrm>
              <a:off x="3113532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07" name="Text 289">
              <a:extLst>
                <a:ext uri="{FF2B5EF4-FFF2-40B4-BE49-F238E27FC236}">
                  <a16:creationId xmlns:a16="http://schemas.microsoft.com/office/drawing/2014/main" id="{6637B6B7-A7C8-3837-26D0-20D7CE42EB0A}"/>
                </a:ext>
              </a:extLst>
            </p:cNvPr>
            <p:cNvSpPr txBox="1"/>
            <p:nvPr/>
          </p:nvSpPr>
          <p:spPr>
            <a:xfrm>
              <a:off x="3214116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(200-400]</a:t>
              </a:r>
              <a:endParaRPr lang="en-US" sz="450"/>
            </a:p>
          </p:txBody>
        </p:sp>
        <p:sp>
          <p:nvSpPr>
            <p:cNvPr id="1608" name="Shape 290">
              <a:extLst>
                <a:ext uri="{FF2B5EF4-FFF2-40B4-BE49-F238E27FC236}">
                  <a16:creationId xmlns:a16="http://schemas.microsoft.com/office/drawing/2014/main" id="{17B2C4EC-BA09-19CE-845D-A44D409BBEAE}"/>
                </a:ext>
              </a:extLst>
            </p:cNvPr>
            <p:cNvSpPr/>
            <p:nvPr/>
          </p:nvSpPr>
          <p:spPr>
            <a:xfrm>
              <a:off x="3928784" y="5522976"/>
              <a:ext cx="737756" cy="11887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09" name="Text 291">
              <a:extLst>
                <a:ext uri="{FF2B5EF4-FFF2-40B4-BE49-F238E27FC236}">
                  <a16:creationId xmlns:a16="http://schemas.microsoft.com/office/drawing/2014/main" id="{704C9961-F887-61BA-EA6C-4F4EB4DF4F03}"/>
                </a:ext>
              </a:extLst>
            </p:cNvPr>
            <p:cNvSpPr txBox="1"/>
            <p:nvPr/>
          </p:nvSpPr>
          <p:spPr>
            <a:xfrm>
              <a:off x="3928784" y="5349240"/>
              <a:ext cx="73775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24%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1.7M)</a:t>
              </a:r>
              <a:endParaRPr lang="en-US" sz="375"/>
            </a:p>
          </p:txBody>
        </p:sp>
        <p:sp>
          <p:nvSpPr>
            <p:cNvPr id="1610" name="Shape 292">
              <a:extLst>
                <a:ext uri="{FF2B5EF4-FFF2-40B4-BE49-F238E27FC236}">
                  <a16:creationId xmlns:a16="http://schemas.microsoft.com/office/drawing/2014/main" id="{C41E9306-BD4C-B697-9A1B-9036FCB7EA37}"/>
                </a:ext>
              </a:extLst>
            </p:cNvPr>
            <p:cNvSpPr/>
            <p:nvPr/>
          </p:nvSpPr>
          <p:spPr>
            <a:xfrm>
              <a:off x="3888486" y="5724144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11" name="Text 293">
              <a:extLst>
                <a:ext uri="{FF2B5EF4-FFF2-40B4-BE49-F238E27FC236}">
                  <a16:creationId xmlns:a16="http://schemas.microsoft.com/office/drawing/2014/main" id="{302F376B-4201-E073-F34A-8F1E64BECB91}"/>
                </a:ext>
              </a:extLst>
            </p:cNvPr>
            <p:cNvSpPr txBox="1"/>
            <p:nvPr/>
          </p:nvSpPr>
          <p:spPr>
            <a:xfrm>
              <a:off x="3989070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(400+]</a:t>
              </a:r>
              <a:endParaRPr lang="en-US" sz="450"/>
            </a:p>
          </p:txBody>
        </p:sp>
        <p:sp>
          <p:nvSpPr>
            <p:cNvPr id="1612" name="Shape 294">
              <a:extLst>
                <a:ext uri="{FF2B5EF4-FFF2-40B4-BE49-F238E27FC236}">
                  <a16:creationId xmlns:a16="http://schemas.microsoft.com/office/drawing/2014/main" id="{6096459D-C98D-6A1D-04E5-2B400FD88ED8}"/>
                </a:ext>
              </a:extLst>
            </p:cNvPr>
            <p:cNvSpPr/>
            <p:nvPr/>
          </p:nvSpPr>
          <p:spPr>
            <a:xfrm>
              <a:off x="4946904" y="4818888"/>
              <a:ext cx="2650343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13" name="Text 295">
              <a:extLst>
                <a:ext uri="{FF2B5EF4-FFF2-40B4-BE49-F238E27FC236}">
                  <a16:creationId xmlns:a16="http://schemas.microsoft.com/office/drawing/2014/main" id="{292528BD-DF24-8AB1-4974-305696573888}"/>
                </a:ext>
              </a:extLst>
            </p:cNvPr>
            <p:cNvSpPr txBox="1"/>
            <p:nvPr/>
          </p:nvSpPr>
          <p:spPr>
            <a:xfrm>
              <a:off x="4946904" y="4818888"/>
              <a:ext cx="2650343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86%</a:t>
              </a:r>
              <a:endParaRPr lang="en-US" sz="600"/>
            </a:p>
          </p:txBody>
        </p:sp>
        <p:sp>
          <p:nvSpPr>
            <p:cNvPr id="1614" name="Shape 296">
              <a:extLst>
                <a:ext uri="{FF2B5EF4-FFF2-40B4-BE49-F238E27FC236}">
                  <a16:creationId xmlns:a16="http://schemas.microsoft.com/office/drawing/2014/main" id="{23E27D9E-1AD6-BDAC-E91C-440B80FC273A}"/>
                </a:ext>
              </a:extLst>
            </p:cNvPr>
            <p:cNvSpPr/>
            <p:nvPr/>
          </p:nvSpPr>
          <p:spPr>
            <a:xfrm>
              <a:off x="7597247" y="4818888"/>
              <a:ext cx="393677" cy="137160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15" name="Text 297">
              <a:extLst>
                <a:ext uri="{FF2B5EF4-FFF2-40B4-BE49-F238E27FC236}">
                  <a16:creationId xmlns:a16="http://schemas.microsoft.com/office/drawing/2014/main" id="{BBC5A0D0-62D7-C3FB-D5E0-33EA8B1C58EC}"/>
                </a:ext>
              </a:extLst>
            </p:cNvPr>
            <p:cNvSpPr txBox="1"/>
            <p:nvPr/>
          </p:nvSpPr>
          <p:spPr>
            <a:xfrm>
              <a:off x="7597247" y="4818888"/>
              <a:ext cx="39367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13%</a:t>
              </a:r>
              <a:endParaRPr lang="en-US" sz="600"/>
            </a:p>
          </p:txBody>
        </p:sp>
        <p:sp>
          <p:nvSpPr>
            <p:cNvPr id="1616" name="Shape 298">
              <a:extLst>
                <a:ext uri="{FF2B5EF4-FFF2-40B4-BE49-F238E27FC236}">
                  <a16:creationId xmlns:a16="http://schemas.microsoft.com/office/drawing/2014/main" id="{F5D6C1D0-079C-8DE1-C9D7-704F1A76462D}"/>
                </a:ext>
              </a:extLst>
            </p:cNvPr>
            <p:cNvSpPr/>
            <p:nvPr/>
          </p:nvSpPr>
          <p:spPr>
            <a:xfrm>
              <a:off x="7990923" y="4818888"/>
              <a:ext cx="55797" cy="137160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17" name="Shape 299">
              <a:extLst>
                <a:ext uri="{FF2B5EF4-FFF2-40B4-BE49-F238E27FC236}">
                  <a16:creationId xmlns:a16="http://schemas.microsoft.com/office/drawing/2014/main" id="{FAE266D4-A5B1-5161-3152-CAFC0773B437}"/>
                </a:ext>
              </a:extLst>
            </p:cNvPr>
            <p:cNvSpPr/>
            <p:nvPr/>
          </p:nvSpPr>
          <p:spPr>
            <a:xfrm>
              <a:off x="4946904" y="5522976"/>
              <a:ext cx="371978" cy="11887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18" name="Text 300">
              <a:extLst>
                <a:ext uri="{FF2B5EF4-FFF2-40B4-BE49-F238E27FC236}">
                  <a16:creationId xmlns:a16="http://schemas.microsoft.com/office/drawing/2014/main" id="{273C6E46-E661-8523-FBED-AB5EA4321853}"/>
                </a:ext>
              </a:extLst>
            </p:cNvPr>
            <p:cNvSpPr txBox="1"/>
            <p:nvPr/>
          </p:nvSpPr>
          <p:spPr>
            <a:xfrm>
              <a:off x="4946904" y="5349240"/>
              <a:ext cx="371978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12%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1.4M)</a:t>
              </a:r>
              <a:endParaRPr lang="en-US" sz="375"/>
            </a:p>
          </p:txBody>
        </p:sp>
        <p:sp>
          <p:nvSpPr>
            <p:cNvPr id="1619" name="Shape 301">
              <a:extLst>
                <a:ext uri="{FF2B5EF4-FFF2-40B4-BE49-F238E27FC236}">
                  <a16:creationId xmlns:a16="http://schemas.microsoft.com/office/drawing/2014/main" id="{9D603A44-8E1D-B6BB-3B3B-71F48D6E0260}"/>
                </a:ext>
              </a:extLst>
            </p:cNvPr>
            <p:cNvSpPr/>
            <p:nvPr/>
          </p:nvSpPr>
          <p:spPr>
            <a:xfrm>
              <a:off x="4946904" y="572414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20" name="Text 302">
              <a:extLst>
                <a:ext uri="{FF2B5EF4-FFF2-40B4-BE49-F238E27FC236}">
                  <a16:creationId xmlns:a16="http://schemas.microsoft.com/office/drawing/2014/main" id="{D8F8A59B-B11E-85E7-B04A-C3C17FE9CCBA}"/>
                </a:ext>
              </a:extLst>
            </p:cNvPr>
            <p:cNvSpPr txBox="1"/>
            <p:nvPr/>
          </p:nvSpPr>
          <p:spPr>
            <a:xfrm>
              <a:off x="5047488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desc.</a:t>
              </a:r>
              <a:endParaRPr lang="en-US" sz="450"/>
            </a:p>
          </p:txBody>
        </p:sp>
        <p:sp>
          <p:nvSpPr>
            <p:cNvPr id="1621" name="Shape 303">
              <a:extLst>
                <a:ext uri="{FF2B5EF4-FFF2-40B4-BE49-F238E27FC236}">
                  <a16:creationId xmlns:a16="http://schemas.microsoft.com/office/drawing/2014/main" id="{9F8F9D1C-42BE-68D8-2371-2BAE51D71F52}"/>
                </a:ext>
              </a:extLst>
            </p:cNvPr>
            <p:cNvSpPr/>
            <p:nvPr/>
          </p:nvSpPr>
          <p:spPr>
            <a:xfrm>
              <a:off x="5318882" y="5522976"/>
              <a:ext cx="759455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22" name="Text 304">
              <a:extLst>
                <a:ext uri="{FF2B5EF4-FFF2-40B4-BE49-F238E27FC236}">
                  <a16:creationId xmlns:a16="http://schemas.microsoft.com/office/drawing/2014/main" id="{701F3EEE-C00A-F8ED-D456-6E37DE9F6810}"/>
                </a:ext>
              </a:extLst>
            </p:cNvPr>
            <p:cNvSpPr txBox="1"/>
            <p:nvPr/>
          </p:nvSpPr>
          <p:spPr>
            <a:xfrm>
              <a:off x="5318882" y="5349240"/>
              <a:ext cx="759455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24%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2.9M)</a:t>
              </a:r>
              <a:endParaRPr lang="en-US" sz="375"/>
            </a:p>
          </p:txBody>
        </p:sp>
        <p:sp>
          <p:nvSpPr>
            <p:cNvPr id="1623" name="Shape 305">
              <a:extLst>
                <a:ext uri="{FF2B5EF4-FFF2-40B4-BE49-F238E27FC236}">
                  <a16:creationId xmlns:a16="http://schemas.microsoft.com/office/drawing/2014/main" id="{B5CF85AF-3897-FE78-98C5-8009A5A71029}"/>
                </a:ext>
              </a:extLst>
            </p:cNvPr>
            <p:cNvSpPr/>
            <p:nvPr/>
          </p:nvSpPr>
          <p:spPr>
            <a:xfrm>
              <a:off x="5721858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24" name="Text 306">
              <a:extLst>
                <a:ext uri="{FF2B5EF4-FFF2-40B4-BE49-F238E27FC236}">
                  <a16:creationId xmlns:a16="http://schemas.microsoft.com/office/drawing/2014/main" id="{ADBBAA45-EC05-9518-B58D-1087D4000228}"/>
                </a:ext>
              </a:extLst>
            </p:cNvPr>
            <p:cNvSpPr txBox="1"/>
            <p:nvPr/>
          </p:nvSpPr>
          <p:spPr>
            <a:xfrm>
              <a:off x="5822442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(0-200]</a:t>
              </a:r>
              <a:endParaRPr lang="en-US" sz="450"/>
            </a:p>
          </p:txBody>
        </p:sp>
        <p:sp>
          <p:nvSpPr>
            <p:cNvPr id="1625" name="Shape 307">
              <a:extLst>
                <a:ext uri="{FF2B5EF4-FFF2-40B4-BE49-F238E27FC236}">
                  <a16:creationId xmlns:a16="http://schemas.microsoft.com/office/drawing/2014/main" id="{283E0E51-3246-B44E-27A4-DE3F477C463D}"/>
                </a:ext>
              </a:extLst>
            </p:cNvPr>
            <p:cNvSpPr/>
            <p:nvPr/>
          </p:nvSpPr>
          <p:spPr>
            <a:xfrm>
              <a:off x="6078337" y="5522976"/>
              <a:ext cx="1001241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26" name="Text 308">
              <a:extLst>
                <a:ext uri="{FF2B5EF4-FFF2-40B4-BE49-F238E27FC236}">
                  <a16:creationId xmlns:a16="http://schemas.microsoft.com/office/drawing/2014/main" id="{20F5F0CE-7172-9C5F-DAA3-156C6C22E333}"/>
                </a:ext>
              </a:extLst>
            </p:cNvPr>
            <p:cNvSpPr txBox="1"/>
            <p:nvPr/>
          </p:nvSpPr>
          <p:spPr>
            <a:xfrm>
              <a:off x="6078337" y="5349240"/>
              <a:ext cx="1001241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32%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3.8M)</a:t>
              </a:r>
              <a:endParaRPr lang="en-US" sz="375"/>
            </a:p>
          </p:txBody>
        </p:sp>
        <p:sp>
          <p:nvSpPr>
            <p:cNvPr id="1627" name="Shape 309">
              <a:extLst>
                <a:ext uri="{FF2B5EF4-FFF2-40B4-BE49-F238E27FC236}">
                  <a16:creationId xmlns:a16="http://schemas.microsoft.com/office/drawing/2014/main" id="{36F0E58B-3F69-0FD2-E480-C7BE1EE07C2C}"/>
                </a:ext>
              </a:extLst>
            </p:cNvPr>
            <p:cNvSpPr/>
            <p:nvPr/>
          </p:nvSpPr>
          <p:spPr>
            <a:xfrm>
              <a:off x="6496812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28" name="Text 310">
              <a:extLst>
                <a:ext uri="{FF2B5EF4-FFF2-40B4-BE49-F238E27FC236}">
                  <a16:creationId xmlns:a16="http://schemas.microsoft.com/office/drawing/2014/main" id="{69F03160-0E67-D9E5-21E9-1F39D9F340D3}"/>
                </a:ext>
              </a:extLst>
            </p:cNvPr>
            <p:cNvSpPr txBox="1"/>
            <p:nvPr/>
          </p:nvSpPr>
          <p:spPr>
            <a:xfrm>
              <a:off x="6597396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(200-400]</a:t>
              </a:r>
              <a:endParaRPr lang="en-US" sz="450"/>
            </a:p>
          </p:txBody>
        </p:sp>
        <p:sp>
          <p:nvSpPr>
            <p:cNvPr id="1629" name="Shape 311">
              <a:extLst>
                <a:ext uri="{FF2B5EF4-FFF2-40B4-BE49-F238E27FC236}">
                  <a16:creationId xmlns:a16="http://schemas.microsoft.com/office/drawing/2014/main" id="{E4CBDB53-C33C-7A66-1859-386829C59787}"/>
                </a:ext>
              </a:extLst>
            </p:cNvPr>
            <p:cNvSpPr/>
            <p:nvPr/>
          </p:nvSpPr>
          <p:spPr>
            <a:xfrm>
              <a:off x="7079577" y="5522976"/>
              <a:ext cx="967143" cy="11887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30" name="Text 312">
              <a:extLst>
                <a:ext uri="{FF2B5EF4-FFF2-40B4-BE49-F238E27FC236}">
                  <a16:creationId xmlns:a16="http://schemas.microsoft.com/office/drawing/2014/main" id="{EC5EBCF4-9B34-D3B4-1105-9B78AF6D79E0}"/>
                </a:ext>
              </a:extLst>
            </p:cNvPr>
            <p:cNvSpPr txBox="1"/>
            <p:nvPr/>
          </p:nvSpPr>
          <p:spPr>
            <a:xfrm>
              <a:off x="7079577" y="5349240"/>
              <a:ext cx="967143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31%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3.7M)</a:t>
              </a:r>
              <a:endParaRPr lang="en-US" sz="375"/>
            </a:p>
          </p:txBody>
        </p:sp>
        <p:sp>
          <p:nvSpPr>
            <p:cNvPr id="1631" name="Shape 313">
              <a:extLst>
                <a:ext uri="{FF2B5EF4-FFF2-40B4-BE49-F238E27FC236}">
                  <a16:creationId xmlns:a16="http://schemas.microsoft.com/office/drawing/2014/main" id="{F4C9E901-F446-F970-03C8-8A363AAB9C80}"/>
                </a:ext>
              </a:extLst>
            </p:cNvPr>
            <p:cNvSpPr/>
            <p:nvPr/>
          </p:nvSpPr>
          <p:spPr>
            <a:xfrm>
              <a:off x="7271766" y="5724144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32" name="Text 314">
              <a:extLst>
                <a:ext uri="{FF2B5EF4-FFF2-40B4-BE49-F238E27FC236}">
                  <a16:creationId xmlns:a16="http://schemas.microsoft.com/office/drawing/2014/main" id="{9AEA2C0D-4B3A-8E98-E763-07132093FD2B}"/>
                </a:ext>
              </a:extLst>
            </p:cNvPr>
            <p:cNvSpPr txBox="1"/>
            <p:nvPr/>
          </p:nvSpPr>
          <p:spPr>
            <a:xfrm>
              <a:off x="7372350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(400+]</a:t>
              </a:r>
              <a:endParaRPr lang="en-US" sz="450"/>
            </a:p>
          </p:txBody>
        </p:sp>
        <p:sp>
          <p:nvSpPr>
            <p:cNvPr id="1633" name="Shape 315">
              <a:extLst>
                <a:ext uri="{FF2B5EF4-FFF2-40B4-BE49-F238E27FC236}">
                  <a16:creationId xmlns:a16="http://schemas.microsoft.com/office/drawing/2014/main" id="{0C175570-D8C1-AD63-3E81-95CFA95DFE02}"/>
                </a:ext>
              </a:extLst>
            </p:cNvPr>
            <p:cNvSpPr/>
            <p:nvPr/>
          </p:nvSpPr>
          <p:spPr>
            <a:xfrm>
              <a:off x="8330184" y="4818888"/>
              <a:ext cx="1711098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34" name="Text 316">
              <a:extLst>
                <a:ext uri="{FF2B5EF4-FFF2-40B4-BE49-F238E27FC236}">
                  <a16:creationId xmlns:a16="http://schemas.microsoft.com/office/drawing/2014/main" id="{FB422E5E-BDEE-1845-5CA4-50EC468323B9}"/>
                </a:ext>
              </a:extLst>
            </p:cNvPr>
            <p:cNvSpPr txBox="1"/>
            <p:nvPr/>
          </p:nvSpPr>
          <p:spPr>
            <a:xfrm>
              <a:off x="8330184" y="4818888"/>
              <a:ext cx="171109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55%</a:t>
              </a:r>
              <a:endParaRPr lang="en-US" sz="600"/>
            </a:p>
          </p:txBody>
        </p:sp>
        <p:sp>
          <p:nvSpPr>
            <p:cNvPr id="1635" name="Shape 317">
              <a:extLst>
                <a:ext uri="{FF2B5EF4-FFF2-40B4-BE49-F238E27FC236}">
                  <a16:creationId xmlns:a16="http://schemas.microsoft.com/office/drawing/2014/main" id="{62E2AB72-E9CA-4985-9EEB-F20B804F76EA}"/>
                </a:ext>
              </a:extLst>
            </p:cNvPr>
            <p:cNvSpPr/>
            <p:nvPr/>
          </p:nvSpPr>
          <p:spPr>
            <a:xfrm>
              <a:off x="10041282" y="4818888"/>
              <a:ext cx="1258525" cy="137160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36" name="Text 318">
              <a:extLst>
                <a:ext uri="{FF2B5EF4-FFF2-40B4-BE49-F238E27FC236}">
                  <a16:creationId xmlns:a16="http://schemas.microsoft.com/office/drawing/2014/main" id="{D5774BBF-9EB6-52D5-8786-F7A6A8A33C75}"/>
                </a:ext>
              </a:extLst>
            </p:cNvPr>
            <p:cNvSpPr txBox="1"/>
            <p:nvPr/>
          </p:nvSpPr>
          <p:spPr>
            <a:xfrm>
              <a:off x="10041282" y="4818888"/>
              <a:ext cx="1258525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41%</a:t>
              </a:r>
              <a:endParaRPr lang="en-US" sz="600"/>
            </a:p>
          </p:txBody>
        </p:sp>
        <p:sp>
          <p:nvSpPr>
            <p:cNvPr id="1637" name="Shape 319">
              <a:extLst>
                <a:ext uri="{FF2B5EF4-FFF2-40B4-BE49-F238E27FC236}">
                  <a16:creationId xmlns:a16="http://schemas.microsoft.com/office/drawing/2014/main" id="{FE3262E3-FAD5-A172-E3BC-51A6C9D57CB1}"/>
                </a:ext>
              </a:extLst>
            </p:cNvPr>
            <p:cNvSpPr/>
            <p:nvPr/>
          </p:nvSpPr>
          <p:spPr>
            <a:xfrm>
              <a:off x="11299808" y="4818888"/>
              <a:ext cx="130192" cy="137160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38" name="Shape 320">
              <a:extLst>
                <a:ext uri="{FF2B5EF4-FFF2-40B4-BE49-F238E27FC236}">
                  <a16:creationId xmlns:a16="http://schemas.microsoft.com/office/drawing/2014/main" id="{1E435C3C-3485-2AE3-5B7A-C59922D6A103}"/>
                </a:ext>
              </a:extLst>
            </p:cNvPr>
            <p:cNvSpPr/>
            <p:nvPr/>
          </p:nvSpPr>
          <p:spPr>
            <a:xfrm>
              <a:off x="8330184" y="5522976"/>
              <a:ext cx="616863" cy="11887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39" name="Text 321">
              <a:extLst>
                <a:ext uri="{FF2B5EF4-FFF2-40B4-BE49-F238E27FC236}">
                  <a16:creationId xmlns:a16="http://schemas.microsoft.com/office/drawing/2014/main" id="{FF87457E-FC7A-126E-68A2-E944B7BC5CB4}"/>
                </a:ext>
              </a:extLst>
            </p:cNvPr>
            <p:cNvSpPr txBox="1"/>
            <p:nvPr/>
          </p:nvSpPr>
          <p:spPr>
            <a:xfrm>
              <a:off x="8330184" y="5349240"/>
              <a:ext cx="616863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20%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881k)</a:t>
              </a:r>
              <a:endParaRPr lang="en-US" sz="375"/>
            </a:p>
          </p:txBody>
        </p:sp>
        <p:sp>
          <p:nvSpPr>
            <p:cNvPr id="1640" name="Shape 322">
              <a:extLst>
                <a:ext uri="{FF2B5EF4-FFF2-40B4-BE49-F238E27FC236}">
                  <a16:creationId xmlns:a16="http://schemas.microsoft.com/office/drawing/2014/main" id="{C048BFAC-7BF7-DEE5-8F7B-44D21110D9D4}"/>
                </a:ext>
              </a:extLst>
            </p:cNvPr>
            <p:cNvSpPr/>
            <p:nvPr/>
          </p:nvSpPr>
          <p:spPr>
            <a:xfrm>
              <a:off x="8330184" y="572414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41" name="Text 323">
              <a:extLst>
                <a:ext uri="{FF2B5EF4-FFF2-40B4-BE49-F238E27FC236}">
                  <a16:creationId xmlns:a16="http://schemas.microsoft.com/office/drawing/2014/main" id="{DC6F9106-A5D5-251D-541E-20DA4CE10D99}"/>
                </a:ext>
              </a:extLst>
            </p:cNvPr>
            <p:cNvSpPr txBox="1"/>
            <p:nvPr/>
          </p:nvSpPr>
          <p:spPr>
            <a:xfrm>
              <a:off x="8430768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desc.</a:t>
              </a:r>
              <a:endParaRPr lang="en-US" sz="450"/>
            </a:p>
          </p:txBody>
        </p:sp>
        <p:sp>
          <p:nvSpPr>
            <p:cNvPr id="1642" name="Shape 324">
              <a:extLst>
                <a:ext uri="{FF2B5EF4-FFF2-40B4-BE49-F238E27FC236}">
                  <a16:creationId xmlns:a16="http://schemas.microsoft.com/office/drawing/2014/main" id="{B909FEFD-9F82-CBDA-331E-BFC022AFF694}"/>
                </a:ext>
              </a:extLst>
            </p:cNvPr>
            <p:cNvSpPr/>
            <p:nvPr/>
          </p:nvSpPr>
          <p:spPr>
            <a:xfrm>
              <a:off x="8947047" y="5522976"/>
              <a:ext cx="641662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43" name="Text 325">
              <a:extLst>
                <a:ext uri="{FF2B5EF4-FFF2-40B4-BE49-F238E27FC236}">
                  <a16:creationId xmlns:a16="http://schemas.microsoft.com/office/drawing/2014/main" id="{48463309-6E37-99E5-EC0B-83B6E156B8DE}"/>
                </a:ext>
              </a:extLst>
            </p:cNvPr>
            <p:cNvSpPr txBox="1"/>
            <p:nvPr/>
          </p:nvSpPr>
          <p:spPr>
            <a:xfrm>
              <a:off x="8947047" y="5349240"/>
              <a:ext cx="641662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21%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915k)</a:t>
              </a:r>
              <a:endParaRPr lang="en-US" sz="375"/>
            </a:p>
          </p:txBody>
        </p:sp>
        <p:sp>
          <p:nvSpPr>
            <p:cNvPr id="1644" name="Shape 326">
              <a:extLst>
                <a:ext uri="{FF2B5EF4-FFF2-40B4-BE49-F238E27FC236}">
                  <a16:creationId xmlns:a16="http://schemas.microsoft.com/office/drawing/2014/main" id="{67797717-AE4F-8B99-08EC-D4E6D5B5737F}"/>
                </a:ext>
              </a:extLst>
            </p:cNvPr>
            <p:cNvSpPr/>
            <p:nvPr/>
          </p:nvSpPr>
          <p:spPr>
            <a:xfrm>
              <a:off x="9105138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45" name="Text 327">
              <a:extLst>
                <a:ext uri="{FF2B5EF4-FFF2-40B4-BE49-F238E27FC236}">
                  <a16:creationId xmlns:a16="http://schemas.microsoft.com/office/drawing/2014/main" id="{EDF25366-1EEF-32B5-43C2-7DF9C7F0332A}"/>
                </a:ext>
              </a:extLst>
            </p:cNvPr>
            <p:cNvSpPr txBox="1"/>
            <p:nvPr/>
          </p:nvSpPr>
          <p:spPr>
            <a:xfrm>
              <a:off x="9205722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(0-200]</a:t>
              </a:r>
              <a:endParaRPr lang="en-US" sz="450"/>
            </a:p>
          </p:txBody>
        </p:sp>
        <p:sp>
          <p:nvSpPr>
            <p:cNvPr id="1646" name="Shape 328">
              <a:extLst>
                <a:ext uri="{FF2B5EF4-FFF2-40B4-BE49-F238E27FC236}">
                  <a16:creationId xmlns:a16="http://schemas.microsoft.com/office/drawing/2014/main" id="{439F7904-DBD7-CC11-B504-8F59964FF82B}"/>
                </a:ext>
              </a:extLst>
            </p:cNvPr>
            <p:cNvSpPr/>
            <p:nvPr/>
          </p:nvSpPr>
          <p:spPr>
            <a:xfrm>
              <a:off x="9588709" y="5522976"/>
              <a:ext cx="629263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47" name="Text 329">
              <a:extLst>
                <a:ext uri="{FF2B5EF4-FFF2-40B4-BE49-F238E27FC236}">
                  <a16:creationId xmlns:a16="http://schemas.microsoft.com/office/drawing/2014/main" id="{59862784-7E69-C8B8-D689-2FBE33D70484}"/>
                </a:ext>
              </a:extLst>
            </p:cNvPr>
            <p:cNvSpPr txBox="1"/>
            <p:nvPr/>
          </p:nvSpPr>
          <p:spPr>
            <a:xfrm>
              <a:off x="9588709" y="5349240"/>
              <a:ext cx="629263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20%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900k)</a:t>
              </a:r>
              <a:endParaRPr lang="en-US" sz="375"/>
            </a:p>
          </p:txBody>
        </p:sp>
        <p:sp>
          <p:nvSpPr>
            <p:cNvPr id="1648" name="Shape 330">
              <a:extLst>
                <a:ext uri="{FF2B5EF4-FFF2-40B4-BE49-F238E27FC236}">
                  <a16:creationId xmlns:a16="http://schemas.microsoft.com/office/drawing/2014/main" id="{5B9A107C-1922-EFBD-E588-4815FAE8378C}"/>
                </a:ext>
              </a:extLst>
            </p:cNvPr>
            <p:cNvSpPr/>
            <p:nvPr/>
          </p:nvSpPr>
          <p:spPr>
            <a:xfrm>
              <a:off x="9880092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49" name="Text 331">
              <a:extLst>
                <a:ext uri="{FF2B5EF4-FFF2-40B4-BE49-F238E27FC236}">
                  <a16:creationId xmlns:a16="http://schemas.microsoft.com/office/drawing/2014/main" id="{0ABD56E3-04A5-33AB-D39B-578563DDB875}"/>
                </a:ext>
              </a:extLst>
            </p:cNvPr>
            <p:cNvSpPr txBox="1"/>
            <p:nvPr/>
          </p:nvSpPr>
          <p:spPr>
            <a:xfrm>
              <a:off x="9980676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(200-400]</a:t>
              </a:r>
              <a:endParaRPr lang="en-US" sz="450"/>
            </a:p>
          </p:txBody>
        </p:sp>
        <p:sp>
          <p:nvSpPr>
            <p:cNvPr id="1650" name="Shape 332">
              <a:extLst>
                <a:ext uri="{FF2B5EF4-FFF2-40B4-BE49-F238E27FC236}">
                  <a16:creationId xmlns:a16="http://schemas.microsoft.com/office/drawing/2014/main" id="{B0FF478C-DAD0-9B95-8BA0-869D39801F98}"/>
                </a:ext>
              </a:extLst>
            </p:cNvPr>
            <p:cNvSpPr/>
            <p:nvPr/>
          </p:nvSpPr>
          <p:spPr>
            <a:xfrm>
              <a:off x="10217972" y="5522976"/>
              <a:ext cx="1212028" cy="11887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51" name="Text 333">
              <a:extLst>
                <a:ext uri="{FF2B5EF4-FFF2-40B4-BE49-F238E27FC236}">
                  <a16:creationId xmlns:a16="http://schemas.microsoft.com/office/drawing/2014/main" id="{0792FD28-BEF0-9DAF-5DC0-7A580A1EC2CA}"/>
                </a:ext>
              </a:extLst>
            </p:cNvPr>
            <p:cNvSpPr txBox="1"/>
            <p:nvPr/>
          </p:nvSpPr>
          <p:spPr>
            <a:xfrm>
              <a:off x="10217972" y="5349240"/>
              <a:ext cx="1212028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39%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1.7M)</a:t>
              </a:r>
              <a:endParaRPr lang="en-US" sz="375"/>
            </a:p>
          </p:txBody>
        </p:sp>
        <p:sp>
          <p:nvSpPr>
            <p:cNvPr id="1652" name="Shape 334">
              <a:extLst>
                <a:ext uri="{FF2B5EF4-FFF2-40B4-BE49-F238E27FC236}">
                  <a16:creationId xmlns:a16="http://schemas.microsoft.com/office/drawing/2014/main" id="{09E8D50C-B803-7CCF-254D-F0F74BBF2401}"/>
                </a:ext>
              </a:extLst>
            </p:cNvPr>
            <p:cNvSpPr/>
            <p:nvPr/>
          </p:nvSpPr>
          <p:spPr>
            <a:xfrm>
              <a:off x="10655046" y="5724144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653" name="Text 335">
              <a:extLst>
                <a:ext uri="{FF2B5EF4-FFF2-40B4-BE49-F238E27FC236}">
                  <a16:creationId xmlns:a16="http://schemas.microsoft.com/office/drawing/2014/main" id="{94F058C2-A6D7-C4FA-9A02-3DE81A70E4D8}"/>
                </a:ext>
              </a:extLst>
            </p:cNvPr>
            <p:cNvSpPr txBox="1"/>
            <p:nvPr/>
          </p:nvSpPr>
          <p:spPr>
            <a:xfrm>
              <a:off x="10755630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(400+]</a:t>
              </a:r>
              <a:endParaRPr lang="en-US" sz="450"/>
            </a:p>
          </p:txBody>
        </p:sp>
        <p:sp>
          <p:nvSpPr>
            <p:cNvPr id="2654" name="Text 104_canal_0">
              <a:extLst>
                <a:ext uri="{FF2B5EF4-FFF2-40B4-BE49-F238E27FC236}">
                  <a16:creationId xmlns:a16="http://schemas.microsoft.com/office/drawing/2014/main" id="{24EE0F43-0D72-1608-DAB6-E30888FF47B9}"/>
                </a:ext>
              </a:extLst>
            </p:cNvPr>
            <p:cNvSpPr txBox="1"/>
            <p:nvPr/>
          </p:nvSpPr>
          <p:spPr>
            <a:xfrm>
              <a:off x="1563624" y="5879592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CANAL</a:t>
              </a:r>
              <a:endParaRPr lang="en-US" sz="525"/>
            </a:p>
          </p:txBody>
        </p:sp>
        <p:sp>
          <p:nvSpPr>
            <p:cNvPr id="2655" name="Shape 273_canalseg_0_0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1563624" y="6035040"/>
              <a:ext cx="2703040" cy="137160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656" name="Text 274_canalsegtxt_0_0">
              <a:extLst>
                <a:ext uri="{FF2B5EF4-FFF2-40B4-BE49-F238E27FC236}">
                  <a16:creationId xmlns:a16="http://schemas.microsoft.com/office/drawing/2014/main" id="{283CC3AE-AFC8-2035-507A-0BAD7F9EFC34}"/>
                </a:ext>
              </a:extLst>
            </p:cNvPr>
            <p:cNvSpPr txBox="1"/>
            <p:nvPr/>
          </p:nvSpPr>
          <p:spPr>
            <a:xfrm>
              <a:off x="1563624" y="6035040"/>
              <a:ext cx="27030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87%</a:t>
              </a:r>
              <a:endParaRPr lang="en-US" sz="600"/>
            </a:p>
          </p:txBody>
        </p:sp>
        <p:sp>
          <p:nvSpPr>
            <p:cNvPr id="2657" name="Shape 273_canalseg_0_1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4266664" y="6035040"/>
              <a:ext cx="275884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658" name="Shape 273_canalseg_0_2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4542547" y="6035040"/>
              <a:ext cx="123993" cy="137160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659" name="Shape 110_canaldot_0_0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1563624" y="6227064"/>
              <a:ext cx="73152" cy="73152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60" name="Text 111_canallegtxt_0_0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1664208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</a:t>
              </a:r>
              <a:endParaRPr lang="en-US" sz="488"/>
            </a:p>
          </p:txBody>
        </p:sp>
        <p:sp>
          <p:nvSpPr>
            <p:cNvPr id="2661" name="Shape 110_canaldot_0_1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2596896" y="622706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62" name="Text 111_canallegtxt_0_1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2697480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 virt.</a:t>
              </a:r>
              <a:endParaRPr lang="en-US" sz="488"/>
            </a:p>
          </p:txBody>
        </p:sp>
        <p:sp>
          <p:nvSpPr>
            <p:cNvPr id="2663" name="Shape 110_canaldot_0_2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3630168" y="6227064"/>
              <a:ext cx="73152" cy="73152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64" name="Text 111_canallegtxt_0_2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3730752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TLV</a:t>
              </a:r>
              <a:endParaRPr lang="en-US" sz="488"/>
            </a:p>
          </p:txBody>
        </p:sp>
        <p:sp>
          <p:nvSpPr>
            <p:cNvPr id="2665" name="Text 104_canal_1">
              <a:extLst>
                <a:ext uri="{FF2B5EF4-FFF2-40B4-BE49-F238E27FC236}">
                  <a16:creationId xmlns:a16="http://schemas.microsoft.com/office/drawing/2014/main" id="{24EE0F43-0D72-1608-DAB6-E30888FF47B9}"/>
                </a:ext>
              </a:extLst>
            </p:cNvPr>
            <p:cNvSpPr txBox="1"/>
            <p:nvPr/>
          </p:nvSpPr>
          <p:spPr>
            <a:xfrm>
              <a:off x="4946904" y="5879592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CANAL</a:t>
              </a:r>
              <a:endParaRPr lang="en-US" sz="525"/>
            </a:p>
          </p:txBody>
        </p:sp>
        <p:sp>
          <p:nvSpPr>
            <p:cNvPr id="2666" name="Shape 273_canalseg_1_0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4946904" y="6035040"/>
              <a:ext cx="2672041" cy="137160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667" name="Text 274_canalsegtxt_1_0">
              <a:extLst>
                <a:ext uri="{FF2B5EF4-FFF2-40B4-BE49-F238E27FC236}">
                  <a16:creationId xmlns:a16="http://schemas.microsoft.com/office/drawing/2014/main" id="{283CC3AE-AFC8-2035-507A-0BAD7F9EFC34}"/>
                </a:ext>
              </a:extLst>
            </p:cNvPr>
            <p:cNvSpPr txBox="1"/>
            <p:nvPr/>
          </p:nvSpPr>
          <p:spPr>
            <a:xfrm>
              <a:off x="4946904" y="6035040"/>
              <a:ext cx="267204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86%</a:t>
              </a:r>
              <a:endParaRPr lang="en-US" sz="600"/>
            </a:p>
          </p:txBody>
        </p:sp>
        <p:sp>
          <p:nvSpPr>
            <p:cNvPr id="2668" name="Shape 273_canalseg_1_1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7618945" y="6035040"/>
              <a:ext cx="269684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669" name="Shape 273_canalseg_1_2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7888629" y="6035040"/>
              <a:ext cx="158091" cy="137160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670" name="Shape 110_canaldot_1_0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4946904" y="6227064"/>
              <a:ext cx="73152" cy="73152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71" name="Text 111_canallegtxt_1_0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5047488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</a:t>
              </a:r>
              <a:endParaRPr lang="en-US" sz="488"/>
            </a:p>
          </p:txBody>
        </p:sp>
        <p:sp>
          <p:nvSpPr>
            <p:cNvPr id="2672" name="Shape 110_canaldot_1_1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5980176" y="622706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73" name="Text 111_canallegtxt_1_1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6080760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 virt.</a:t>
              </a:r>
              <a:endParaRPr lang="en-US" sz="488"/>
            </a:p>
          </p:txBody>
        </p:sp>
        <p:sp>
          <p:nvSpPr>
            <p:cNvPr id="2674" name="Shape 110_canaldot_1_2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7013448" y="6227064"/>
              <a:ext cx="73152" cy="73152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75" name="Text 111_canallegtxt_1_2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7114032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TLV</a:t>
              </a:r>
              <a:endParaRPr lang="en-US" sz="488"/>
            </a:p>
          </p:txBody>
        </p:sp>
        <p:sp>
          <p:nvSpPr>
            <p:cNvPr id="2676" name="Text 104_canal_2">
              <a:extLst>
                <a:ext uri="{FF2B5EF4-FFF2-40B4-BE49-F238E27FC236}">
                  <a16:creationId xmlns:a16="http://schemas.microsoft.com/office/drawing/2014/main" id="{24EE0F43-0D72-1608-DAB6-E30888FF47B9}"/>
                </a:ext>
              </a:extLst>
            </p:cNvPr>
            <p:cNvSpPr txBox="1"/>
            <p:nvPr/>
          </p:nvSpPr>
          <p:spPr>
            <a:xfrm>
              <a:off x="8330184" y="5879592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CANAL</a:t>
              </a:r>
              <a:endParaRPr lang="en-US" sz="525"/>
            </a:p>
          </p:txBody>
        </p:sp>
        <p:sp>
          <p:nvSpPr>
            <p:cNvPr id="2677" name="Shape 273_canalseg_2_0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8330184" y="6035040"/>
              <a:ext cx="2002481" cy="137160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678" name="Text 274_canalsegtxt_2_0">
              <a:extLst>
                <a:ext uri="{FF2B5EF4-FFF2-40B4-BE49-F238E27FC236}">
                  <a16:creationId xmlns:a16="http://schemas.microsoft.com/office/drawing/2014/main" id="{283CC3AE-AFC8-2035-507A-0BAD7F9EFC34}"/>
                </a:ext>
              </a:extLst>
            </p:cNvPr>
            <p:cNvSpPr txBox="1"/>
            <p:nvPr/>
          </p:nvSpPr>
          <p:spPr>
            <a:xfrm>
              <a:off x="8330184" y="6035040"/>
              <a:ext cx="200248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65%</a:t>
              </a:r>
              <a:endParaRPr lang="en-US" sz="600"/>
            </a:p>
          </p:txBody>
        </p:sp>
        <p:sp>
          <p:nvSpPr>
            <p:cNvPr id="2679" name="Shape 273_canalseg_2_1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10332665" y="6035040"/>
              <a:ext cx="740856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680" name="Text 274_canalsegtxt_2_1">
              <a:extLst>
                <a:ext uri="{FF2B5EF4-FFF2-40B4-BE49-F238E27FC236}">
                  <a16:creationId xmlns:a16="http://schemas.microsoft.com/office/drawing/2014/main" id="{283CC3AE-AFC8-2035-507A-0BAD7F9EFC34}"/>
                </a:ext>
              </a:extLst>
            </p:cNvPr>
            <p:cNvSpPr txBox="1"/>
            <p:nvPr/>
          </p:nvSpPr>
          <p:spPr>
            <a:xfrm>
              <a:off x="10332665" y="6035040"/>
              <a:ext cx="740856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24%</a:t>
              </a:r>
              <a:endParaRPr lang="en-US" sz="600"/>
            </a:p>
          </p:txBody>
        </p:sp>
        <p:sp>
          <p:nvSpPr>
            <p:cNvPr id="2681" name="Shape 273_canalseg_2_2">
              <a:extLst>
                <a:ext uri="{FF2B5EF4-FFF2-40B4-BE49-F238E27FC236}">
                  <a16:creationId xmlns:a16="http://schemas.microsoft.com/office/drawing/2014/main" id="{394B3CD0-77B3-DEF0-E415-2E227FE2FB3B}"/>
                </a:ext>
              </a:extLst>
            </p:cNvPr>
            <p:cNvSpPr/>
            <p:nvPr/>
          </p:nvSpPr>
          <p:spPr>
            <a:xfrm>
              <a:off x="11073521" y="6035040"/>
              <a:ext cx="356479" cy="137160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682" name="Shape 110_canaldot_2_0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8330184" y="6227064"/>
              <a:ext cx="73152" cy="73152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83" name="Text 111_canallegtxt_2_0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8430768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</a:t>
              </a:r>
              <a:endParaRPr lang="en-US" sz="488"/>
            </a:p>
          </p:txBody>
        </p:sp>
        <p:sp>
          <p:nvSpPr>
            <p:cNvPr id="2684" name="Shape 110_canaldot_2_1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9363456" y="622706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85" name="Text 111_canallegtxt_2_1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9464040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 virt.</a:t>
              </a:r>
              <a:endParaRPr lang="en-US" sz="488"/>
            </a:p>
          </p:txBody>
        </p:sp>
        <p:sp>
          <p:nvSpPr>
            <p:cNvPr id="2686" name="Shape 110_canaldot_2_2">
              <a:extLst>
                <a:ext uri="{FF2B5EF4-FFF2-40B4-BE49-F238E27FC236}">
                  <a16:creationId xmlns:a16="http://schemas.microsoft.com/office/drawing/2014/main" id="{66B51319-3C22-7041-44F8-19E70ABE706B}"/>
                </a:ext>
              </a:extLst>
            </p:cNvPr>
            <p:cNvSpPr/>
            <p:nvPr/>
          </p:nvSpPr>
          <p:spPr>
            <a:xfrm>
              <a:off x="10396728" y="6227064"/>
              <a:ext cx="73152" cy="73152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687" name="Text 111_canallegtxt_2_2">
              <a:extLst>
                <a:ext uri="{FF2B5EF4-FFF2-40B4-BE49-F238E27FC236}">
                  <a16:creationId xmlns:a16="http://schemas.microsoft.com/office/drawing/2014/main" id="{1D04E4B0-B93C-01DB-E7E8-14A32EF7C9E0}"/>
                </a:ext>
              </a:extLst>
            </p:cNvPr>
            <p:cNvSpPr txBox="1"/>
            <p:nvPr/>
          </p:nvSpPr>
          <p:spPr>
            <a:xfrm>
              <a:off x="10497312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TLV</a:t>
              </a:r>
              <a:endParaRPr lang="en-US" sz="488"/>
            </a:p>
          </p:txBody>
        </p:sp>
      </p:grp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AB91F861-A6E7-B87D-4CCB-87E5BB7468F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57139" y="1007544"/>
            <a:ext cx="256302" cy="299730"/>
          </a:xfrm>
          <a:prstGeom prst="rect">
            <a:avLst/>
          </a:prstGeom>
        </p:spPr>
      </p:pic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27760F5C-0589-3E6A-4E92-F0A09E17CBA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25247" y="1033284"/>
            <a:ext cx="220357" cy="227841"/>
          </a:xfrm>
          <a:prstGeom prst="rect">
            <a:avLst/>
          </a:prstGeom>
        </p:spPr>
      </p:pic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221192B3-4F6A-3414-BA75-B9FE058C17D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74562" y="1054865"/>
            <a:ext cx="177226" cy="249407"/>
          </a:xfrm>
          <a:prstGeom prst="rect">
            <a:avLst/>
          </a:prstGeom>
        </p:spPr>
      </p:pic>
      <p:pic>
        <p:nvPicPr>
          <p:cNvPr id="8" name="Picture 86">
            <a:extLst>
              <a:ext uri="{FF2B5EF4-FFF2-40B4-BE49-F238E27FC236}">
                <a16:creationId xmlns:a16="http://schemas.microsoft.com/office/drawing/2014/main" id="{899CB9A5-0661-9E26-3BFB-6D41FAF6C87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AAE9C0C7-022A-58B1-8001-7081BB70945B}"/>
              </a:ext>
            </a:extLst>
          </p:cNvPr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SEGMENTOS CON DEUDA· 2 DE 2</a:t>
            </a:r>
          </a:p>
        </p:txBody>
      </p:sp>
    </p:spTree>
    <p:extLst>
      <p:ext uri="{BB962C8B-B14F-4D97-AF65-F5344CB8AC3E}">
        <p14:creationId xmlns:p14="http://schemas.microsoft.com/office/powerpoint/2010/main" val="1634218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DA1376-B869-8734-9BD0-165EB20B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2" name="Grupo 1171">
            <a:extLst>
              <a:ext uri="{FF2B5EF4-FFF2-40B4-BE49-F238E27FC236}">
                <a16:creationId xmlns:a16="http://schemas.microsoft.com/office/drawing/2014/main" id="{5D399916-04AE-D4C3-2731-A0F4CDC453E8}"/>
              </a:ext>
            </a:extLst>
          </p:cNvPr>
          <p:cNvGrpSpPr/>
          <p:nvPr/>
        </p:nvGrpSpPr>
        <p:grpSpPr>
          <a:xfrm>
            <a:off x="234951" y="896114"/>
            <a:ext cx="11763197" cy="5306897"/>
            <a:chOff x="320040" y="1078992"/>
            <a:chExt cx="11219688" cy="5532120"/>
          </a:xfrm>
        </p:grpSpPr>
        <p:sp>
          <p:nvSpPr>
            <p:cNvPr id="1173" name="Shape 5">
              <a:extLst>
                <a:ext uri="{FF2B5EF4-FFF2-40B4-BE49-F238E27FC236}">
                  <a16:creationId xmlns:a16="http://schemas.microsoft.com/office/drawing/2014/main" id="{5ADF86B1-016A-0226-AF65-337D492564ED}"/>
                </a:ext>
              </a:extLst>
            </p:cNvPr>
            <p:cNvSpPr/>
            <p:nvPr/>
          </p:nvSpPr>
          <p:spPr>
            <a:xfrm>
              <a:off x="1508760" y="1078992"/>
              <a:ext cx="3264408" cy="566928"/>
            </a:xfrm>
            <a:prstGeom prst="roundRect">
              <a:avLst>
                <a:gd name="adj" fmla="val 11290"/>
              </a:avLst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174" name="Shape 6">
              <a:extLst>
                <a:ext uri="{FF2B5EF4-FFF2-40B4-BE49-F238E27FC236}">
                  <a16:creationId xmlns:a16="http://schemas.microsoft.com/office/drawing/2014/main" id="{A8F3FA1B-2910-938A-1FE1-4605AF1E7E2E}"/>
                </a:ext>
              </a:extLst>
            </p:cNvPr>
            <p:cNvSpPr/>
            <p:nvPr/>
          </p:nvSpPr>
          <p:spPr>
            <a:xfrm>
              <a:off x="1627632" y="1197864"/>
              <a:ext cx="329184" cy="329184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1175" name="Image 0" descr="/home/claude/voi_deck/icons/smartphone.png">
              <a:extLst>
                <a:ext uri="{FF2B5EF4-FFF2-40B4-BE49-F238E27FC236}">
                  <a16:creationId xmlns:a16="http://schemas.microsoft.com/office/drawing/2014/main" id="{2FAF4FF0-91A4-E6CA-62D2-04DFDB7C7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1640" y="1261872"/>
              <a:ext cx="201168" cy="201168"/>
            </a:xfrm>
            <a:prstGeom prst="rect">
              <a:avLst/>
            </a:prstGeom>
          </p:spPr>
        </p:pic>
        <p:sp>
          <p:nvSpPr>
            <p:cNvPr id="1176" name="Text 7">
              <a:extLst>
                <a:ext uri="{FF2B5EF4-FFF2-40B4-BE49-F238E27FC236}">
                  <a16:creationId xmlns:a16="http://schemas.microsoft.com/office/drawing/2014/main" id="{AE7FF553-FFF5-192E-9D88-10781B2DD3BA}"/>
                </a:ext>
              </a:extLst>
            </p:cNvPr>
            <p:cNvSpPr txBox="1"/>
            <p:nvPr/>
          </p:nvSpPr>
          <p:spPr>
            <a:xfrm>
              <a:off x="2039112" y="1152144"/>
              <a:ext cx="2624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Emprendedor Izipay</a:t>
              </a:r>
              <a:endParaRPr lang="en-US" sz="938"/>
            </a:p>
          </p:txBody>
        </p:sp>
        <p:sp>
          <p:nvSpPr>
            <p:cNvPr id="1177" name="Text 8">
              <a:extLst>
                <a:ext uri="{FF2B5EF4-FFF2-40B4-BE49-F238E27FC236}">
                  <a16:creationId xmlns:a16="http://schemas.microsoft.com/office/drawing/2014/main" id="{FD9C7C39-1B3F-26D9-D6E1-A3A3C215219C}"/>
                </a:ext>
              </a:extLst>
            </p:cNvPr>
            <p:cNvSpPr txBox="1"/>
            <p:nvPr/>
          </p:nvSpPr>
          <p:spPr>
            <a:xfrm>
              <a:off x="2039112" y="1426464"/>
              <a:ext cx="26243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75">
                  <a:solidFill>
                    <a:srgbClr val="ECF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1 · Sin deuda</a:t>
              </a:r>
              <a:endParaRPr lang="en-US" sz="675"/>
            </a:p>
          </p:txBody>
        </p:sp>
        <p:sp>
          <p:nvSpPr>
            <p:cNvPr id="1178" name="Shape 9">
              <a:extLst>
                <a:ext uri="{FF2B5EF4-FFF2-40B4-BE49-F238E27FC236}">
                  <a16:creationId xmlns:a16="http://schemas.microsoft.com/office/drawing/2014/main" id="{664FEDEC-26D0-4901-EE06-73FCD95B871D}"/>
                </a:ext>
              </a:extLst>
            </p:cNvPr>
            <p:cNvSpPr/>
            <p:nvPr/>
          </p:nvSpPr>
          <p:spPr>
            <a:xfrm>
              <a:off x="4892040" y="1078992"/>
              <a:ext cx="3264408" cy="566928"/>
            </a:xfrm>
            <a:prstGeom prst="roundRect">
              <a:avLst>
                <a:gd name="adj" fmla="val 11290"/>
              </a:avLst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179" name="Shape 10">
              <a:extLst>
                <a:ext uri="{FF2B5EF4-FFF2-40B4-BE49-F238E27FC236}">
                  <a16:creationId xmlns:a16="http://schemas.microsoft.com/office/drawing/2014/main" id="{79B182A6-0C08-7189-BC5C-CF9AE912359B}"/>
                </a:ext>
              </a:extLst>
            </p:cNvPr>
            <p:cNvSpPr/>
            <p:nvPr/>
          </p:nvSpPr>
          <p:spPr>
            <a:xfrm>
              <a:off x="5010912" y="1197864"/>
              <a:ext cx="329184" cy="329184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1180" name="Image 1" descr="/home/claude/voi_deck/icons/briefcase.png">
              <a:extLst>
                <a:ext uri="{FF2B5EF4-FFF2-40B4-BE49-F238E27FC236}">
                  <a16:creationId xmlns:a16="http://schemas.microsoft.com/office/drawing/2014/main" id="{22AF5CC9-2A8F-E1CC-B7B3-98A5EDF53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4920" y="1261872"/>
              <a:ext cx="201168" cy="201168"/>
            </a:xfrm>
            <a:prstGeom prst="rect">
              <a:avLst/>
            </a:prstGeom>
          </p:spPr>
        </p:pic>
        <p:sp>
          <p:nvSpPr>
            <p:cNvPr id="1181" name="Text 11">
              <a:extLst>
                <a:ext uri="{FF2B5EF4-FFF2-40B4-BE49-F238E27FC236}">
                  <a16:creationId xmlns:a16="http://schemas.microsoft.com/office/drawing/2014/main" id="{59F8931C-B106-A40E-1B28-629124BEC701}"/>
                </a:ext>
              </a:extLst>
            </p:cNvPr>
            <p:cNvSpPr txBox="1"/>
            <p:nvPr/>
          </p:nvSpPr>
          <p:spPr>
            <a:xfrm>
              <a:off x="5422392" y="1152144"/>
              <a:ext cx="2624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Nuevo en expansión</a:t>
              </a:r>
              <a:endParaRPr lang="en-US" sz="938"/>
            </a:p>
          </p:txBody>
        </p:sp>
        <p:sp>
          <p:nvSpPr>
            <p:cNvPr id="1182" name="Text 12">
              <a:extLst>
                <a:ext uri="{FF2B5EF4-FFF2-40B4-BE49-F238E27FC236}">
                  <a16:creationId xmlns:a16="http://schemas.microsoft.com/office/drawing/2014/main" id="{F6D09C9D-942E-1577-7753-75AF981D947A}"/>
                </a:ext>
              </a:extLst>
            </p:cNvPr>
            <p:cNvSpPr txBox="1"/>
            <p:nvPr/>
          </p:nvSpPr>
          <p:spPr>
            <a:xfrm>
              <a:off x="5422392" y="1426464"/>
              <a:ext cx="26243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75">
                  <a:solidFill>
                    <a:srgbClr val="ECF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2 · Sin deuda</a:t>
              </a:r>
              <a:endParaRPr lang="en-US" sz="675"/>
            </a:p>
          </p:txBody>
        </p:sp>
        <p:sp>
          <p:nvSpPr>
            <p:cNvPr id="1183" name="Shape 13">
              <a:extLst>
                <a:ext uri="{FF2B5EF4-FFF2-40B4-BE49-F238E27FC236}">
                  <a16:creationId xmlns:a16="http://schemas.microsoft.com/office/drawing/2014/main" id="{196FBE76-EF92-C370-C7BF-B07B466E0E05}"/>
                </a:ext>
              </a:extLst>
            </p:cNvPr>
            <p:cNvSpPr/>
            <p:nvPr/>
          </p:nvSpPr>
          <p:spPr>
            <a:xfrm>
              <a:off x="8275320" y="1078992"/>
              <a:ext cx="3264408" cy="566928"/>
            </a:xfrm>
            <a:prstGeom prst="roundRect">
              <a:avLst>
                <a:gd name="adj" fmla="val 11290"/>
              </a:avLst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184" name="Shape 14">
              <a:extLst>
                <a:ext uri="{FF2B5EF4-FFF2-40B4-BE49-F238E27FC236}">
                  <a16:creationId xmlns:a16="http://schemas.microsoft.com/office/drawing/2014/main" id="{44AC86FC-52DC-53A7-BF25-E043207042BB}"/>
                </a:ext>
              </a:extLst>
            </p:cNvPr>
            <p:cNvSpPr/>
            <p:nvPr/>
          </p:nvSpPr>
          <p:spPr>
            <a:xfrm>
              <a:off x="8394192" y="1197864"/>
              <a:ext cx="329184" cy="329184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1185" name="Image 2" descr="/home/claude/voi_deck/icons/refresh.png">
              <a:extLst>
                <a:ext uri="{FF2B5EF4-FFF2-40B4-BE49-F238E27FC236}">
                  <a16:creationId xmlns:a16="http://schemas.microsoft.com/office/drawing/2014/main" id="{DA7DD32A-4C1B-394E-0B27-5425F4E3A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8200" y="1261872"/>
              <a:ext cx="201168" cy="201168"/>
            </a:xfrm>
            <a:prstGeom prst="rect">
              <a:avLst/>
            </a:prstGeom>
          </p:spPr>
        </p:pic>
        <p:sp>
          <p:nvSpPr>
            <p:cNvPr id="1186" name="Text 15">
              <a:extLst>
                <a:ext uri="{FF2B5EF4-FFF2-40B4-BE49-F238E27FC236}">
                  <a16:creationId xmlns:a16="http://schemas.microsoft.com/office/drawing/2014/main" id="{2B58A159-7E16-6EE8-A196-E837689EB30E}"/>
                </a:ext>
              </a:extLst>
            </p:cNvPr>
            <p:cNvSpPr txBox="1"/>
            <p:nvPr/>
          </p:nvSpPr>
          <p:spPr>
            <a:xfrm>
              <a:off x="8805672" y="1152144"/>
              <a:ext cx="26243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Próximo recurrente</a:t>
              </a:r>
              <a:endParaRPr lang="en-US" sz="938"/>
            </a:p>
          </p:txBody>
        </p:sp>
        <p:sp>
          <p:nvSpPr>
            <p:cNvPr id="1187" name="Text 16">
              <a:extLst>
                <a:ext uri="{FF2B5EF4-FFF2-40B4-BE49-F238E27FC236}">
                  <a16:creationId xmlns:a16="http://schemas.microsoft.com/office/drawing/2014/main" id="{224B5C9D-EC9F-BD09-2D33-DF8E0F1926F8}"/>
                </a:ext>
              </a:extLst>
            </p:cNvPr>
            <p:cNvSpPr txBox="1"/>
            <p:nvPr/>
          </p:nvSpPr>
          <p:spPr>
            <a:xfrm>
              <a:off x="8805672" y="1426464"/>
              <a:ext cx="26243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75">
                  <a:solidFill>
                    <a:srgbClr val="ECF6F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3 · Sin deuda</a:t>
              </a:r>
              <a:endParaRPr lang="en-US" sz="675"/>
            </a:p>
          </p:txBody>
        </p:sp>
        <p:sp>
          <p:nvSpPr>
            <p:cNvPr id="1188" name="Shape 17">
              <a:extLst>
                <a:ext uri="{FF2B5EF4-FFF2-40B4-BE49-F238E27FC236}">
                  <a16:creationId xmlns:a16="http://schemas.microsoft.com/office/drawing/2014/main" id="{595E2088-1934-21D0-7B88-3CA6C490F6FE}"/>
                </a:ext>
              </a:extLst>
            </p:cNvPr>
            <p:cNvSpPr/>
            <p:nvPr/>
          </p:nvSpPr>
          <p:spPr>
            <a:xfrm>
              <a:off x="320040" y="1696212"/>
              <a:ext cx="11219688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189" name="Shape 18">
              <a:extLst>
                <a:ext uri="{FF2B5EF4-FFF2-40B4-BE49-F238E27FC236}">
                  <a16:creationId xmlns:a16="http://schemas.microsoft.com/office/drawing/2014/main" id="{0EDB3F50-CE8C-EAC4-CB47-8688ADA8F37A}"/>
                </a:ext>
              </a:extLst>
            </p:cNvPr>
            <p:cNvSpPr/>
            <p:nvPr/>
          </p:nvSpPr>
          <p:spPr>
            <a:xfrm>
              <a:off x="374904" y="1833372"/>
              <a:ext cx="292608" cy="292608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190" name="Image 3" descr="/home/claude/voi_deck/icons/list.png">
              <a:extLst>
                <a:ext uri="{FF2B5EF4-FFF2-40B4-BE49-F238E27FC236}">
                  <a16:creationId xmlns:a16="http://schemas.microsoft.com/office/drawing/2014/main" id="{D23AFD5E-D1D7-6A7E-5E4C-119D55D85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056" y="1906524"/>
              <a:ext cx="146304" cy="146304"/>
            </a:xfrm>
            <a:prstGeom prst="rect">
              <a:avLst/>
            </a:prstGeom>
          </p:spPr>
        </p:pic>
        <p:sp>
          <p:nvSpPr>
            <p:cNvPr id="1191" name="Text 19">
              <a:extLst>
                <a:ext uri="{FF2B5EF4-FFF2-40B4-BE49-F238E27FC236}">
                  <a16:creationId xmlns:a16="http://schemas.microsoft.com/office/drawing/2014/main" id="{1ADB8DB8-7550-451A-B466-AC9FE5474073}"/>
                </a:ext>
              </a:extLst>
            </p:cNvPr>
            <p:cNvSpPr txBox="1"/>
            <p:nvPr/>
          </p:nvSpPr>
          <p:spPr>
            <a:xfrm>
              <a:off x="704088" y="1696212"/>
              <a:ext cx="67665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 RESUMEN</a:t>
              </a:r>
              <a:endParaRPr lang="en-US" sz="563"/>
            </a:p>
          </p:txBody>
        </p:sp>
        <p:sp>
          <p:nvSpPr>
            <p:cNvPr id="1192" name="Shape 20">
              <a:extLst>
                <a:ext uri="{FF2B5EF4-FFF2-40B4-BE49-F238E27FC236}">
                  <a16:creationId xmlns:a16="http://schemas.microsoft.com/office/drawing/2014/main" id="{3BD42705-F2D4-7879-40FB-E432A0E0C22F}"/>
                </a:ext>
              </a:extLst>
            </p:cNvPr>
            <p:cNvSpPr/>
            <p:nvPr/>
          </p:nvSpPr>
          <p:spPr>
            <a:xfrm>
              <a:off x="1527048" y="1741932"/>
              <a:ext cx="3172968" cy="475488"/>
            </a:xfrm>
            <a:prstGeom prst="roundRect">
              <a:avLst>
                <a:gd name="adj" fmla="val 11538"/>
              </a:avLst>
            </a:prstGeom>
            <a:solidFill>
              <a:srgbClr val="ECF6F5"/>
            </a:solidFill>
            <a:ln w="9525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1193" name="Text 21">
              <a:extLst>
                <a:ext uri="{FF2B5EF4-FFF2-40B4-BE49-F238E27FC236}">
                  <a16:creationId xmlns:a16="http://schemas.microsoft.com/office/drawing/2014/main" id="{08546C96-044D-A4F3-7623-6D8B4F9E0CB2}"/>
                </a:ext>
              </a:extLst>
            </p:cNvPr>
            <p:cNvSpPr txBox="1"/>
            <p:nvPr/>
          </p:nvSpPr>
          <p:spPr>
            <a:xfrm>
              <a:off x="1636776" y="1769364"/>
              <a:ext cx="267004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863"/>
                </a:lnSpc>
              </a:pPr>
              <a:r>
                <a:rPr lang="en-US" sz="713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Emprendedores digitales que entran por Izipay (POS). Alto uso de la puerta digital del crédito.</a:t>
              </a:r>
              <a:endParaRPr lang="en-US" sz="713"/>
            </a:p>
          </p:txBody>
        </p:sp>
        <p:sp>
          <p:nvSpPr>
            <p:cNvPr id="1194" name="Shape 22">
              <a:extLst>
                <a:ext uri="{FF2B5EF4-FFF2-40B4-BE49-F238E27FC236}">
                  <a16:creationId xmlns:a16="http://schemas.microsoft.com/office/drawing/2014/main" id="{8E639D6A-0E56-60E0-C1DE-8F8A7305B74E}"/>
                </a:ext>
              </a:extLst>
            </p:cNvPr>
            <p:cNvSpPr/>
            <p:nvPr/>
          </p:nvSpPr>
          <p:spPr>
            <a:xfrm>
              <a:off x="4315968" y="1842516"/>
              <a:ext cx="274320" cy="2743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1195" name="Image 4" descr="/home/claude/voi_deck/icons/check_teal.png">
              <a:extLst>
                <a:ext uri="{FF2B5EF4-FFF2-40B4-BE49-F238E27FC236}">
                  <a16:creationId xmlns:a16="http://schemas.microsoft.com/office/drawing/2014/main" id="{5A319B7F-4C7D-BF37-9D0A-109A5B30A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89120" y="1915668"/>
              <a:ext cx="128016" cy="128016"/>
            </a:xfrm>
            <a:prstGeom prst="rect">
              <a:avLst/>
            </a:prstGeom>
          </p:spPr>
        </p:pic>
        <p:sp>
          <p:nvSpPr>
            <p:cNvPr id="1196" name="Shape 23">
              <a:extLst>
                <a:ext uri="{FF2B5EF4-FFF2-40B4-BE49-F238E27FC236}">
                  <a16:creationId xmlns:a16="http://schemas.microsoft.com/office/drawing/2014/main" id="{ECD9BBA8-862E-D222-32F2-1CB0100486A9}"/>
                </a:ext>
              </a:extLst>
            </p:cNvPr>
            <p:cNvSpPr/>
            <p:nvPr/>
          </p:nvSpPr>
          <p:spPr>
            <a:xfrm>
              <a:off x="4910328" y="1741932"/>
              <a:ext cx="3172968" cy="475488"/>
            </a:xfrm>
            <a:prstGeom prst="roundRect">
              <a:avLst>
                <a:gd name="adj" fmla="val 11538"/>
              </a:avLst>
            </a:prstGeom>
            <a:solidFill>
              <a:srgbClr val="FCF3E3"/>
            </a:solidFill>
            <a:ln w="9525">
              <a:solidFill>
                <a:srgbClr val="F0D9A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1197" name="Text 24">
              <a:extLst>
                <a:ext uri="{FF2B5EF4-FFF2-40B4-BE49-F238E27FC236}">
                  <a16:creationId xmlns:a16="http://schemas.microsoft.com/office/drawing/2014/main" id="{CB05FB57-A9ED-99BE-39B4-2822558E62EC}"/>
                </a:ext>
              </a:extLst>
            </p:cNvPr>
            <p:cNvSpPr txBox="1"/>
            <p:nvPr/>
          </p:nvSpPr>
          <p:spPr>
            <a:xfrm>
              <a:off x="5020056" y="1769364"/>
              <a:ext cx="267004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863"/>
                </a:lnSpc>
              </a:pPr>
              <a:r>
                <a:rPr lang="en-US" sz="713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Negocios en marcha que estrenan financiamiento. Venden en caja y sin historial de crédito.</a:t>
              </a:r>
              <a:endParaRPr lang="en-US" sz="713"/>
            </a:p>
          </p:txBody>
        </p:sp>
        <p:sp>
          <p:nvSpPr>
            <p:cNvPr id="1198" name="Shape 25">
              <a:extLst>
                <a:ext uri="{FF2B5EF4-FFF2-40B4-BE49-F238E27FC236}">
                  <a16:creationId xmlns:a16="http://schemas.microsoft.com/office/drawing/2014/main" id="{A94D8DB2-1250-D15C-25AC-B9DD408EC4DC}"/>
                </a:ext>
              </a:extLst>
            </p:cNvPr>
            <p:cNvSpPr/>
            <p:nvPr/>
          </p:nvSpPr>
          <p:spPr>
            <a:xfrm>
              <a:off x="7699248" y="1842516"/>
              <a:ext cx="274320" cy="2743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1199" name="Image 5" descr="/home/claude/voi_deck/icons/star_blue.png">
              <a:extLst>
                <a:ext uri="{FF2B5EF4-FFF2-40B4-BE49-F238E27FC236}">
                  <a16:creationId xmlns:a16="http://schemas.microsoft.com/office/drawing/2014/main" id="{CDB510F6-4825-A4C0-524D-442AB4DCA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72400" y="1915668"/>
              <a:ext cx="128016" cy="128016"/>
            </a:xfrm>
            <a:prstGeom prst="rect">
              <a:avLst/>
            </a:prstGeom>
          </p:spPr>
        </p:pic>
        <p:sp>
          <p:nvSpPr>
            <p:cNvPr id="1200" name="Shape 26">
              <a:extLst>
                <a:ext uri="{FF2B5EF4-FFF2-40B4-BE49-F238E27FC236}">
                  <a16:creationId xmlns:a16="http://schemas.microsoft.com/office/drawing/2014/main" id="{F59D5F2A-E832-F6C3-73CB-4E94B8D50F35}"/>
                </a:ext>
              </a:extLst>
            </p:cNvPr>
            <p:cNvSpPr/>
            <p:nvPr/>
          </p:nvSpPr>
          <p:spPr>
            <a:xfrm>
              <a:off x="8293608" y="1741932"/>
              <a:ext cx="3172968" cy="475488"/>
            </a:xfrm>
            <a:prstGeom prst="roundRect">
              <a:avLst>
                <a:gd name="adj" fmla="val 11538"/>
              </a:avLst>
            </a:prstGeom>
            <a:solidFill>
              <a:srgbClr val="ECF0F4"/>
            </a:solidFill>
            <a:ln w="9525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1201" name="Text 27">
              <a:extLst>
                <a:ext uri="{FF2B5EF4-FFF2-40B4-BE49-F238E27FC236}">
                  <a16:creationId xmlns:a16="http://schemas.microsoft.com/office/drawing/2014/main" id="{FF0A75E6-DC0B-59EB-461F-EEE281FC7D8B}"/>
                </a:ext>
              </a:extLst>
            </p:cNvPr>
            <p:cNvSpPr txBox="1"/>
            <p:nvPr/>
          </p:nvSpPr>
          <p:spPr>
            <a:xfrm>
              <a:off x="8403336" y="1769364"/>
              <a:ext cx="267004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863"/>
                </a:lnSpc>
              </a:pPr>
              <a:r>
                <a:rPr lang="en-US" sz="713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Clientes con más pasivos y mayor ticket. Objetivo: convertirlos en clientes de portafolio.</a:t>
              </a:r>
              <a:endParaRPr lang="en-US" sz="713"/>
            </a:p>
          </p:txBody>
        </p:sp>
        <p:sp>
          <p:nvSpPr>
            <p:cNvPr id="1202" name="Shape 28">
              <a:extLst>
                <a:ext uri="{FF2B5EF4-FFF2-40B4-BE49-F238E27FC236}">
                  <a16:creationId xmlns:a16="http://schemas.microsoft.com/office/drawing/2014/main" id="{35779A07-5591-280D-7D11-DF5FAEB55F07}"/>
                </a:ext>
              </a:extLst>
            </p:cNvPr>
            <p:cNvSpPr/>
            <p:nvPr/>
          </p:nvSpPr>
          <p:spPr>
            <a:xfrm>
              <a:off x="11082528" y="1842516"/>
              <a:ext cx="274320" cy="2743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sz="1350"/>
            </a:p>
          </p:txBody>
        </p:sp>
        <p:pic>
          <p:nvPicPr>
            <p:cNvPr id="1203" name="Image 6" descr="/home/claude/voi_deck/icons/minus_amber.png">
              <a:extLst>
                <a:ext uri="{FF2B5EF4-FFF2-40B4-BE49-F238E27FC236}">
                  <a16:creationId xmlns:a16="http://schemas.microsoft.com/office/drawing/2014/main" id="{4BFDD3CC-0640-7947-7BEC-49A27D642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155680" y="1915668"/>
              <a:ext cx="128016" cy="128016"/>
            </a:xfrm>
            <a:prstGeom prst="rect">
              <a:avLst/>
            </a:prstGeom>
          </p:spPr>
        </p:pic>
        <p:sp>
          <p:nvSpPr>
            <p:cNvPr id="1204" name="Shape 29">
              <a:extLst>
                <a:ext uri="{FF2B5EF4-FFF2-40B4-BE49-F238E27FC236}">
                  <a16:creationId xmlns:a16="http://schemas.microsoft.com/office/drawing/2014/main" id="{88787840-099C-9518-60DC-4DB21DD0C066}"/>
                </a:ext>
              </a:extLst>
            </p:cNvPr>
            <p:cNvSpPr/>
            <p:nvPr/>
          </p:nvSpPr>
          <p:spPr>
            <a:xfrm>
              <a:off x="320040" y="2313432"/>
              <a:ext cx="11219688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205" name="Shape 30">
              <a:extLst>
                <a:ext uri="{FF2B5EF4-FFF2-40B4-BE49-F238E27FC236}">
                  <a16:creationId xmlns:a16="http://schemas.microsoft.com/office/drawing/2014/main" id="{785C5632-7C71-FC94-B408-F589A082CD02}"/>
                </a:ext>
              </a:extLst>
            </p:cNvPr>
            <p:cNvSpPr/>
            <p:nvPr/>
          </p:nvSpPr>
          <p:spPr>
            <a:xfrm>
              <a:off x="374904" y="2395728"/>
              <a:ext cx="292608" cy="292608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206" name="Image 7" descr="/home/claude/voi_deck/icons/dollar.png">
              <a:extLst>
                <a:ext uri="{FF2B5EF4-FFF2-40B4-BE49-F238E27FC236}">
                  <a16:creationId xmlns:a16="http://schemas.microsoft.com/office/drawing/2014/main" id="{91FBC4DF-7078-DEE6-CA64-1E08C3478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8056" y="2468880"/>
              <a:ext cx="146304" cy="146304"/>
            </a:xfrm>
            <a:prstGeom prst="rect">
              <a:avLst/>
            </a:prstGeom>
          </p:spPr>
        </p:pic>
        <p:sp>
          <p:nvSpPr>
            <p:cNvPr id="1207" name="Text 31">
              <a:extLst>
                <a:ext uri="{FF2B5EF4-FFF2-40B4-BE49-F238E27FC236}">
                  <a16:creationId xmlns:a16="http://schemas.microsoft.com/office/drawing/2014/main" id="{DC5C8727-3CDC-3313-6456-F23B2F60116E}"/>
                </a:ext>
              </a:extLst>
            </p:cNvPr>
            <p:cNvSpPr txBox="1"/>
            <p:nvPr/>
          </p:nvSpPr>
          <p:spPr>
            <a:xfrm>
              <a:off x="704088" y="2313432"/>
              <a:ext cx="6766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RENTABILIDAD Y RELACIÓN</a:t>
              </a:r>
              <a:endParaRPr lang="en-US" sz="563"/>
            </a:p>
          </p:txBody>
        </p:sp>
        <p:sp>
          <p:nvSpPr>
            <p:cNvPr id="1208" name="Text 32">
              <a:extLst>
                <a:ext uri="{FF2B5EF4-FFF2-40B4-BE49-F238E27FC236}">
                  <a16:creationId xmlns:a16="http://schemas.microsoft.com/office/drawing/2014/main" id="{41F2F941-9CA8-6DB6-61C6-B1905653E84D}"/>
                </a:ext>
              </a:extLst>
            </p:cNvPr>
            <p:cNvSpPr txBox="1"/>
            <p:nvPr/>
          </p:nvSpPr>
          <p:spPr>
            <a:xfrm>
              <a:off x="1563624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prom.</a:t>
              </a:r>
              <a:endParaRPr lang="en-US" sz="563"/>
            </a:p>
          </p:txBody>
        </p:sp>
        <p:sp>
          <p:nvSpPr>
            <p:cNvPr id="1209" name="Text 33">
              <a:extLst>
                <a:ext uri="{FF2B5EF4-FFF2-40B4-BE49-F238E27FC236}">
                  <a16:creationId xmlns:a16="http://schemas.microsoft.com/office/drawing/2014/main" id="{2B53DBDF-4511-21B0-7543-D7F2A400F5A8}"/>
                </a:ext>
              </a:extLst>
            </p:cNvPr>
            <p:cNvSpPr txBox="1"/>
            <p:nvPr/>
          </p:nvSpPr>
          <p:spPr>
            <a:xfrm>
              <a:off x="1563624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21.5%</a:t>
              </a:r>
              <a:endParaRPr lang="en-US" sz="863"/>
            </a:p>
          </p:txBody>
        </p:sp>
        <p:sp>
          <p:nvSpPr>
            <p:cNvPr id="1210" name="Text 34">
              <a:extLst>
                <a:ext uri="{FF2B5EF4-FFF2-40B4-BE49-F238E27FC236}">
                  <a16:creationId xmlns:a16="http://schemas.microsoft.com/office/drawing/2014/main" id="{BEFCD46A-A92A-C1AF-83B1-21D5DBED4328}"/>
                </a:ext>
              </a:extLst>
            </p:cNvPr>
            <p:cNvSpPr txBox="1"/>
            <p:nvPr/>
          </p:nvSpPr>
          <p:spPr>
            <a:xfrm>
              <a:off x="2606040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oferta</a:t>
              </a:r>
              <a:endParaRPr lang="en-US" sz="563"/>
            </a:p>
          </p:txBody>
        </p:sp>
        <p:sp>
          <p:nvSpPr>
            <p:cNvPr id="1211" name="Text 35">
              <a:extLst>
                <a:ext uri="{FF2B5EF4-FFF2-40B4-BE49-F238E27FC236}">
                  <a16:creationId xmlns:a16="http://schemas.microsoft.com/office/drawing/2014/main" id="{20BC8D18-8591-D71F-3826-FF226FAA358C}"/>
                </a:ext>
              </a:extLst>
            </p:cNvPr>
            <p:cNvSpPr txBox="1"/>
            <p:nvPr/>
          </p:nvSpPr>
          <p:spPr>
            <a:xfrm>
              <a:off x="2606040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23.9%</a:t>
              </a:r>
              <a:endParaRPr lang="en-US" sz="863"/>
            </a:p>
          </p:txBody>
        </p:sp>
        <p:sp>
          <p:nvSpPr>
            <p:cNvPr id="1212" name="Text 36">
              <a:extLst>
                <a:ext uri="{FF2B5EF4-FFF2-40B4-BE49-F238E27FC236}">
                  <a16:creationId xmlns:a16="http://schemas.microsoft.com/office/drawing/2014/main" id="{4B22DC6F-9277-3375-C306-A86168CA7A1B}"/>
                </a:ext>
              </a:extLst>
            </p:cNvPr>
            <p:cNvSpPr txBox="1"/>
            <p:nvPr/>
          </p:nvSpPr>
          <p:spPr>
            <a:xfrm>
              <a:off x="3648456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UAI (mediana)</a:t>
              </a:r>
              <a:endParaRPr lang="en-US" sz="563"/>
            </a:p>
          </p:txBody>
        </p:sp>
        <p:sp>
          <p:nvSpPr>
            <p:cNvPr id="1213" name="Text 37">
              <a:extLst>
                <a:ext uri="{FF2B5EF4-FFF2-40B4-BE49-F238E27FC236}">
                  <a16:creationId xmlns:a16="http://schemas.microsoft.com/office/drawing/2014/main" id="{AD96944B-789A-3742-040D-E76E856FE899}"/>
                </a:ext>
              </a:extLst>
            </p:cNvPr>
            <p:cNvSpPr txBox="1"/>
            <p:nvPr/>
          </p:nvSpPr>
          <p:spPr>
            <a:xfrm>
              <a:off x="3648456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24</a:t>
              </a:r>
              <a:endParaRPr lang="en-US" sz="863"/>
            </a:p>
          </p:txBody>
        </p:sp>
        <p:sp>
          <p:nvSpPr>
            <p:cNvPr id="1214" name="Text 38">
              <a:extLst>
                <a:ext uri="{FF2B5EF4-FFF2-40B4-BE49-F238E27FC236}">
                  <a16:creationId xmlns:a16="http://schemas.microsoft.com/office/drawing/2014/main" id="{C4C9EAFE-0077-1363-96CF-09201CC39656}"/>
                </a:ext>
              </a:extLst>
            </p:cNvPr>
            <p:cNvSpPr txBox="1"/>
            <p:nvPr/>
          </p:nvSpPr>
          <p:spPr>
            <a:xfrm>
              <a:off x="4946904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prom.</a:t>
              </a:r>
              <a:endParaRPr lang="en-US" sz="563"/>
            </a:p>
          </p:txBody>
        </p:sp>
        <p:sp>
          <p:nvSpPr>
            <p:cNvPr id="1215" name="Text 39">
              <a:extLst>
                <a:ext uri="{FF2B5EF4-FFF2-40B4-BE49-F238E27FC236}">
                  <a16:creationId xmlns:a16="http://schemas.microsoft.com/office/drawing/2014/main" id="{59A46B22-7CFF-BD29-283F-F15B14873EF2}"/>
                </a:ext>
              </a:extLst>
            </p:cNvPr>
            <p:cNvSpPr txBox="1"/>
            <p:nvPr/>
          </p:nvSpPr>
          <p:spPr>
            <a:xfrm>
              <a:off x="4946904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20.8%</a:t>
              </a:r>
              <a:endParaRPr lang="en-US" sz="863"/>
            </a:p>
          </p:txBody>
        </p:sp>
        <p:sp>
          <p:nvSpPr>
            <p:cNvPr id="1216" name="Text 40">
              <a:extLst>
                <a:ext uri="{FF2B5EF4-FFF2-40B4-BE49-F238E27FC236}">
                  <a16:creationId xmlns:a16="http://schemas.microsoft.com/office/drawing/2014/main" id="{7CF5B533-572D-FDCC-E52F-9ABDA3852C1B}"/>
                </a:ext>
              </a:extLst>
            </p:cNvPr>
            <p:cNvSpPr txBox="1"/>
            <p:nvPr/>
          </p:nvSpPr>
          <p:spPr>
            <a:xfrm>
              <a:off x="5989320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oferta</a:t>
              </a:r>
              <a:endParaRPr lang="en-US" sz="563"/>
            </a:p>
          </p:txBody>
        </p:sp>
        <p:sp>
          <p:nvSpPr>
            <p:cNvPr id="1217" name="Text 41">
              <a:extLst>
                <a:ext uri="{FF2B5EF4-FFF2-40B4-BE49-F238E27FC236}">
                  <a16:creationId xmlns:a16="http://schemas.microsoft.com/office/drawing/2014/main" id="{A8084C31-0C15-D878-325F-4DF5AB910308}"/>
                </a:ext>
              </a:extLst>
            </p:cNvPr>
            <p:cNvSpPr txBox="1"/>
            <p:nvPr/>
          </p:nvSpPr>
          <p:spPr>
            <a:xfrm>
              <a:off x="5989320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24.0%</a:t>
              </a:r>
              <a:endParaRPr lang="en-US" sz="863"/>
            </a:p>
          </p:txBody>
        </p:sp>
        <p:sp>
          <p:nvSpPr>
            <p:cNvPr id="1218" name="Text 42">
              <a:extLst>
                <a:ext uri="{FF2B5EF4-FFF2-40B4-BE49-F238E27FC236}">
                  <a16:creationId xmlns:a16="http://schemas.microsoft.com/office/drawing/2014/main" id="{15FD55E8-E49D-00C4-7F9C-973134568760}"/>
                </a:ext>
              </a:extLst>
            </p:cNvPr>
            <p:cNvSpPr txBox="1"/>
            <p:nvPr/>
          </p:nvSpPr>
          <p:spPr>
            <a:xfrm>
              <a:off x="7031736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UAI (mediana)</a:t>
              </a:r>
              <a:endParaRPr lang="en-US" sz="563"/>
            </a:p>
          </p:txBody>
        </p:sp>
        <p:sp>
          <p:nvSpPr>
            <p:cNvPr id="1219" name="Text 43">
              <a:extLst>
                <a:ext uri="{FF2B5EF4-FFF2-40B4-BE49-F238E27FC236}">
                  <a16:creationId xmlns:a16="http://schemas.microsoft.com/office/drawing/2014/main" id="{2CDF2412-3B77-3B47-15DA-535F5F8CAB26}"/>
                </a:ext>
              </a:extLst>
            </p:cNvPr>
            <p:cNvSpPr txBox="1"/>
            <p:nvPr/>
          </p:nvSpPr>
          <p:spPr>
            <a:xfrm>
              <a:off x="7031736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28</a:t>
              </a:r>
              <a:endParaRPr lang="en-US" sz="863"/>
            </a:p>
          </p:txBody>
        </p:sp>
        <p:sp>
          <p:nvSpPr>
            <p:cNvPr id="1220" name="Text 44">
              <a:extLst>
                <a:ext uri="{FF2B5EF4-FFF2-40B4-BE49-F238E27FC236}">
                  <a16:creationId xmlns:a16="http://schemas.microsoft.com/office/drawing/2014/main" id="{FA85D8CC-1BE9-1657-4C07-1D3F031327A6}"/>
                </a:ext>
              </a:extLst>
            </p:cNvPr>
            <p:cNvSpPr txBox="1"/>
            <p:nvPr/>
          </p:nvSpPr>
          <p:spPr>
            <a:xfrm>
              <a:off x="8330184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prom.</a:t>
              </a:r>
              <a:endParaRPr lang="en-US" sz="563"/>
            </a:p>
          </p:txBody>
        </p:sp>
        <p:sp>
          <p:nvSpPr>
            <p:cNvPr id="1221" name="Text 45">
              <a:extLst>
                <a:ext uri="{FF2B5EF4-FFF2-40B4-BE49-F238E27FC236}">
                  <a16:creationId xmlns:a16="http://schemas.microsoft.com/office/drawing/2014/main" id="{E4B8FBA5-ED1A-FC3C-0668-1CA65E6E1A3F}"/>
                </a:ext>
              </a:extLst>
            </p:cNvPr>
            <p:cNvSpPr txBox="1"/>
            <p:nvPr/>
          </p:nvSpPr>
          <p:spPr>
            <a:xfrm>
              <a:off x="8330184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19.7%</a:t>
              </a:r>
              <a:endParaRPr lang="en-US" sz="863"/>
            </a:p>
          </p:txBody>
        </p:sp>
        <p:sp>
          <p:nvSpPr>
            <p:cNvPr id="1222" name="Text 46">
              <a:extLst>
                <a:ext uri="{FF2B5EF4-FFF2-40B4-BE49-F238E27FC236}">
                  <a16:creationId xmlns:a16="http://schemas.microsoft.com/office/drawing/2014/main" id="{9B63089C-86E0-F084-3C46-3AF2D5EFB729}"/>
                </a:ext>
              </a:extLst>
            </p:cNvPr>
            <p:cNvSpPr txBox="1"/>
            <p:nvPr/>
          </p:nvSpPr>
          <p:spPr>
            <a:xfrm>
              <a:off x="9372600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 oferta</a:t>
              </a:r>
              <a:endParaRPr lang="en-US" sz="563"/>
            </a:p>
          </p:txBody>
        </p:sp>
        <p:sp>
          <p:nvSpPr>
            <p:cNvPr id="1223" name="Text 47">
              <a:extLst>
                <a:ext uri="{FF2B5EF4-FFF2-40B4-BE49-F238E27FC236}">
                  <a16:creationId xmlns:a16="http://schemas.microsoft.com/office/drawing/2014/main" id="{5D33A6C6-8791-1C0E-019E-59FCC0D34BA0}"/>
                </a:ext>
              </a:extLst>
            </p:cNvPr>
            <p:cNvSpPr txBox="1"/>
            <p:nvPr/>
          </p:nvSpPr>
          <p:spPr>
            <a:xfrm>
              <a:off x="9372600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23.8%</a:t>
              </a:r>
              <a:endParaRPr lang="en-US" sz="863"/>
            </a:p>
          </p:txBody>
        </p:sp>
        <p:sp>
          <p:nvSpPr>
            <p:cNvPr id="1224" name="Text 48">
              <a:extLst>
                <a:ext uri="{FF2B5EF4-FFF2-40B4-BE49-F238E27FC236}">
                  <a16:creationId xmlns:a16="http://schemas.microsoft.com/office/drawing/2014/main" id="{6901AB39-978B-933E-4296-BFB89BDC0607}"/>
                </a:ext>
              </a:extLst>
            </p:cNvPr>
            <p:cNvSpPr txBox="1"/>
            <p:nvPr/>
          </p:nvSpPr>
          <p:spPr>
            <a:xfrm>
              <a:off x="10415016" y="2386584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UAI (mediana)</a:t>
              </a:r>
              <a:endParaRPr lang="en-US" sz="563"/>
            </a:p>
          </p:txBody>
        </p:sp>
        <p:sp>
          <p:nvSpPr>
            <p:cNvPr id="1225" name="Text 49">
              <a:extLst>
                <a:ext uri="{FF2B5EF4-FFF2-40B4-BE49-F238E27FC236}">
                  <a16:creationId xmlns:a16="http://schemas.microsoft.com/office/drawing/2014/main" id="{E464E819-759C-F581-95B9-9F9A2C67AEF1}"/>
                </a:ext>
              </a:extLst>
            </p:cNvPr>
            <p:cNvSpPr txBox="1"/>
            <p:nvPr/>
          </p:nvSpPr>
          <p:spPr>
            <a:xfrm>
              <a:off x="10415016" y="2551176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134</a:t>
              </a:r>
              <a:endParaRPr lang="en-US" sz="863"/>
            </a:p>
          </p:txBody>
        </p:sp>
        <p:sp>
          <p:nvSpPr>
            <p:cNvPr id="1226" name="Shape 50">
              <a:extLst>
                <a:ext uri="{FF2B5EF4-FFF2-40B4-BE49-F238E27FC236}">
                  <a16:creationId xmlns:a16="http://schemas.microsoft.com/office/drawing/2014/main" id="{E3CC678F-46CA-C338-48CF-99E3F6CD55F6}"/>
                </a:ext>
              </a:extLst>
            </p:cNvPr>
            <p:cNvSpPr/>
            <p:nvPr/>
          </p:nvSpPr>
          <p:spPr>
            <a:xfrm>
              <a:off x="320040" y="2820924"/>
              <a:ext cx="11219688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227" name="Shape 51">
              <a:extLst>
                <a:ext uri="{FF2B5EF4-FFF2-40B4-BE49-F238E27FC236}">
                  <a16:creationId xmlns:a16="http://schemas.microsoft.com/office/drawing/2014/main" id="{0966A5EB-A283-FE8C-5D3C-70D035492E09}"/>
                </a:ext>
              </a:extLst>
            </p:cNvPr>
            <p:cNvSpPr/>
            <p:nvPr/>
          </p:nvSpPr>
          <p:spPr>
            <a:xfrm>
              <a:off x="374904" y="2903220"/>
              <a:ext cx="292608" cy="292608"/>
            </a:xfrm>
            <a:prstGeom prst="ellipse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228" name="Image 8" descr="/home/claude/voi_deck/icons/bar_chart.png">
              <a:extLst>
                <a:ext uri="{FF2B5EF4-FFF2-40B4-BE49-F238E27FC236}">
                  <a16:creationId xmlns:a16="http://schemas.microsoft.com/office/drawing/2014/main" id="{AAB749C4-93D6-F0AC-2BDC-337E426A7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8056" y="2976372"/>
              <a:ext cx="146304" cy="146304"/>
            </a:xfrm>
            <a:prstGeom prst="rect">
              <a:avLst/>
            </a:prstGeom>
          </p:spPr>
        </p:pic>
        <p:sp>
          <p:nvSpPr>
            <p:cNvPr id="1229" name="Text 52">
              <a:extLst>
                <a:ext uri="{FF2B5EF4-FFF2-40B4-BE49-F238E27FC236}">
                  <a16:creationId xmlns:a16="http://schemas.microsoft.com/office/drawing/2014/main" id="{74676EDB-5FC9-F731-BF36-857C14AED4F9}"/>
                </a:ext>
              </a:extLst>
            </p:cNvPr>
            <p:cNvSpPr txBox="1"/>
            <p:nvPr/>
          </p:nvSpPr>
          <p:spPr>
            <a:xfrm>
              <a:off x="704088" y="2820924"/>
              <a:ext cx="6766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TAMAÑO Y VALOR</a:t>
              </a:r>
              <a:endParaRPr lang="en-US" sz="563"/>
            </a:p>
          </p:txBody>
        </p:sp>
        <p:sp>
          <p:nvSpPr>
            <p:cNvPr id="1230" name="Text 53">
              <a:extLst>
                <a:ext uri="{FF2B5EF4-FFF2-40B4-BE49-F238E27FC236}">
                  <a16:creationId xmlns:a16="http://schemas.microsoft.com/office/drawing/2014/main" id="{D8AB3638-B492-AAC0-C41C-A3D390170BFD}"/>
                </a:ext>
              </a:extLst>
            </p:cNvPr>
            <p:cNvSpPr txBox="1"/>
            <p:nvPr/>
          </p:nvSpPr>
          <p:spPr>
            <a:xfrm>
              <a:off x="1563624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Monto desemb.</a:t>
              </a:r>
              <a:endParaRPr lang="en-US" sz="563"/>
            </a:p>
          </p:txBody>
        </p:sp>
        <p:sp>
          <p:nvSpPr>
            <p:cNvPr id="1231" name="Text 54">
              <a:extLst>
                <a:ext uri="{FF2B5EF4-FFF2-40B4-BE49-F238E27FC236}">
                  <a16:creationId xmlns:a16="http://schemas.microsoft.com/office/drawing/2014/main" id="{589A8006-F77D-DF8D-3511-4464798F9FDF}"/>
                </a:ext>
              </a:extLst>
            </p:cNvPr>
            <p:cNvSpPr txBox="1"/>
            <p:nvPr/>
          </p:nvSpPr>
          <p:spPr>
            <a:xfrm>
              <a:off x="1563624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30k</a:t>
              </a:r>
              <a:endParaRPr lang="en-US" sz="863"/>
            </a:p>
          </p:txBody>
        </p:sp>
        <p:sp>
          <p:nvSpPr>
            <p:cNvPr id="1232" name="Text 55">
              <a:extLst>
                <a:ext uri="{FF2B5EF4-FFF2-40B4-BE49-F238E27FC236}">
                  <a16:creationId xmlns:a16="http://schemas.microsoft.com/office/drawing/2014/main" id="{92821402-BCEC-B1FE-3903-187E4B603B0E}"/>
                </a:ext>
              </a:extLst>
            </p:cNvPr>
            <p:cNvSpPr txBox="1"/>
            <p:nvPr/>
          </p:nvSpPr>
          <p:spPr>
            <a:xfrm>
              <a:off x="2606040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Ventas</a:t>
              </a:r>
              <a:endParaRPr lang="en-US" sz="563"/>
            </a:p>
          </p:txBody>
        </p:sp>
        <p:sp>
          <p:nvSpPr>
            <p:cNvPr id="1233" name="Text 56">
              <a:extLst>
                <a:ext uri="{FF2B5EF4-FFF2-40B4-BE49-F238E27FC236}">
                  <a16:creationId xmlns:a16="http://schemas.microsoft.com/office/drawing/2014/main" id="{D31DFA92-DCA9-84CE-4E4E-56164B37D044}"/>
                </a:ext>
              </a:extLst>
            </p:cNvPr>
            <p:cNvSpPr txBox="1"/>
            <p:nvPr/>
          </p:nvSpPr>
          <p:spPr>
            <a:xfrm>
              <a:off x="2606040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126k</a:t>
              </a:r>
              <a:endParaRPr lang="en-US" sz="863"/>
            </a:p>
          </p:txBody>
        </p:sp>
        <p:sp>
          <p:nvSpPr>
            <p:cNvPr id="1234" name="Text 57">
              <a:extLst>
                <a:ext uri="{FF2B5EF4-FFF2-40B4-BE49-F238E27FC236}">
                  <a16:creationId xmlns:a16="http://schemas.microsoft.com/office/drawing/2014/main" id="{AA913A4B-2C62-EFFA-FD3A-0FDFA5909AE0}"/>
                </a:ext>
              </a:extLst>
            </p:cNvPr>
            <p:cNvSpPr txBox="1"/>
            <p:nvPr/>
          </p:nvSpPr>
          <p:spPr>
            <a:xfrm>
              <a:off x="3648456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Pasivos prom.</a:t>
              </a:r>
              <a:endParaRPr lang="en-US" sz="563"/>
            </a:p>
          </p:txBody>
        </p:sp>
        <p:sp>
          <p:nvSpPr>
            <p:cNvPr id="1235" name="Text 58">
              <a:extLst>
                <a:ext uri="{FF2B5EF4-FFF2-40B4-BE49-F238E27FC236}">
                  <a16:creationId xmlns:a16="http://schemas.microsoft.com/office/drawing/2014/main" id="{E33764CC-7557-4E91-714D-C047A31CE1C3}"/>
                </a:ext>
              </a:extLst>
            </p:cNvPr>
            <p:cNvSpPr txBox="1"/>
            <p:nvPr/>
          </p:nvSpPr>
          <p:spPr>
            <a:xfrm>
              <a:off x="3648456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2k</a:t>
              </a:r>
              <a:endParaRPr lang="en-US" sz="863"/>
            </a:p>
          </p:txBody>
        </p:sp>
        <p:sp>
          <p:nvSpPr>
            <p:cNvPr id="1236" name="Text 59">
              <a:extLst>
                <a:ext uri="{FF2B5EF4-FFF2-40B4-BE49-F238E27FC236}">
                  <a16:creationId xmlns:a16="http://schemas.microsoft.com/office/drawing/2014/main" id="{BB878F18-2524-86F4-BD28-DEA1AAB3AC07}"/>
                </a:ext>
              </a:extLst>
            </p:cNvPr>
            <p:cNvSpPr txBox="1"/>
            <p:nvPr/>
          </p:nvSpPr>
          <p:spPr>
            <a:xfrm>
              <a:off x="4946904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Monto desemb.</a:t>
              </a:r>
              <a:endParaRPr lang="en-US" sz="563"/>
            </a:p>
          </p:txBody>
        </p:sp>
        <p:sp>
          <p:nvSpPr>
            <p:cNvPr id="1237" name="Text 60">
              <a:extLst>
                <a:ext uri="{FF2B5EF4-FFF2-40B4-BE49-F238E27FC236}">
                  <a16:creationId xmlns:a16="http://schemas.microsoft.com/office/drawing/2014/main" id="{BB6B873C-AA0C-587A-C787-F59710A9E0A0}"/>
                </a:ext>
              </a:extLst>
            </p:cNvPr>
            <p:cNvSpPr txBox="1"/>
            <p:nvPr/>
          </p:nvSpPr>
          <p:spPr>
            <a:xfrm>
              <a:off x="4946904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50k</a:t>
              </a:r>
              <a:endParaRPr lang="en-US" sz="863"/>
            </a:p>
          </p:txBody>
        </p:sp>
        <p:sp>
          <p:nvSpPr>
            <p:cNvPr id="1238" name="Text 61">
              <a:extLst>
                <a:ext uri="{FF2B5EF4-FFF2-40B4-BE49-F238E27FC236}">
                  <a16:creationId xmlns:a16="http://schemas.microsoft.com/office/drawing/2014/main" id="{720C7564-7B4A-AF21-A305-36B25F391E2A}"/>
                </a:ext>
              </a:extLst>
            </p:cNvPr>
            <p:cNvSpPr txBox="1"/>
            <p:nvPr/>
          </p:nvSpPr>
          <p:spPr>
            <a:xfrm>
              <a:off x="5989320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Ventas</a:t>
              </a:r>
              <a:endParaRPr lang="en-US" sz="563"/>
            </a:p>
          </p:txBody>
        </p:sp>
        <p:sp>
          <p:nvSpPr>
            <p:cNvPr id="1239" name="Text 62">
              <a:extLst>
                <a:ext uri="{FF2B5EF4-FFF2-40B4-BE49-F238E27FC236}">
                  <a16:creationId xmlns:a16="http://schemas.microsoft.com/office/drawing/2014/main" id="{3415FA3F-FD4E-E52A-7518-6008525B5F82}"/>
                </a:ext>
              </a:extLst>
            </p:cNvPr>
            <p:cNvSpPr txBox="1"/>
            <p:nvPr/>
          </p:nvSpPr>
          <p:spPr>
            <a:xfrm>
              <a:off x="5989320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487k</a:t>
              </a:r>
              <a:endParaRPr lang="en-US" sz="863"/>
            </a:p>
          </p:txBody>
        </p:sp>
        <p:sp>
          <p:nvSpPr>
            <p:cNvPr id="1240" name="Text 63">
              <a:extLst>
                <a:ext uri="{FF2B5EF4-FFF2-40B4-BE49-F238E27FC236}">
                  <a16:creationId xmlns:a16="http://schemas.microsoft.com/office/drawing/2014/main" id="{9D7C8F7D-C21A-83C9-6EF7-71D94624D8BE}"/>
                </a:ext>
              </a:extLst>
            </p:cNvPr>
            <p:cNvSpPr txBox="1"/>
            <p:nvPr/>
          </p:nvSpPr>
          <p:spPr>
            <a:xfrm>
              <a:off x="7031736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Pasivos prom.</a:t>
              </a:r>
              <a:endParaRPr lang="en-US" sz="563"/>
            </a:p>
          </p:txBody>
        </p:sp>
        <p:sp>
          <p:nvSpPr>
            <p:cNvPr id="1241" name="Text 64">
              <a:extLst>
                <a:ext uri="{FF2B5EF4-FFF2-40B4-BE49-F238E27FC236}">
                  <a16:creationId xmlns:a16="http://schemas.microsoft.com/office/drawing/2014/main" id="{22FE84A3-F2A3-5920-3A12-358DCE2AEBFD}"/>
                </a:ext>
              </a:extLst>
            </p:cNvPr>
            <p:cNvSpPr txBox="1"/>
            <p:nvPr/>
          </p:nvSpPr>
          <p:spPr>
            <a:xfrm>
              <a:off x="7031736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3k</a:t>
              </a:r>
              <a:endParaRPr lang="en-US" sz="863"/>
            </a:p>
          </p:txBody>
        </p:sp>
        <p:sp>
          <p:nvSpPr>
            <p:cNvPr id="1242" name="Text 65">
              <a:extLst>
                <a:ext uri="{FF2B5EF4-FFF2-40B4-BE49-F238E27FC236}">
                  <a16:creationId xmlns:a16="http://schemas.microsoft.com/office/drawing/2014/main" id="{C9FE75F5-959F-16DB-1D94-C1AFD1CC47D9}"/>
                </a:ext>
              </a:extLst>
            </p:cNvPr>
            <p:cNvSpPr txBox="1"/>
            <p:nvPr/>
          </p:nvSpPr>
          <p:spPr>
            <a:xfrm>
              <a:off x="8330184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Monto desemb.</a:t>
              </a:r>
              <a:endParaRPr lang="en-US" sz="563"/>
            </a:p>
          </p:txBody>
        </p:sp>
        <p:sp>
          <p:nvSpPr>
            <p:cNvPr id="1243" name="Text 66">
              <a:extLst>
                <a:ext uri="{FF2B5EF4-FFF2-40B4-BE49-F238E27FC236}">
                  <a16:creationId xmlns:a16="http://schemas.microsoft.com/office/drawing/2014/main" id="{CFB5CEA3-20E1-3D5A-4662-34977E190CF9}"/>
                </a:ext>
              </a:extLst>
            </p:cNvPr>
            <p:cNvSpPr txBox="1"/>
            <p:nvPr/>
          </p:nvSpPr>
          <p:spPr>
            <a:xfrm>
              <a:off x="8330184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70k</a:t>
              </a:r>
              <a:endParaRPr lang="en-US" sz="863"/>
            </a:p>
          </p:txBody>
        </p:sp>
        <p:sp>
          <p:nvSpPr>
            <p:cNvPr id="1244" name="Text 67">
              <a:extLst>
                <a:ext uri="{FF2B5EF4-FFF2-40B4-BE49-F238E27FC236}">
                  <a16:creationId xmlns:a16="http://schemas.microsoft.com/office/drawing/2014/main" id="{8ADD6B5E-5F13-CB3E-24BE-B78EC83D3202}"/>
                </a:ext>
              </a:extLst>
            </p:cNvPr>
            <p:cNvSpPr txBox="1"/>
            <p:nvPr/>
          </p:nvSpPr>
          <p:spPr>
            <a:xfrm>
              <a:off x="9372600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Ventas</a:t>
              </a:r>
              <a:endParaRPr lang="en-US" sz="563"/>
            </a:p>
          </p:txBody>
        </p:sp>
        <p:sp>
          <p:nvSpPr>
            <p:cNvPr id="1245" name="Text 68">
              <a:extLst>
                <a:ext uri="{FF2B5EF4-FFF2-40B4-BE49-F238E27FC236}">
                  <a16:creationId xmlns:a16="http://schemas.microsoft.com/office/drawing/2014/main" id="{5AB94618-3731-829F-8092-1DE0CA5288A0}"/>
                </a:ext>
              </a:extLst>
            </p:cNvPr>
            <p:cNvSpPr txBox="1"/>
            <p:nvPr/>
          </p:nvSpPr>
          <p:spPr>
            <a:xfrm>
              <a:off x="9372600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497k</a:t>
              </a:r>
              <a:endParaRPr lang="en-US" sz="863"/>
            </a:p>
          </p:txBody>
        </p:sp>
        <p:sp>
          <p:nvSpPr>
            <p:cNvPr id="1246" name="Text 69">
              <a:extLst>
                <a:ext uri="{FF2B5EF4-FFF2-40B4-BE49-F238E27FC236}">
                  <a16:creationId xmlns:a16="http://schemas.microsoft.com/office/drawing/2014/main" id="{26A59313-DE3A-5A61-D6F8-0B2772565836}"/>
                </a:ext>
              </a:extLst>
            </p:cNvPr>
            <p:cNvSpPr txBox="1"/>
            <p:nvPr/>
          </p:nvSpPr>
          <p:spPr>
            <a:xfrm>
              <a:off x="10415016" y="2894076"/>
              <a:ext cx="98755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Pasivos prom.</a:t>
              </a:r>
              <a:endParaRPr lang="en-US" sz="563"/>
            </a:p>
          </p:txBody>
        </p:sp>
        <p:sp>
          <p:nvSpPr>
            <p:cNvPr id="1247" name="Text 70">
              <a:extLst>
                <a:ext uri="{FF2B5EF4-FFF2-40B4-BE49-F238E27FC236}">
                  <a16:creationId xmlns:a16="http://schemas.microsoft.com/office/drawing/2014/main" id="{9A4EB10D-74D2-4A36-FDCC-31A42529DA8C}"/>
                </a:ext>
              </a:extLst>
            </p:cNvPr>
            <p:cNvSpPr txBox="1"/>
            <p:nvPr/>
          </p:nvSpPr>
          <p:spPr>
            <a:xfrm>
              <a:off x="10415016" y="3058668"/>
              <a:ext cx="98755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3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S/ 22k</a:t>
              </a:r>
              <a:endParaRPr lang="en-US" sz="863"/>
            </a:p>
          </p:txBody>
        </p:sp>
        <p:sp>
          <p:nvSpPr>
            <p:cNvPr id="1248" name="Shape 71">
              <a:extLst>
                <a:ext uri="{FF2B5EF4-FFF2-40B4-BE49-F238E27FC236}">
                  <a16:creationId xmlns:a16="http://schemas.microsoft.com/office/drawing/2014/main" id="{D37958B7-EF7E-4BD3-2C41-F11587993B95}"/>
                </a:ext>
              </a:extLst>
            </p:cNvPr>
            <p:cNvSpPr/>
            <p:nvPr/>
          </p:nvSpPr>
          <p:spPr>
            <a:xfrm>
              <a:off x="320040" y="3328416"/>
              <a:ext cx="11219688" cy="59436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249" name="Shape 72">
              <a:extLst>
                <a:ext uri="{FF2B5EF4-FFF2-40B4-BE49-F238E27FC236}">
                  <a16:creationId xmlns:a16="http://schemas.microsoft.com/office/drawing/2014/main" id="{9174A1FD-1E34-6322-BE0A-51B45A7F0B2E}"/>
                </a:ext>
              </a:extLst>
            </p:cNvPr>
            <p:cNvSpPr/>
            <p:nvPr/>
          </p:nvSpPr>
          <p:spPr>
            <a:xfrm>
              <a:off x="374904" y="3547872"/>
              <a:ext cx="292608" cy="292608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250" name="Image 9" descr="/home/claude/voi_deck/icons/shield.png">
              <a:extLst>
                <a:ext uri="{FF2B5EF4-FFF2-40B4-BE49-F238E27FC236}">
                  <a16:creationId xmlns:a16="http://schemas.microsoft.com/office/drawing/2014/main" id="{BFCC9CBF-EE80-FC8E-540E-8637F3E38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8056" y="3621024"/>
              <a:ext cx="146304" cy="146304"/>
            </a:xfrm>
            <a:prstGeom prst="rect">
              <a:avLst/>
            </a:prstGeom>
          </p:spPr>
        </p:pic>
        <p:sp>
          <p:nvSpPr>
            <p:cNvPr id="1251" name="Text 73">
              <a:extLst>
                <a:ext uri="{FF2B5EF4-FFF2-40B4-BE49-F238E27FC236}">
                  <a16:creationId xmlns:a16="http://schemas.microsoft.com/office/drawing/2014/main" id="{C989C872-54BD-FD74-9EE9-E58C800A6927}"/>
                </a:ext>
              </a:extLst>
            </p:cNvPr>
            <p:cNvSpPr txBox="1"/>
            <p:nvPr/>
          </p:nvSpPr>
          <p:spPr>
            <a:xfrm>
              <a:off x="704088" y="3328416"/>
              <a:ext cx="676656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COSTO DE RIESGO (SOW)</a:t>
              </a:r>
              <a:endParaRPr lang="en-US" sz="563"/>
            </a:p>
          </p:txBody>
        </p:sp>
        <p:sp>
          <p:nvSpPr>
            <p:cNvPr id="1252" name="Text 74">
              <a:extLst>
                <a:ext uri="{FF2B5EF4-FFF2-40B4-BE49-F238E27FC236}">
                  <a16:creationId xmlns:a16="http://schemas.microsoft.com/office/drawing/2014/main" id="{09E587AF-9989-844C-EB6F-1446E7DCE77D}"/>
                </a:ext>
              </a:extLst>
            </p:cNvPr>
            <p:cNvSpPr txBox="1"/>
            <p:nvPr/>
          </p:nvSpPr>
          <p:spPr>
            <a:xfrm>
              <a:off x="1563624" y="341985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deuda</a:t>
              </a:r>
              <a:endParaRPr lang="en-US" sz="563"/>
            </a:p>
          </p:txBody>
        </p:sp>
        <p:sp>
          <p:nvSpPr>
            <p:cNvPr id="1253" name="Text 75">
              <a:extLst>
                <a:ext uri="{FF2B5EF4-FFF2-40B4-BE49-F238E27FC236}">
                  <a16:creationId xmlns:a16="http://schemas.microsoft.com/office/drawing/2014/main" id="{DA47497A-78FB-C8CC-0CD5-2B4D97AB486C}"/>
                </a:ext>
              </a:extLst>
            </p:cNvPr>
            <p:cNvSpPr txBox="1"/>
            <p:nvPr/>
          </p:nvSpPr>
          <p:spPr>
            <a:xfrm>
              <a:off x="1563624" y="355701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(mediana)</a:t>
              </a:r>
              <a:endParaRPr lang="en-US" sz="563"/>
            </a:p>
          </p:txBody>
        </p:sp>
        <p:sp>
          <p:nvSpPr>
            <p:cNvPr id="1254" name="Shape 76">
              <a:extLst>
                <a:ext uri="{FF2B5EF4-FFF2-40B4-BE49-F238E27FC236}">
                  <a16:creationId xmlns:a16="http://schemas.microsoft.com/office/drawing/2014/main" id="{6D67970B-63D6-4456-F4EB-D6CF2F4377F9}"/>
                </a:ext>
              </a:extLst>
            </p:cNvPr>
            <p:cNvSpPr/>
            <p:nvPr/>
          </p:nvSpPr>
          <p:spPr>
            <a:xfrm>
              <a:off x="2404872" y="3355848"/>
              <a:ext cx="658368" cy="658368"/>
            </a:xfrm>
            <a:prstGeom prst="arc">
              <a:avLst>
                <a:gd name="adj1" fmla="val 10800000"/>
                <a:gd name="adj2" fmla="val 21600000"/>
              </a:avLst>
            </a:prstGeom>
            <a:ln w="635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1255" name="Text 77">
              <a:extLst>
                <a:ext uri="{FF2B5EF4-FFF2-40B4-BE49-F238E27FC236}">
                  <a16:creationId xmlns:a16="http://schemas.microsoft.com/office/drawing/2014/main" id="{2F763C13-3574-8D58-E351-02A59C5FF93D}"/>
                </a:ext>
              </a:extLst>
            </p:cNvPr>
            <p:cNvSpPr txBox="1"/>
            <p:nvPr/>
          </p:nvSpPr>
          <p:spPr>
            <a:xfrm>
              <a:off x="2313432" y="3694176"/>
              <a:ext cx="8412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i="1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historial</a:t>
              </a:r>
              <a:endParaRPr lang="en-US" sz="600"/>
            </a:p>
          </p:txBody>
        </p:sp>
        <p:sp>
          <p:nvSpPr>
            <p:cNvPr id="1256" name="Text 78">
              <a:extLst>
                <a:ext uri="{FF2B5EF4-FFF2-40B4-BE49-F238E27FC236}">
                  <a16:creationId xmlns:a16="http://schemas.microsoft.com/office/drawing/2014/main" id="{05DE3E83-CD83-9222-82F3-CB137C77D22F}"/>
                </a:ext>
              </a:extLst>
            </p:cNvPr>
            <p:cNvSpPr txBox="1"/>
            <p:nvPr/>
          </p:nvSpPr>
          <p:spPr>
            <a:xfrm>
              <a:off x="3200400" y="3529584"/>
              <a:ext cx="15361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b="1">
                  <a:solidFill>
                    <a:srgbClr val="0C51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HISTORIAL SF</a:t>
              </a:r>
              <a:endParaRPr lang="en-US" sz="638"/>
            </a:p>
          </p:txBody>
        </p:sp>
        <p:sp>
          <p:nvSpPr>
            <p:cNvPr id="1257" name="Text 79">
              <a:extLst>
                <a:ext uri="{FF2B5EF4-FFF2-40B4-BE49-F238E27FC236}">
                  <a16:creationId xmlns:a16="http://schemas.microsoft.com/office/drawing/2014/main" id="{4EE0826D-DDEB-5BB4-D683-DC4D83653BFB}"/>
                </a:ext>
              </a:extLst>
            </p:cNvPr>
            <p:cNvSpPr txBox="1"/>
            <p:nvPr/>
          </p:nvSpPr>
          <p:spPr>
            <a:xfrm>
              <a:off x="4946904" y="341985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deuda</a:t>
              </a:r>
              <a:endParaRPr lang="en-US" sz="563"/>
            </a:p>
          </p:txBody>
        </p:sp>
        <p:sp>
          <p:nvSpPr>
            <p:cNvPr id="1258" name="Text 80">
              <a:extLst>
                <a:ext uri="{FF2B5EF4-FFF2-40B4-BE49-F238E27FC236}">
                  <a16:creationId xmlns:a16="http://schemas.microsoft.com/office/drawing/2014/main" id="{1C775C81-2F7F-2E80-4ED1-28DF2AD1D372}"/>
                </a:ext>
              </a:extLst>
            </p:cNvPr>
            <p:cNvSpPr txBox="1"/>
            <p:nvPr/>
          </p:nvSpPr>
          <p:spPr>
            <a:xfrm>
              <a:off x="4946904" y="355701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(mediana)</a:t>
              </a:r>
              <a:endParaRPr lang="en-US" sz="563"/>
            </a:p>
          </p:txBody>
        </p:sp>
        <p:sp>
          <p:nvSpPr>
            <p:cNvPr id="1259" name="Shape 81">
              <a:extLst>
                <a:ext uri="{FF2B5EF4-FFF2-40B4-BE49-F238E27FC236}">
                  <a16:creationId xmlns:a16="http://schemas.microsoft.com/office/drawing/2014/main" id="{A748D426-6D78-DB7A-7AE6-A884AF0A283C}"/>
                </a:ext>
              </a:extLst>
            </p:cNvPr>
            <p:cNvSpPr/>
            <p:nvPr/>
          </p:nvSpPr>
          <p:spPr>
            <a:xfrm>
              <a:off x="5788152" y="3355848"/>
              <a:ext cx="658368" cy="658368"/>
            </a:xfrm>
            <a:prstGeom prst="arc">
              <a:avLst>
                <a:gd name="adj1" fmla="val 10800000"/>
                <a:gd name="adj2" fmla="val 21600000"/>
              </a:avLst>
            </a:prstGeom>
            <a:ln w="635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1260" name="Text 82">
              <a:extLst>
                <a:ext uri="{FF2B5EF4-FFF2-40B4-BE49-F238E27FC236}">
                  <a16:creationId xmlns:a16="http://schemas.microsoft.com/office/drawing/2014/main" id="{2E9CED64-FD56-94A1-B960-8E78EE7E9B67}"/>
                </a:ext>
              </a:extLst>
            </p:cNvPr>
            <p:cNvSpPr txBox="1"/>
            <p:nvPr/>
          </p:nvSpPr>
          <p:spPr>
            <a:xfrm>
              <a:off x="5696712" y="3694176"/>
              <a:ext cx="8412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i="1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historial</a:t>
              </a:r>
              <a:endParaRPr lang="en-US" sz="600"/>
            </a:p>
          </p:txBody>
        </p:sp>
        <p:sp>
          <p:nvSpPr>
            <p:cNvPr id="1261" name="Text 83">
              <a:extLst>
                <a:ext uri="{FF2B5EF4-FFF2-40B4-BE49-F238E27FC236}">
                  <a16:creationId xmlns:a16="http://schemas.microsoft.com/office/drawing/2014/main" id="{6BD414AF-23BF-E16D-C371-D2846DC1BD12}"/>
                </a:ext>
              </a:extLst>
            </p:cNvPr>
            <p:cNvSpPr txBox="1"/>
            <p:nvPr/>
          </p:nvSpPr>
          <p:spPr>
            <a:xfrm>
              <a:off x="6583680" y="3529584"/>
              <a:ext cx="15361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b="1">
                  <a:solidFill>
                    <a:srgbClr val="C87A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HISTORIAL SF</a:t>
              </a:r>
              <a:endParaRPr lang="en-US" sz="638"/>
            </a:p>
          </p:txBody>
        </p:sp>
        <p:sp>
          <p:nvSpPr>
            <p:cNvPr id="1262" name="Text 84">
              <a:extLst>
                <a:ext uri="{FF2B5EF4-FFF2-40B4-BE49-F238E27FC236}">
                  <a16:creationId xmlns:a16="http://schemas.microsoft.com/office/drawing/2014/main" id="{005FCF8A-3256-28DA-EE0E-0B6590BAFACF}"/>
                </a:ext>
              </a:extLst>
            </p:cNvPr>
            <p:cNvSpPr txBox="1"/>
            <p:nvPr/>
          </p:nvSpPr>
          <p:spPr>
            <a:xfrm>
              <a:off x="8330184" y="341985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SOW deuda</a:t>
              </a:r>
              <a:endParaRPr lang="en-US" sz="563"/>
            </a:p>
          </p:txBody>
        </p:sp>
        <p:sp>
          <p:nvSpPr>
            <p:cNvPr id="1263" name="Text 85">
              <a:extLst>
                <a:ext uri="{FF2B5EF4-FFF2-40B4-BE49-F238E27FC236}">
                  <a16:creationId xmlns:a16="http://schemas.microsoft.com/office/drawing/2014/main" id="{9B7F6A23-90DB-1A34-18EE-2E5FD0CBD719}"/>
                </a:ext>
              </a:extLst>
            </p:cNvPr>
            <p:cNvSpPr txBox="1"/>
            <p:nvPr/>
          </p:nvSpPr>
          <p:spPr>
            <a:xfrm>
              <a:off x="8330184" y="3557016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(mediana)</a:t>
              </a:r>
              <a:endParaRPr lang="en-US" sz="563"/>
            </a:p>
          </p:txBody>
        </p:sp>
        <p:sp>
          <p:nvSpPr>
            <p:cNvPr id="1264" name="Shape 86">
              <a:extLst>
                <a:ext uri="{FF2B5EF4-FFF2-40B4-BE49-F238E27FC236}">
                  <a16:creationId xmlns:a16="http://schemas.microsoft.com/office/drawing/2014/main" id="{0254262C-9BB1-6A3C-0B2B-A356056D99AD}"/>
                </a:ext>
              </a:extLst>
            </p:cNvPr>
            <p:cNvSpPr/>
            <p:nvPr/>
          </p:nvSpPr>
          <p:spPr>
            <a:xfrm>
              <a:off x="9171432" y="3355848"/>
              <a:ext cx="658368" cy="658368"/>
            </a:xfrm>
            <a:prstGeom prst="arc">
              <a:avLst>
                <a:gd name="adj1" fmla="val 10800000"/>
                <a:gd name="adj2" fmla="val 21600000"/>
              </a:avLst>
            </a:prstGeom>
            <a:ln w="635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sz="1350"/>
            </a:p>
          </p:txBody>
        </p:sp>
        <p:sp>
          <p:nvSpPr>
            <p:cNvPr id="1265" name="Text 87">
              <a:extLst>
                <a:ext uri="{FF2B5EF4-FFF2-40B4-BE49-F238E27FC236}">
                  <a16:creationId xmlns:a16="http://schemas.microsoft.com/office/drawing/2014/main" id="{68958C9F-F0D2-7364-17A4-9136F3ABFF98}"/>
                </a:ext>
              </a:extLst>
            </p:cNvPr>
            <p:cNvSpPr txBox="1"/>
            <p:nvPr/>
          </p:nvSpPr>
          <p:spPr>
            <a:xfrm>
              <a:off x="9079992" y="3694176"/>
              <a:ext cx="8412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i="1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historial</a:t>
              </a:r>
              <a:endParaRPr lang="en-US" sz="600"/>
            </a:p>
          </p:txBody>
        </p:sp>
        <p:sp>
          <p:nvSpPr>
            <p:cNvPr id="1266" name="Text 88">
              <a:extLst>
                <a:ext uri="{FF2B5EF4-FFF2-40B4-BE49-F238E27FC236}">
                  <a16:creationId xmlns:a16="http://schemas.microsoft.com/office/drawing/2014/main" id="{85F2D6E0-B95E-5416-3EEE-F7EB5E0F142C}"/>
                </a:ext>
              </a:extLst>
            </p:cNvPr>
            <p:cNvSpPr txBox="1"/>
            <p:nvPr/>
          </p:nvSpPr>
          <p:spPr>
            <a:xfrm>
              <a:off x="9966960" y="3529584"/>
              <a:ext cx="153619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HISTORIAL SF</a:t>
              </a:r>
              <a:endParaRPr lang="en-US" sz="638"/>
            </a:p>
          </p:txBody>
        </p:sp>
        <p:sp>
          <p:nvSpPr>
            <p:cNvPr id="1267" name="Shape 89">
              <a:extLst>
                <a:ext uri="{FF2B5EF4-FFF2-40B4-BE49-F238E27FC236}">
                  <a16:creationId xmlns:a16="http://schemas.microsoft.com/office/drawing/2014/main" id="{AF2DB120-75D2-E84E-189C-AD851D245869}"/>
                </a:ext>
              </a:extLst>
            </p:cNvPr>
            <p:cNvSpPr/>
            <p:nvPr/>
          </p:nvSpPr>
          <p:spPr>
            <a:xfrm>
              <a:off x="320040" y="3973068"/>
              <a:ext cx="11219688" cy="585216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268" name="Shape 90">
              <a:extLst>
                <a:ext uri="{FF2B5EF4-FFF2-40B4-BE49-F238E27FC236}">
                  <a16:creationId xmlns:a16="http://schemas.microsoft.com/office/drawing/2014/main" id="{07A1A837-9D9E-408A-7750-26357E122516}"/>
                </a:ext>
              </a:extLst>
            </p:cNvPr>
            <p:cNvSpPr/>
            <p:nvPr/>
          </p:nvSpPr>
          <p:spPr>
            <a:xfrm>
              <a:off x="374904" y="4137660"/>
              <a:ext cx="292608" cy="292608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269" name="Image 10" descr="/home/claude/voi_deck/icons/users.png">
              <a:extLst>
                <a:ext uri="{FF2B5EF4-FFF2-40B4-BE49-F238E27FC236}">
                  <a16:creationId xmlns:a16="http://schemas.microsoft.com/office/drawing/2014/main" id="{8E7BE5E3-EAF7-82BC-9799-6E7131F8B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8056" y="4210812"/>
              <a:ext cx="146304" cy="146304"/>
            </a:xfrm>
            <a:prstGeom prst="rect">
              <a:avLst/>
            </a:prstGeom>
          </p:spPr>
        </p:pic>
        <p:sp>
          <p:nvSpPr>
            <p:cNvPr id="1270" name="Text 91">
              <a:extLst>
                <a:ext uri="{FF2B5EF4-FFF2-40B4-BE49-F238E27FC236}">
                  <a16:creationId xmlns:a16="http://schemas.microsoft.com/office/drawing/2014/main" id="{321A2988-5BC3-DC6D-15D6-06DAC914AB74}"/>
                </a:ext>
              </a:extLst>
            </p:cNvPr>
            <p:cNvSpPr txBox="1"/>
            <p:nvPr/>
          </p:nvSpPr>
          <p:spPr>
            <a:xfrm>
              <a:off x="704088" y="3973068"/>
              <a:ext cx="67665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RETENCIÓN Y RELACIÓN</a:t>
              </a:r>
              <a:endParaRPr lang="en-US" sz="563"/>
            </a:p>
          </p:txBody>
        </p:sp>
        <p:sp>
          <p:nvSpPr>
            <p:cNvPr id="1271" name="Text 92">
              <a:extLst>
                <a:ext uri="{FF2B5EF4-FFF2-40B4-BE49-F238E27FC236}">
                  <a16:creationId xmlns:a16="http://schemas.microsoft.com/office/drawing/2014/main" id="{882C9F40-04DD-FD89-D539-0589B2DA70F8}"/>
                </a:ext>
              </a:extLst>
            </p:cNvPr>
            <p:cNvSpPr txBox="1"/>
            <p:nvPr/>
          </p:nvSpPr>
          <p:spPr>
            <a:xfrm>
              <a:off x="1563624" y="4046220"/>
              <a:ext cx="154076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Retanqueo</a:t>
              </a:r>
              <a:endParaRPr lang="en-US" sz="563"/>
            </a:p>
          </p:txBody>
        </p:sp>
        <p:sp>
          <p:nvSpPr>
            <p:cNvPr id="1272" name="Text 93">
              <a:extLst>
                <a:ext uri="{FF2B5EF4-FFF2-40B4-BE49-F238E27FC236}">
                  <a16:creationId xmlns:a16="http://schemas.microsoft.com/office/drawing/2014/main" id="{1D904965-64BE-83A7-0EDF-63432C202FA9}"/>
                </a:ext>
              </a:extLst>
            </p:cNvPr>
            <p:cNvSpPr txBox="1"/>
            <p:nvPr/>
          </p:nvSpPr>
          <p:spPr>
            <a:xfrm>
              <a:off x="1563624" y="4201668"/>
              <a:ext cx="15407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0.0%</a:t>
              </a:r>
              <a:endParaRPr lang="en-US" sz="900"/>
            </a:p>
          </p:txBody>
        </p:sp>
        <p:pic>
          <p:nvPicPr>
            <p:cNvPr id="1273" name="Image 11" descr="/home/claude/voi_deck/icons/person_gray.png">
              <a:extLst>
                <a:ext uri="{FF2B5EF4-FFF2-40B4-BE49-F238E27FC236}">
                  <a16:creationId xmlns:a16="http://schemas.microsoft.com/office/drawing/2014/main" id="{6EECE11A-31FD-1173-64CA-DADEC4B69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63624" y="4393692"/>
              <a:ext cx="128016" cy="128016"/>
            </a:xfrm>
            <a:prstGeom prst="rect">
              <a:avLst/>
            </a:prstGeom>
          </p:spPr>
        </p:pic>
        <p:pic>
          <p:nvPicPr>
            <p:cNvPr id="1274" name="Image 12" descr="/home/claude/voi_deck/icons/person_gray.png">
              <a:extLst>
                <a:ext uri="{FF2B5EF4-FFF2-40B4-BE49-F238E27FC236}">
                  <a16:creationId xmlns:a16="http://schemas.microsoft.com/office/drawing/2014/main" id="{6D9CCB94-012C-B125-8F84-75493A1C4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05356" y="4393692"/>
              <a:ext cx="128016" cy="128016"/>
            </a:xfrm>
            <a:prstGeom prst="rect">
              <a:avLst/>
            </a:prstGeom>
          </p:spPr>
        </p:pic>
        <p:pic>
          <p:nvPicPr>
            <p:cNvPr id="1275" name="Image 13" descr="/home/claude/voi_deck/icons/person_gray.png">
              <a:extLst>
                <a:ext uri="{FF2B5EF4-FFF2-40B4-BE49-F238E27FC236}">
                  <a16:creationId xmlns:a16="http://schemas.microsoft.com/office/drawing/2014/main" id="{53B66DC0-A63D-2FCB-98BF-D18B8097F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47088" y="4393692"/>
              <a:ext cx="128016" cy="128016"/>
            </a:xfrm>
            <a:prstGeom prst="rect">
              <a:avLst/>
            </a:prstGeom>
          </p:spPr>
        </p:pic>
        <p:pic>
          <p:nvPicPr>
            <p:cNvPr id="1276" name="Image 14" descr="/home/claude/voi_deck/icons/person_gray.png">
              <a:extLst>
                <a:ext uri="{FF2B5EF4-FFF2-40B4-BE49-F238E27FC236}">
                  <a16:creationId xmlns:a16="http://schemas.microsoft.com/office/drawing/2014/main" id="{335B793F-9D9E-7E42-929D-F04AC1B49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88820" y="4393692"/>
              <a:ext cx="128016" cy="128016"/>
            </a:xfrm>
            <a:prstGeom prst="rect">
              <a:avLst/>
            </a:prstGeom>
          </p:spPr>
        </p:pic>
        <p:pic>
          <p:nvPicPr>
            <p:cNvPr id="1277" name="Image 15" descr="/home/claude/voi_deck/icons/person_gray.png">
              <a:extLst>
                <a:ext uri="{FF2B5EF4-FFF2-40B4-BE49-F238E27FC236}">
                  <a16:creationId xmlns:a16="http://schemas.microsoft.com/office/drawing/2014/main" id="{5918C454-58D5-63DD-7015-77DE77EB2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130552" y="4393692"/>
              <a:ext cx="128016" cy="128016"/>
            </a:xfrm>
            <a:prstGeom prst="rect">
              <a:avLst/>
            </a:prstGeom>
          </p:spPr>
        </p:pic>
        <p:pic>
          <p:nvPicPr>
            <p:cNvPr id="1278" name="Image 16" descr="/home/claude/voi_deck/icons/person_gray.png">
              <a:extLst>
                <a:ext uri="{FF2B5EF4-FFF2-40B4-BE49-F238E27FC236}">
                  <a16:creationId xmlns:a16="http://schemas.microsoft.com/office/drawing/2014/main" id="{93E2E846-9EE4-9BFA-1E72-C97A8BABF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72284" y="4393692"/>
              <a:ext cx="128016" cy="128016"/>
            </a:xfrm>
            <a:prstGeom prst="rect">
              <a:avLst/>
            </a:prstGeom>
          </p:spPr>
        </p:pic>
        <p:sp>
          <p:nvSpPr>
            <p:cNvPr id="1279" name="Text 94">
              <a:extLst>
                <a:ext uri="{FF2B5EF4-FFF2-40B4-BE49-F238E27FC236}">
                  <a16:creationId xmlns:a16="http://schemas.microsoft.com/office/drawing/2014/main" id="{F898D199-C5F2-600E-07C2-2F7AB49F9F96}"/>
                </a:ext>
              </a:extLst>
            </p:cNvPr>
            <p:cNvSpPr txBox="1"/>
            <p:nvPr/>
          </p:nvSpPr>
          <p:spPr>
            <a:xfrm>
              <a:off x="3195828" y="4046220"/>
              <a:ext cx="10378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Cliente Izipay</a:t>
              </a:r>
              <a:endParaRPr lang="en-US" sz="563"/>
            </a:p>
          </p:txBody>
        </p:sp>
        <p:sp>
          <p:nvSpPr>
            <p:cNvPr id="1280" name="Text 95">
              <a:extLst>
                <a:ext uri="{FF2B5EF4-FFF2-40B4-BE49-F238E27FC236}">
                  <a16:creationId xmlns:a16="http://schemas.microsoft.com/office/drawing/2014/main" id="{FEB7FAC1-06FF-406B-85CF-344F8C31403A}"/>
                </a:ext>
              </a:extLst>
            </p:cNvPr>
            <p:cNvSpPr txBox="1"/>
            <p:nvPr/>
          </p:nvSpPr>
          <p:spPr>
            <a:xfrm>
              <a:off x="3195828" y="4201668"/>
              <a:ext cx="10378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55.8%</a:t>
              </a:r>
              <a:endParaRPr lang="en-US" sz="900"/>
            </a:p>
          </p:txBody>
        </p:sp>
        <p:graphicFrame>
          <p:nvGraphicFramePr>
            <p:cNvPr id="1281" name="Chart 0">
              <a:extLst>
                <a:ext uri="{FF2B5EF4-FFF2-40B4-BE49-F238E27FC236}">
                  <a16:creationId xmlns:a16="http://schemas.microsoft.com/office/drawing/2014/main" id="{D079AE05-C476-BFEE-A813-2E46F7601F0C}"/>
                </a:ext>
              </a:extLst>
            </p:cNvPr>
            <p:cNvGraphicFramePr/>
            <p:nvPr/>
          </p:nvGraphicFramePr>
          <p:xfrm>
            <a:off x="4279392" y="4274820"/>
            <a:ext cx="420624" cy="420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sp>
          <p:nvSpPr>
            <p:cNvPr id="1282" name="Text 96">
              <a:extLst>
                <a:ext uri="{FF2B5EF4-FFF2-40B4-BE49-F238E27FC236}">
                  <a16:creationId xmlns:a16="http://schemas.microsoft.com/office/drawing/2014/main" id="{D0F72740-72EA-FB03-243D-5BB933076204}"/>
                </a:ext>
              </a:extLst>
            </p:cNvPr>
            <p:cNvSpPr txBox="1"/>
            <p:nvPr/>
          </p:nvSpPr>
          <p:spPr>
            <a:xfrm>
              <a:off x="4946904" y="4046220"/>
              <a:ext cx="154076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Retanqueo</a:t>
              </a:r>
              <a:endParaRPr lang="en-US" sz="563"/>
            </a:p>
          </p:txBody>
        </p:sp>
        <p:sp>
          <p:nvSpPr>
            <p:cNvPr id="1283" name="Text 97">
              <a:extLst>
                <a:ext uri="{FF2B5EF4-FFF2-40B4-BE49-F238E27FC236}">
                  <a16:creationId xmlns:a16="http://schemas.microsoft.com/office/drawing/2014/main" id="{D7C75ABE-4B17-BAE9-7B9D-52B91F7DF299}"/>
                </a:ext>
              </a:extLst>
            </p:cNvPr>
            <p:cNvSpPr txBox="1"/>
            <p:nvPr/>
          </p:nvSpPr>
          <p:spPr>
            <a:xfrm>
              <a:off x="4946904" y="4201668"/>
              <a:ext cx="15407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0.0%</a:t>
              </a:r>
              <a:endParaRPr lang="en-US" sz="900"/>
            </a:p>
          </p:txBody>
        </p:sp>
        <p:pic>
          <p:nvPicPr>
            <p:cNvPr id="1284" name="Image 17" descr="/home/claude/voi_deck/icons/person_gray.png">
              <a:extLst>
                <a:ext uri="{FF2B5EF4-FFF2-40B4-BE49-F238E27FC236}">
                  <a16:creationId xmlns:a16="http://schemas.microsoft.com/office/drawing/2014/main" id="{6D8A3BAB-3CAE-476C-A31E-29BB3B0B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946904" y="4393692"/>
              <a:ext cx="128016" cy="128016"/>
            </a:xfrm>
            <a:prstGeom prst="rect">
              <a:avLst/>
            </a:prstGeom>
          </p:spPr>
        </p:pic>
        <p:pic>
          <p:nvPicPr>
            <p:cNvPr id="1285" name="Image 18" descr="/home/claude/voi_deck/icons/person_gray.png">
              <a:extLst>
                <a:ext uri="{FF2B5EF4-FFF2-40B4-BE49-F238E27FC236}">
                  <a16:creationId xmlns:a16="http://schemas.microsoft.com/office/drawing/2014/main" id="{B587805E-35EC-41FE-F917-CD6249682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88636" y="4393692"/>
              <a:ext cx="128016" cy="128016"/>
            </a:xfrm>
            <a:prstGeom prst="rect">
              <a:avLst/>
            </a:prstGeom>
          </p:spPr>
        </p:pic>
        <p:pic>
          <p:nvPicPr>
            <p:cNvPr id="1286" name="Image 19" descr="/home/claude/voi_deck/icons/person_gray.png">
              <a:extLst>
                <a:ext uri="{FF2B5EF4-FFF2-40B4-BE49-F238E27FC236}">
                  <a16:creationId xmlns:a16="http://schemas.microsoft.com/office/drawing/2014/main" id="{B46B99FF-7CD9-F4CC-19ED-0002028E1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230368" y="4393692"/>
              <a:ext cx="128016" cy="128016"/>
            </a:xfrm>
            <a:prstGeom prst="rect">
              <a:avLst/>
            </a:prstGeom>
          </p:spPr>
        </p:pic>
        <p:pic>
          <p:nvPicPr>
            <p:cNvPr id="1287" name="Image 20" descr="/home/claude/voi_deck/icons/person_gray.png">
              <a:extLst>
                <a:ext uri="{FF2B5EF4-FFF2-40B4-BE49-F238E27FC236}">
                  <a16:creationId xmlns:a16="http://schemas.microsoft.com/office/drawing/2014/main" id="{3DD9766F-3B57-2427-E1EB-A6B3072E4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72100" y="4393692"/>
              <a:ext cx="128016" cy="128016"/>
            </a:xfrm>
            <a:prstGeom prst="rect">
              <a:avLst/>
            </a:prstGeom>
          </p:spPr>
        </p:pic>
        <p:pic>
          <p:nvPicPr>
            <p:cNvPr id="1288" name="Image 21" descr="/home/claude/voi_deck/icons/person_gray.png">
              <a:extLst>
                <a:ext uri="{FF2B5EF4-FFF2-40B4-BE49-F238E27FC236}">
                  <a16:creationId xmlns:a16="http://schemas.microsoft.com/office/drawing/2014/main" id="{95F2EF6C-94CB-9B7C-CEE9-476A01A2F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513832" y="4393692"/>
              <a:ext cx="128016" cy="128016"/>
            </a:xfrm>
            <a:prstGeom prst="rect">
              <a:avLst/>
            </a:prstGeom>
          </p:spPr>
        </p:pic>
        <p:pic>
          <p:nvPicPr>
            <p:cNvPr id="1289" name="Image 22" descr="/home/claude/voi_deck/icons/person_gray.png">
              <a:extLst>
                <a:ext uri="{FF2B5EF4-FFF2-40B4-BE49-F238E27FC236}">
                  <a16:creationId xmlns:a16="http://schemas.microsoft.com/office/drawing/2014/main" id="{D18C4430-A903-5C45-831F-B79BEC368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655564" y="4393692"/>
              <a:ext cx="128016" cy="128016"/>
            </a:xfrm>
            <a:prstGeom prst="rect">
              <a:avLst/>
            </a:prstGeom>
          </p:spPr>
        </p:pic>
        <p:sp>
          <p:nvSpPr>
            <p:cNvPr id="1290" name="Text 98">
              <a:extLst>
                <a:ext uri="{FF2B5EF4-FFF2-40B4-BE49-F238E27FC236}">
                  <a16:creationId xmlns:a16="http://schemas.microsoft.com/office/drawing/2014/main" id="{AE7E47EF-7298-8FF2-932A-152D1243041E}"/>
                </a:ext>
              </a:extLst>
            </p:cNvPr>
            <p:cNvSpPr txBox="1"/>
            <p:nvPr/>
          </p:nvSpPr>
          <p:spPr>
            <a:xfrm>
              <a:off x="6579108" y="4046220"/>
              <a:ext cx="10378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Cliente Izipay</a:t>
              </a:r>
              <a:endParaRPr lang="en-US" sz="563"/>
            </a:p>
          </p:txBody>
        </p:sp>
        <p:sp>
          <p:nvSpPr>
            <p:cNvPr id="1291" name="Text 99">
              <a:extLst>
                <a:ext uri="{FF2B5EF4-FFF2-40B4-BE49-F238E27FC236}">
                  <a16:creationId xmlns:a16="http://schemas.microsoft.com/office/drawing/2014/main" id="{BFE37AF4-3BC1-DFCE-9A44-EB1C607A5F91}"/>
                </a:ext>
              </a:extLst>
            </p:cNvPr>
            <p:cNvSpPr txBox="1"/>
            <p:nvPr/>
          </p:nvSpPr>
          <p:spPr>
            <a:xfrm>
              <a:off x="6579108" y="4201668"/>
              <a:ext cx="10378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42.5%</a:t>
              </a:r>
              <a:endParaRPr lang="en-US" sz="900"/>
            </a:p>
          </p:txBody>
        </p:sp>
        <p:graphicFrame>
          <p:nvGraphicFramePr>
            <p:cNvPr id="1292" name="Chart 1">
              <a:extLst>
                <a:ext uri="{FF2B5EF4-FFF2-40B4-BE49-F238E27FC236}">
                  <a16:creationId xmlns:a16="http://schemas.microsoft.com/office/drawing/2014/main" id="{A8B55556-23C7-7174-904D-2D1EF11F8CB3}"/>
                </a:ext>
              </a:extLst>
            </p:cNvPr>
            <p:cNvGraphicFramePr/>
            <p:nvPr/>
          </p:nvGraphicFramePr>
          <p:xfrm>
            <a:off x="7662672" y="4274820"/>
            <a:ext cx="420624" cy="420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sp>
          <p:nvSpPr>
            <p:cNvPr id="1293" name="Text 100">
              <a:extLst>
                <a:ext uri="{FF2B5EF4-FFF2-40B4-BE49-F238E27FC236}">
                  <a16:creationId xmlns:a16="http://schemas.microsoft.com/office/drawing/2014/main" id="{DFB5C0CA-2B57-4115-7DCF-2183BEC09522}"/>
                </a:ext>
              </a:extLst>
            </p:cNvPr>
            <p:cNvSpPr txBox="1"/>
            <p:nvPr/>
          </p:nvSpPr>
          <p:spPr>
            <a:xfrm>
              <a:off x="8330184" y="4046220"/>
              <a:ext cx="154076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Retanqueo</a:t>
              </a:r>
              <a:endParaRPr lang="en-US" sz="563"/>
            </a:p>
          </p:txBody>
        </p:sp>
        <p:sp>
          <p:nvSpPr>
            <p:cNvPr id="1294" name="Text 101">
              <a:extLst>
                <a:ext uri="{FF2B5EF4-FFF2-40B4-BE49-F238E27FC236}">
                  <a16:creationId xmlns:a16="http://schemas.microsoft.com/office/drawing/2014/main" id="{B98C5BB4-89DB-BC4F-A0C7-973FEC1FABE0}"/>
                </a:ext>
              </a:extLst>
            </p:cNvPr>
            <p:cNvSpPr txBox="1"/>
            <p:nvPr/>
          </p:nvSpPr>
          <p:spPr>
            <a:xfrm>
              <a:off x="8330184" y="4201668"/>
              <a:ext cx="15407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0.3%</a:t>
              </a:r>
              <a:endParaRPr lang="en-US" sz="900"/>
            </a:p>
          </p:txBody>
        </p:sp>
        <p:pic>
          <p:nvPicPr>
            <p:cNvPr id="1295" name="Image 23" descr="/home/claude/voi_deck/icons/person_navy.png">
              <a:extLst>
                <a:ext uri="{FF2B5EF4-FFF2-40B4-BE49-F238E27FC236}">
                  <a16:creationId xmlns:a16="http://schemas.microsoft.com/office/drawing/2014/main" id="{621A81CB-45EC-AE89-C4F8-6DC35AA80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330184" y="4393692"/>
              <a:ext cx="128016" cy="128016"/>
            </a:xfrm>
            <a:prstGeom prst="rect">
              <a:avLst/>
            </a:prstGeom>
          </p:spPr>
        </p:pic>
        <p:pic>
          <p:nvPicPr>
            <p:cNvPr id="1296" name="Image 24" descr="/home/claude/voi_deck/icons/person_gray.png">
              <a:extLst>
                <a:ext uri="{FF2B5EF4-FFF2-40B4-BE49-F238E27FC236}">
                  <a16:creationId xmlns:a16="http://schemas.microsoft.com/office/drawing/2014/main" id="{185B75BB-AF19-C0F0-EEB7-413F75BFB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471916" y="4393692"/>
              <a:ext cx="128016" cy="128016"/>
            </a:xfrm>
            <a:prstGeom prst="rect">
              <a:avLst/>
            </a:prstGeom>
          </p:spPr>
        </p:pic>
        <p:pic>
          <p:nvPicPr>
            <p:cNvPr id="1297" name="Image 25" descr="/home/claude/voi_deck/icons/person_gray.png">
              <a:extLst>
                <a:ext uri="{FF2B5EF4-FFF2-40B4-BE49-F238E27FC236}">
                  <a16:creationId xmlns:a16="http://schemas.microsoft.com/office/drawing/2014/main" id="{9F454C9A-E188-11AC-58B8-1412F27A2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613648" y="4393692"/>
              <a:ext cx="128016" cy="128016"/>
            </a:xfrm>
            <a:prstGeom prst="rect">
              <a:avLst/>
            </a:prstGeom>
          </p:spPr>
        </p:pic>
        <p:pic>
          <p:nvPicPr>
            <p:cNvPr id="1298" name="Image 26" descr="/home/claude/voi_deck/icons/person_gray.png">
              <a:extLst>
                <a:ext uri="{FF2B5EF4-FFF2-40B4-BE49-F238E27FC236}">
                  <a16:creationId xmlns:a16="http://schemas.microsoft.com/office/drawing/2014/main" id="{3C9C17DE-54F6-81A0-2A42-2BEB06816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755380" y="4393692"/>
              <a:ext cx="128016" cy="128016"/>
            </a:xfrm>
            <a:prstGeom prst="rect">
              <a:avLst/>
            </a:prstGeom>
          </p:spPr>
        </p:pic>
        <p:pic>
          <p:nvPicPr>
            <p:cNvPr id="1299" name="Image 27" descr="/home/claude/voi_deck/icons/person_gray.png">
              <a:extLst>
                <a:ext uri="{FF2B5EF4-FFF2-40B4-BE49-F238E27FC236}">
                  <a16:creationId xmlns:a16="http://schemas.microsoft.com/office/drawing/2014/main" id="{74E62F63-54CE-E17D-58BF-29E748B11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97112" y="4393692"/>
              <a:ext cx="128016" cy="128016"/>
            </a:xfrm>
            <a:prstGeom prst="rect">
              <a:avLst/>
            </a:prstGeom>
          </p:spPr>
        </p:pic>
        <p:pic>
          <p:nvPicPr>
            <p:cNvPr id="1300" name="Image 28" descr="/home/claude/voi_deck/icons/person_gray.png">
              <a:extLst>
                <a:ext uri="{FF2B5EF4-FFF2-40B4-BE49-F238E27FC236}">
                  <a16:creationId xmlns:a16="http://schemas.microsoft.com/office/drawing/2014/main" id="{54483F07-52E5-056E-482E-BBEE4A638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038844" y="4393692"/>
              <a:ext cx="128016" cy="128016"/>
            </a:xfrm>
            <a:prstGeom prst="rect">
              <a:avLst/>
            </a:prstGeom>
          </p:spPr>
        </p:pic>
        <p:sp>
          <p:nvSpPr>
            <p:cNvPr id="1301" name="Text 102">
              <a:extLst>
                <a:ext uri="{FF2B5EF4-FFF2-40B4-BE49-F238E27FC236}">
                  <a16:creationId xmlns:a16="http://schemas.microsoft.com/office/drawing/2014/main" id="{B96D3364-BADD-089B-E379-DEFCD2E25C79}"/>
                </a:ext>
              </a:extLst>
            </p:cNvPr>
            <p:cNvSpPr txBox="1"/>
            <p:nvPr/>
          </p:nvSpPr>
          <p:spPr>
            <a:xfrm>
              <a:off x="9962388" y="4046220"/>
              <a:ext cx="10378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 Cliente Izipay</a:t>
              </a:r>
              <a:endParaRPr lang="en-US" sz="563"/>
            </a:p>
          </p:txBody>
        </p:sp>
        <p:sp>
          <p:nvSpPr>
            <p:cNvPr id="1302" name="Text 103">
              <a:extLst>
                <a:ext uri="{FF2B5EF4-FFF2-40B4-BE49-F238E27FC236}">
                  <a16:creationId xmlns:a16="http://schemas.microsoft.com/office/drawing/2014/main" id="{F20993BB-D652-13A8-9E2D-84BB9FC6405B}"/>
                </a:ext>
              </a:extLst>
            </p:cNvPr>
            <p:cNvSpPr txBox="1"/>
            <p:nvPr/>
          </p:nvSpPr>
          <p:spPr>
            <a:xfrm>
              <a:off x="9962388" y="4201668"/>
              <a:ext cx="10378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34.4%</a:t>
              </a:r>
              <a:endParaRPr lang="en-US" sz="900"/>
            </a:p>
          </p:txBody>
        </p:sp>
        <p:graphicFrame>
          <p:nvGraphicFramePr>
            <p:cNvPr id="1303" name="Chart 2">
              <a:extLst>
                <a:ext uri="{FF2B5EF4-FFF2-40B4-BE49-F238E27FC236}">
                  <a16:creationId xmlns:a16="http://schemas.microsoft.com/office/drawing/2014/main" id="{EF9E8A7B-67A9-7583-B0BC-BAEA31475FD7}"/>
                </a:ext>
              </a:extLst>
            </p:cNvPr>
            <p:cNvGraphicFramePr/>
            <p:nvPr/>
          </p:nvGraphicFramePr>
          <p:xfrm>
            <a:off x="11045952" y="4274820"/>
            <a:ext cx="420624" cy="420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  <p:sp>
          <p:nvSpPr>
            <p:cNvPr id="1304" name="Shape 104">
              <a:extLst>
                <a:ext uri="{FF2B5EF4-FFF2-40B4-BE49-F238E27FC236}">
                  <a16:creationId xmlns:a16="http://schemas.microsoft.com/office/drawing/2014/main" id="{B4673C68-D7CA-4B50-CCA8-9D104DC3D01D}"/>
                </a:ext>
              </a:extLst>
            </p:cNvPr>
            <p:cNvSpPr/>
            <p:nvPr/>
          </p:nvSpPr>
          <p:spPr>
            <a:xfrm>
              <a:off x="320040" y="4608576"/>
              <a:ext cx="11219688" cy="2258568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2700">
              <a:solidFill>
                <a:srgbClr val="D5DFDE"/>
              </a:solidFill>
              <a:prstDash val="solid"/>
            </a:ln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05" name="Shape 105">
              <a:extLst>
                <a:ext uri="{FF2B5EF4-FFF2-40B4-BE49-F238E27FC236}">
                  <a16:creationId xmlns:a16="http://schemas.microsoft.com/office/drawing/2014/main" id="{CA5EAA10-2726-19DF-2EBF-72EA21B96EF9}"/>
                </a:ext>
              </a:extLst>
            </p:cNvPr>
            <p:cNvSpPr/>
            <p:nvPr/>
          </p:nvSpPr>
          <p:spPr>
            <a:xfrm>
              <a:off x="374904" y="5376672"/>
              <a:ext cx="292608" cy="292608"/>
            </a:xfrm>
            <a:prstGeom prst="ellipse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pic>
          <p:nvPicPr>
            <p:cNvPr id="1306" name="Image 29" descr="/home/claude/voi_deck/icons/percent.png">
              <a:extLst>
                <a:ext uri="{FF2B5EF4-FFF2-40B4-BE49-F238E27FC236}">
                  <a16:creationId xmlns:a16="http://schemas.microsoft.com/office/drawing/2014/main" id="{84013393-C3B2-2530-4B7B-3A253F932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48056" y="5449824"/>
              <a:ext cx="146304" cy="146304"/>
            </a:xfrm>
            <a:prstGeom prst="rect">
              <a:avLst/>
            </a:prstGeom>
          </p:spPr>
        </p:pic>
        <p:sp>
          <p:nvSpPr>
            <p:cNvPr id="1307" name="Text 106">
              <a:extLst>
                <a:ext uri="{FF2B5EF4-FFF2-40B4-BE49-F238E27FC236}">
                  <a16:creationId xmlns:a16="http://schemas.microsoft.com/office/drawing/2014/main" id="{6502612E-74DA-5511-F31D-5878643150B0}"/>
                </a:ext>
              </a:extLst>
            </p:cNvPr>
            <p:cNvSpPr txBox="1"/>
            <p:nvPr/>
          </p:nvSpPr>
          <p:spPr>
            <a:xfrm>
              <a:off x="704088" y="4608576"/>
              <a:ext cx="676656" cy="22585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675"/>
                </a:lnSpc>
              </a:pPr>
              <a:r>
                <a:rPr lang="en-US" sz="563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DEL DESCUENTO</a:t>
              </a:r>
              <a:endParaRPr lang="en-US" sz="563"/>
            </a:p>
          </p:txBody>
        </p:sp>
        <p:sp>
          <p:nvSpPr>
            <p:cNvPr id="1308" name="Text 107">
              <a:extLst>
                <a:ext uri="{FF2B5EF4-FFF2-40B4-BE49-F238E27FC236}">
                  <a16:creationId xmlns:a16="http://schemas.microsoft.com/office/drawing/2014/main" id="{C04D83C0-C4ED-4490-9F7D-35873F3D86CE}"/>
                </a:ext>
              </a:extLst>
            </p:cNvPr>
            <p:cNvSpPr txBox="1"/>
            <p:nvPr/>
          </p:nvSpPr>
          <p:spPr>
            <a:xfrm>
              <a:off x="1563624" y="4663440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SEGMENTO ABC</a:t>
              </a:r>
              <a:endParaRPr lang="en-US" sz="525"/>
            </a:p>
          </p:txBody>
        </p:sp>
        <p:sp>
          <p:nvSpPr>
            <p:cNvPr id="1309" name="Shape 112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1563624" y="5010912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310" name="Text 113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1664208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488"/>
            </a:p>
          </p:txBody>
        </p:sp>
        <p:sp>
          <p:nvSpPr>
            <p:cNvPr id="1311" name="Shape 114">
              <a:extLst>
                <a:ext uri="{FF2B5EF4-FFF2-40B4-BE49-F238E27FC236}">
                  <a16:creationId xmlns:a16="http://schemas.microsoft.com/office/drawing/2014/main" id="{815D00A6-80AE-7375-9606-47522197C773}"/>
                </a:ext>
              </a:extLst>
            </p:cNvPr>
            <p:cNvSpPr/>
            <p:nvPr/>
          </p:nvSpPr>
          <p:spPr>
            <a:xfrm>
              <a:off x="1830172" y="5010912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312" name="Text 115">
              <a:extLst>
                <a:ext uri="{FF2B5EF4-FFF2-40B4-BE49-F238E27FC236}">
                  <a16:creationId xmlns:a16="http://schemas.microsoft.com/office/drawing/2014/main" id="{5A13B406-B83D-5534-13D1-E3CDAAAED745}"/>
                </a:ext>
              </a:extLst>
            </p:cNvPr>
            <p:cNvSpPr txBox="1"/>
            <p:nvPr/>
          </p:nvSpPr>
          <p:spPr>
            <a:xfrm>
              <a:off x="1930756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488"/>
            </a:p>
          </p:txBody>
        </p:sp>
        <p:sp>
          <p:nvSpPr>
            <p:cNvPr id="1313" name="Shape 116">
              <a:extLst>
                <a:ext uri="{FF2B5EF4-FFF2-40B4-BE49-F238E27FC236}">
                  <a16:creationId xmlns:a16="http://schemas.microsoft.com/office/drawing/2014/main" id="{2936DA5A-33AB-958F-D565-FD2820AAB392}"/>
                </a:ext>
              </a:extLst>
            </p:cNvPr>
            <p:cNvSpPr/>
            <p:nvPr/>
          </p:nvSpPr>
          <p:spPr>
            <a:xfrm>
              <a:off x="2096719" y="5010912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314" name="Text 117">
              <a:extLst>
                <a:ext uri="{FF2B5EF4-FFF2-40B4-BE49-F238E27FC236}">
                  <a16:creationId xmlns:a16="http://schemas.microsoft.com/office/drawing/2014/main" id="{598E9CD9-4F02-C721-5949-B75C5F9EBD2E}"/>
                </a:ext>
              </a:extLst>
            </p:cNvPr>
            <p:cNvSpPr txBox="1"/>
            <p:nvPr/>
          </p:nvSpPr>
          <p:spPr>
            <a:xfrm>
              <a:off x="2197303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88"/>
            </a:p>
          </p:txBody>
        </p:sp>
        <p:sp>
          <p:nvSpPr>
            <p:cNvPr id="1315" name="Text 118">
              <a:extLst>
                <a:ext uri="{FF2B5EF4-FFF2-40B4-BE49-F238E27FC236}">
                  <a16:creationId xmlns:a16="http://schemas.microsoft.com/office/drawing/2014/main" id="{777F6217-B8CC-6E53-A24A-5215760A1F19}"/>
                </a:ext>
              </a:extLst>
            </p:cNvPr>
            <p:cNvSpPr txBox="1"/>
            <p:nvPr/>
          </p:nvSpPr>
          <p:spPr>
            <a:xfrm>
              <a:off x="1563624" y="5202936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TRAMO DE DESCUENTO</a:t>
              </a:r>
              <a:endParaRPr lang="en-US" sz="525"/>
            </a:p>
          </p:txBody>
        </p:sp>
        <p:sp>
          <p:nvSpPr>
            <p:cNvPr id="1316" name="Text 146">
              <a:extLst>
                <a:ext uri="{FF2B5EF4-FFF2-40B4-BE49-F238E27FC236}">
                  <a16:creationId xmlns:a16="http://schemas.microsoft.com/office/drawing/2014/main" id="{78937D0A-187C-6697-E7DA-4A48C6CD6536}"/>
                </a:ext>
              </a:extLst>
            </p:cNvPr>
            <p:cNvSpPr txBox="1"/>
            <p:nvPr/>
          </p:nvSpPr>
          <p:spPr>
            <a:xfrm>
              <a:off x="1563624" y="6382512"/>
              <a:ext cx="309981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i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Entra por el POS: 56% usa Izipay, la puerta digital al crédito del negocio.</a:t>
              </a:r>
              <a:endParaRPr lang="en-US" sz="638"/>
            </a:p>
          </p:txBody>
        </p:sp>
        <p:sp>
          <p:nvSpPr>
            <p:cNvPr id="1317" name="Text 147">
              <a:extLst>
                <a:ext uri="{FF2B5EF4-FFF2-40B4-BE49-F238E27FC236}">
                  <a16:creationId xmlns:a16="http://schemas.microsoft.com/office/drawing/2014/main" id="{68D84E4A-20E0-F88D-5618-87226534409A}"/>
                </a:ext>
              </a:extLst>
            </p:cNvPr>
            <p:cNvSpPr txBox="1"/>
            <p:nvPr/>
          </p:nvSpPr>
          <p:spPr>
            <a:xfrm>
              <a:off x="4946904" y="4663440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SEGMENTO ABC</a:t>
              </a:r>
              <a:endParaRPr lang="en-US" sz="525"/>
            </a:p>
          </p:txBody>
        </p:sp>
        <p:sp>
          <p:nvSpPr>
            <p:cNvPr id="1318" name="Shape 153">
              <a:extLst>
                <a:ext uri="{FF2B5EF4-FFF2-40B4-BE49-F238E27FC236}">
                  <a16:creationId xmlns:a16="http://schemas.microsoft.com/office/drawing/2014/main" id="{DD7746AA-1F7F-1FBA-4A50-306066DB880A}"/>
                </a:ext>
              </a:extLst>
            </p:cNvPr>
            <p:cNvSpPr/>
            <p:nvPr/>
          </p:nvSpPr>
          <p:spPr>
            <a:xfrm>
              <a:off x="4946904" y="5010912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319" name="Text 154">
              <a:extLst>
                <a:ext uri="{FF2B5EF4-FFF2-40B4-BE49-F238E27FC236}">
                  <a16:creationId xmlns:a16="http://schemas.microsoft.com/office/drawing/2014/main" id="{C0BC6EEB-2170-36CA-00D4-418151A399E2}"/>
                </a:ext>
              </a:extLst>
            </p:cNvPr>
            <p:cNvSpPr txBox="1"/>
            <p:nvPr/>
          </p:nvSpPr>
          <p:spPr>
            <a:xfrm>
              <a:off x="5047488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488"/>
            </a:p>
          </p:txBody>
        </p:sp>
        <p:sp>
          <p:nvSpPr>
            <p:cNvPr id="1320" name="Shape 155">
              <a:extLst>
                <a:ext uri="{FF2B5EF4-FFF2-40B4-BE49-F238E27FC236}">
                  <a16:creationId xmlns:a16="http://schemas.microsoft.com/office/drawing/2014/main" id="{9372E62C-6FD3-6D30-E503-1EE95E955398}"/>
                </a:ext>
              </a:extLst>
            </p:cNvPr>
            <p:cNvSpPr/>
            <p:nvPr/>
          </p:nvSpPr>
          <p:spPr>
            <a:xfrm>
              <a:off x="5213452" y="5010912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321" name="Text 156">
              <a:extLst>
                <a:ext uri="{FF2B5EF4-FFF2-40B4-BE49-F238E27FC236}">
                  <a16:creationId xmlns:a16="http://schemas.microsoft.com/office/drawing/2014/main" id="{F1A24C3F-6BAB-FF2B-C463-B3097A6DF3D1}"/>
                </a:ext>
              </a:extLst>
            </p:cNvPr>
            <p:cNvSpPr txBox="1"/>
            <p:nvPr/>
          </p:nvSpPr>
          <p:spPr>
            <a:xfrm>
              <a:off x="5314036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488"/>
            </a:p>
          </p:txBody>
        </p:sp>
        <p:sp>
          <p:nvSpPr>
            <p:cNvPr id="1322" name="Shape 157">
              <a:extLst>
                <a:ext uri="{FF2B5EF4-FFF2-40B4-BE49-F238E27FC236}">
                  <a16:creationId xmlns:a16="http://schemas.microsoft.com/office/drawing/2014/main" id="{35BEE1CF-18CD-3C2A-454D-33ADF4D84F01}"/>
                </a:ext>
              </a:extLst>
            </p:cNvPr>
            <p:cNvSpPr/>
            <p:nvPr/>
          </p:nvSpPr>
          <p:spPr>
            <a:xfrm>
              <a:off x="5479999" y="5010912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323" name="Text 158">
              <a:extLst>
                <a:ext uri="{FF2B5EF4-FFF2-40B4-BE49-F238E27FC236}">
                  <a16:creationId xmlns:a16="http://schemas.microsoft.com/office/drawing/2014/main" id="{83BC2426-B1EE-6EEF-1DE7-46AA09DF0B5F}"/>
                </a:ext>
              </a:extLst>
            </p:cNvPr>
            <p:cNvSpPr txBox="1"/>
            <p:nvPr/>
          </p:nvSpPr>
          <p:spPr>
            <a:xfrm>
              <a:off x="5580583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88"/>
            </a:p>
          </p:txBody>
        </p:sp>
        <p:sp>
          <p:nvSpPr>
            <p:cNvPr id="1324" name="Text 159">
              <a:extLst>
                <a:ext uri="{FF2B5EF4-FFF2-40B4-BE49-F238E27FC236}">
                  <a16:creationId xmlns:a16="http://schemas.microsoft.com/office/drawing/2014/main" id="{77F8B845-A745-79BC-3139-E0E1853CF6D8}"/>
                </a:ext>
              </a:extLst>
            </p:cNvPr>
            <p:cNvSpPr txBox="1"/>
            <p:nvPr/>
          </p:nvSpPr>
          <p:spPr>
            <a:xfrm>
              <a:off x="4946904" y="5202936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TRAMO DE DESCUENTO</a:t>
              </a:r>
              <a:endParaRPr lang="en-US" sz="525"/>
            </a:p>
          </p:txBody>
        </p:sp>
        <p:sp>
          <p:nvSpPr>
            <p:cNvPr id="1325" name="Text 187">
              <a:extLst>
                <a:ext uri="{FF2B5EF4-FFF2-40B4-BE49-F238E27FC236}">
                  <a16:creationId xmlns:a16="http://schemas.microsoft.com/office/drawing/2014/main" id="{7BDB88C9-2B18-F3B8-C5E5-B36E9D528604}"/>
                </a:ext>
              </a:extLst>
            </p:cNvPr>
            <p:cNvSpPr txBox="1"/>
            <p:nvPr/>
          </p:nvSpPr>
          <p:spPr>
            <a:xfrm>
              <a:off x="4946904" y="6382512"/>
              <a:ext cx="309981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i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Vende casi S/ 500k sin historial de crédito: negocio en marcha que estrena financiamiento.</a:t>
              </a:r>
              <a:endParaRPr lang="en-US" sz="638"/>
            </a:p>
          </p:txBody>
        </p:sp>
        <p:sp>
          <p:nvSpPr>
            <p:cNvPr id="1326" name="Text 188">
              <a:extLst>
                <a:ext uri="{FF2B5EF4-FFF2-40B4-BE49-F238E27FC236}">
                  <a16:creationId xmlns:a16="http://schemas.microsoft.com/office/drawing/2014/main" id="{6B6A8EF4-7479-0DE1-85A9-A1DD2C0AA68F}"/>
                </a:ext>
              </a:extLst>
            </p:cNvPr>
            <p:cNvSpPr txBox="1"/>
            <p:nvPr/>
          </p:nvSpPr>
          <p:spPr>
            <a:xfrm>
              <a:off x="8330184" y="4663440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SEGMENTO ABC</a:t>
              </a:r>
              <a:endParaRPr lang="en-US" sz="525"/>
            </a:p>
          </p:txBody>
        </p:sp>
        <p:sp>
          <p:nvSpPr>
            <p:cNvPr id="1327" name="Shape 194">
              <a:extLst>
                <a:ext uri="{FF2B5EF4-FFF2-40B4-BE49-F238E27FC236}">
                  <a16:creationId xmlns:a16="http://schemas.microsoft.com/office/drawing/2014/main" id="{AB725C1D-9AD6-E6E3-CB48-58ACDCA28F97}"/>
                </a:ext>
              </a:extLst>
            </p:cNvPr>
            <p:cNvSpPr/>
            <p:nvPr/>
          </p:nvSpPr>
          <p:spPr>
            <a:xfrm>
              <a:off x="8330184" y="5010912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328" name="Text 195">
              <a:extLst>
                <a:ext uri="{FF2B5EF4-FFF2-40B4-BE49-F238E27FC236}">
                  <a16:creationId xmlns:a16="http://schemas.microsoft.com/office/drawing/2014/main" id="{7207E54E-F521-4A45-602E-D3E7AEC701D6}"/>
                </a:ext>
              </a:extLst>
            </p:cNvPr>
            <p:cNvSpPr txBox="1"/>
            <p:nvPr/>
          </p:nvSpPr>
          <p:spPr>
            <a:xfrm>
              <a:off x="8430768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488"/>
            </a:p>
          </p:txBody>
        </p:sp>
        <p:sp>
          <p:nvSpPr>
            <p:cNvPr id="1329" name="Shape 196">
              <a:extLst>
                <a:ext uri="{FF2B5EF4-FFF2-40B4-BE49-F238E27FC236}">
                  <a16:creationId xmlns:a16="http://schemas.microsoft.com/office/drawing/2014/main" id="{6EA142E1-C4FB-709B-656E-83213C03B081}"/>
                </a:ext>
              </a:extLst>
            </p:cNvPr>
            <p:cNvSpPr/>
            <p:nvPr/>
          </p:nvSpPr>
          <p:spPr>
            <a:xfrm>
              <a:off x="8596732" y="5010912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330" name="Text 197">
              <a:extLst>
                <a:ext uri="{FF2B5EF4-FFF2-40B4-BE49-F238E27FC236}">
                  <a16:creationId xmlns:a16="http://schemas.microsoft.com/office/drawing/2014/main" id="{0429BF68-E73E-1413-8EA4-BD58704DDEE1}"/>
                </a:ext>
              </a:extLst>
            </p:cNvPr>
            <p:cNvSpPr txBox="1"/>
            <p:nvPr/>
          </p:nvSpPr>
          <p:spPr>
            <a:xfrm>
              <a:off x="8697316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488"/>
            </a:p>
          </p:txBody>
        </p:sp>
        <p:sp>
          <p:nvSpPr>
            <p:cNvPr id="1331" name="Shape 198">
              <a:extLst>
                <a:ext uri="{FF2B5EF4-FFF2-40B4-BE49-F238E27FC236}">
                  <a16:creationId xmlns:a16="http://schemas.microsoft.com/office/drawing/2014/main" id="{FEE50925-69D8-003D-F89C-B38322C67CB6}"/>
                </a:ext>
              </a:extLst>
            </p:cNvPr>
            <p:cNvSpPr/>
            <p:nvPr/>
          </p:nvSpPr>
          <p:spPr>
            <a:xfrm>
              <a:off x="8863279" y="5010912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1332" name="Text 199">
              <a:extLst>
                <a:ext uri="{FF2B5EF4-FFF2-40B4-BE49-F238E27FC236}">
                  <a16:creationId xmlns:a16="http://schemas.microsoft.com/office/drawing/2014/main" id="{27A216FE-C2EB-E2E1-CF00-AFCB95920617}"/>
                </a:ext>
              </a:extLst>
            </p:cNvPr>
            <p:cNvSpPr txBox="1"/>
            <p:nvPr/>
          </p:nvSpPr>
          <p:spPr>
            <a:xfrm>
              <a:off x="8963863" y="4974336"/>
              <a:ext cx="1202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88"/>
            </a:p>
          </p:txBody>
        </p:sp>
        <p:sp>
          <p:nvSpPr>
            <p:cNvPr id="1333" name="Text 200">
              <a:extLst>
                <a:ext uri="{FF2B5EF4-FFF2-40B4-BE49-F238E27FC236}">
                  <a16:creationId xmlns:a16="http://schemas.microsoft.com/office/drawing/2014/main" id="{8B070824-902E-3260-C03D-9F085192AAE0}"/>
                </a:ext>
              </a:extLst>
            </p:cNvPr>
            <p:cNvSpPr txBox="1"/>
            <p:nvPr/>
          </p:nvSpPr>
          <p:spPr>
            <a:xfrm>
              <a:off x="8330184" y="5202936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TRAMO DE DESCUENTO</a:t>
              </a:r>
              <a:endParaRPr lang="en-US" sz="525"/>
            </a:p>
          </p:txBody>
        </p:sp>
        <p:sp>
          <p:nvSpPr>
            <p:cNvPr id="1334" name="Text 228">
              <a:extLst>
                <a:ext uri="{FF2B5EF4-FFF2-40B4-BE49-F238E27FC236}">
                  <a16:creationId xmlns:a16="http://schemas.microsoft.com/office/drawing/2014/main" id="{E1B267B5-36C3-EA89-EE22-00C8ECFE5F6A}"/>
                </a:ext>
              </a:extLst>
            </p:cNvPr>
            <p:cNvSpPr txBox="1"/>
            <p:nvPr/>
          </p:nvSpPr>
          <p:spPr>
            <a:xfrm>
              <a:off x="8330184" y="6382512"/>
              <a:ext cx="309981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750"/>
                </a:lnSpc>
              </a:pPr>
              <a:r>
                <a:rPr lang="en-US" sz="638" i="1">
                  <a:solidFill>
                    <a:srgbClr val="0B2E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nuevo con más pasivos y mayor ticket: a un crédito de convertirse en cliente de portafolio.</a:t>
              </a:r>
              <a:endParaRPr lang="en-US" sz="638"/>
            </a:p>
          </p:txBody>
        </p:sp>
        <p:sp>
          <p:nvSpPr>
            <p:cNvPr id="1335" name="Shape 264">
              <a:extLst>
                <a:ext uri="{FF2B5EF4-FFF2-40B4-BE49-F238E27FC236}">
                  <a16:creationId xmlns:a16="http://schemas.microsoft.com/office/drawing/2014/main" id="{D561A676-8913-6702-18C1-FD252CAD6DC2}"/>
                </a:ext>
              </a:extLst>
            </p:cNvPr>
            <p:cNvSpPr/>
            <p:nvPr/>
          </p:nvSpPr>
          <p:spPr>
            <a:xfrm>
              <a:off x="1563624" y="4818888"/>
              <a:ext cx="27898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36" name="Shape 265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1591522" y="4818888"/>
              <a:ext cx="1472413" cy="137160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37" name="Text 266">
              <a:extLst>
                <a:ext uri="{FF2B5EF4-FFF2-40B4-BE49-F238E27FC236}">
                  <a16:creationId xmlns:a16="http://schemas.microsoft.com/office/drawing/2014/main" id="{250765E7-5A27-BB78-B712-F7B144541934}"/>
                </a:ext>
              </a:extLst>
            </p:cNvPr>
            <p:cNvSpPr txBox="1"/>
            <p:nvPr/>
          </p:nvSpPr>
          <p:spPr>
            <a:xfrm>
              <a:off x="1591522" y="4818888"/>
              <a:ext cx="1472413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48%</a:t>
              </a:r>
              <a:endParaRPr lang="en-US" sz="600"/>
            </a:p>
          </p:txBody>
        </p:sp>
        <p:sp>
          <p:nvSpPr>
            <p:cNvPr id="1338" name="Shape 267">
              <a:extLst>
                <a:ext uri="{FF2B5EF4-FFF2-40B4-BE49-F238E27FC236}">
                  <a16:creationId xmlns:a16="http://schemas.microsoft.com/office/drawing/2014/main" id="{1225B5A6-E61E-4AB9-6AC2-87200A32E0DD}"/>
                </a:ext>
              </a:extLst>
            </p:cNvPr>
            <p:cNvSpPr/>
            <p:nvPr/>
          </p:nvSpPr>
          <p:spPr>
            <a:xfrm>
              <a:off x="3063935" y="4818888"/>
              <a:ext cx="1599505" cy="137160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39" name="Text 268">
              <a:extLst>
                <a:ext uri="{FF2B5EF4-FFF2-40B4-BE49-F238E27FC236}">
                  <a16:creationId xmlns:a16="http://schemas.microsoft.com/office/drawing/2014/main" id="{ECB841B9-DB3F-F7C2-DBEB-ABD889C515B1}"/>
                </a:ext>
              </a:extLst>
            </p:cNvPr>
            <p:cNvSpPr txBox="1"/>
            <p:nvPr/>
          </p:nvSpPr>
          <p:spPr>
            <a:xfrm>
              <a:off x="3063935" y="4818888"/>
              <a:ext cx="1599505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52%</a:t>
              </a:r>
              <a:endParaRPr lang="en-US" sz="600"/>
            </a:p>
          </p:txBody>
        </p:sp>
        <p:sp>
          <p:nvSpPr>
            <p:cNvPr id="1340" name="Shape 269">
              <a:extLst>
                <a:ext uri="{FF2B5EF4-FFF2-40B4-BE49-F238E27FC236}">
                  <a16:creationId xmlns:a16="http://schemas.microsoft.com/office/drawing/2014/main" id="{E8D027DA-243B-B246-7EB1-5817315D9C56}"/>
                </a:ext>
              </a:extLst>
            </p:cNvPr>
            <p:cNvSpPr/>
            <p:nvPr/>
          </p:nvSpPr>
          <p:spPr>
            <a:xfrm>
              <a:off x="1563624" y="5522976"/>
              <a:ext cx="830751" cy="11887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41" name="Text 270">
              <a:extLst>
                <a:ext uri="{FF2B5EF4-FFF2-40B4-BE49-F238E27FC236}">
                  <a16:creationId xmlns:a16="http://schemas.microsoft.com/office/drawing/2014/main" id="{391D1199-6477-CC03-2CF7-F730EF846170}"/>
                </a:ext>
              </a:extLst>
            </p:cNvPr>
            <p:cNvSpPr txBox="1"/>
            <p:nvPr/>
          </p:nvSpPr>
          <p:spPr>
            <a:xfrm>
              <a:off x="1563624" y="5349240"/>
              <a:ext cx="830751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27%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230k)</a:t>
              </a:r>
              <a:endParaRPr lang="en-US" sz="375"/>
            </a:p>
          </p:txBody>
        </p:sp>
        <p:sp>
          <p:nvSpPr>
            <p:cNvPr id="1342" name="Shape 271">
              <a:extLst>
                <a:ext uri="{FF2B5EF4-FFF2-40B4-BE49-F238E27FC236}">
                  <a16:creationId xmlns:a16="http://schemas.microsoft.com/office/drawing/2014/main" id="{95267D94-0A0D-483F-2E6D-4E0B1D2DD8EB}"/>
                </a:ext>
              </a:extLst>
            </p:cNvPr>
            <p:cNvSpPr/>
            <p:nvPr/>
          </p:nvSpPr>
          <p:spPr>
            <a:xfrm>
              <a:off x="1563624" y="572414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43" name="Text 272">
              <a:extLst>
                <a:ext uri="{FF2B5EF4-FFF2-40B4-BE49-F238E27FC236}">
                  <a16:creationId xmlns:a16="http://schemas.microsoft.com/office/drawing/2014/main" id="{4F075C5D-80F3-C487-E95D-4D73FB2DC82D}"/>
                </a:ext>
              </a:extLst>
            </p:cNvPr>
            <p:cNvSpPr txBox="1"/>
            <p:nvPr/>
          </p:nvSpPr>
          <p:spPr>
            <a:xfrm>
              <a:off x="1664208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desc.</a:t>
              </a:r>
              <a:endParaRPr lang="en-US" sz="450"/>
            </a:p>
          </p:txBody>
        </p:sp>
        <p:sp>
          <p:nvSpPr>
            <p:cNvPr id="1344" name="Shape 273">
              <a:extLst>
                <a:ext uri="{FF2B5EF4-FFF2-40B4-BE49-F238E27FC236}">
                  <a16:creationId xmlns:a16="http://schemas.microsoft.com/office/drawing/2014/main" id="{B56B6D90-15F4-8677-0010-491AC0A7F74E}"/>
                </a:ext>
              </a:extLst>
            </p:cNvPr>
            <p:cNvSpPr/>
            <p:nvPr/>
          </p:nvSpPr>
          <p:spPr>
            <a:xfrm>
              <a:off x="2394375" y="5522976"/>
              <a:ext cx="1075636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45" name="Text 274">
              <a:extLst>
                <a:ext uri="{FF2B5EF4-FFF2-40B4-BE49-F238E27FC236}">
                  <a16:creationId xmlns:a16="http://schemas.microsoft.com/office/drawing/2014/main" id="{0EBE2D5C-A077-B687-3520-DD3F350CDB95}"/>
                </a:ext>
              </a:extLst>
            </p:cNvPr>
            <p:cNvSpPr txBox="1"/>
            <p:nvPr/>
          </p:nvSpPr>
          <p:spPr>
            <a:xfrm>
              <a:off x="2394375" y="5349240"/>
              <a:ext cx="107563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35%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298k)</a:t>
              </a:r>
              <a:endParaRPr lang="en-US" sz="375"/>
            </a:p>
          </p:txBody>
        </p:sp>
        <p:sp>
          <p:nvSpPr>
            <p:cNvPr id="1346" name="Shape 275">
              <a:extLst>
                <a:ext uri="{FF2B5EF4-FFF2-40B4-BE49-F238E27FC236}">
                  <a16:creationId xmlns:a16="http://schemas.microsoft.com/office/drawing/2014/main" id="{2E40947E-2512-D786-0ACD-079E61E6A12C}"/>
                </a:ext>
              </a:extLst>
            </p:cNvPr>
            <p:cNvSpPr/>
            <p:nvPr/>
          </p:nvSpPr>
          <p:spPr>
            <a:xfrm>
              <a:off x="2338578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47" name="Text 276">
              <a:extLst>
                <a:ext uri="{FF2B5EF4-FFF2-40B4-BE49-F238E27FC236}">
                  <a16:creationId xmlns:a16="http://schemas.microsoft.com/office/drawing/2014/main" id="{1E1DE48A-23A6-D5D5-AC45-7BF1DE6B12B6}"/>
                </a:ext>
              </a:extLst>
            </p:cNvPr>
            <p:cNvSpPr txBox="1"/>
            <p:nvPr/>
          </p:nvSpPr>
          <p:spPr>
            <a:xfrm>
              <a:off x="2439162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(0-200]</a:t>
              </a:r>
              <a:endParaRPr lang="en-US" sz="450"/>
            </a:p>
          </p:txBody>
        </p:sp>
        <p:sp>
          <p:nvSpPr>
            <p:cNvPr id="1348" name="Shape 277">
              <a:extLst>
                <a:ext uri="{FF2B5EF4-FFF2-40B4-BE49-F238E27FC236}">
                  <a16:creationId xmlns:a16="http://schemas.microsoft.com/office/drawing/2014/main" id="{C2F150F6-C660-6F49-3DF3-0C0801FFA458}"/>
                </a:ext>
              </a:extLst>
            </p:cNvPr>
            <p:cNvSpPr/>
            <p:nvPr/>
          </p:nvSpPr>
          <p:spPr>
            <a:xfrm>
              <a:off x="3470011" y="5522976"/>
              <a:ext cx="598264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49" name="Text 278">
              <a:extLst>
                <a:ext uri="{FF2B5EF4-FFF2-40B4-BE49-F238E27FC236}">
                  <a16:creationId xmlns:a16="http://schemas.microsoft.com/office/drawing/2014/main" id="{A4C4BDB1-631A-EE11-D95D-72560A96370A}"/>
                </a:ext>
              </a:extLst>
            </p:cNvPr>
            <p:cNvSpPr txBox="1"/>
            <p:nvPr/>
          </p:nvSpPr>
          <p:spPr>
            <a:xfrm>
              <a:off x="3470011" y="5349240"/>
              <a:ext cx="598264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19%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166k)</a:t>
              </a:r>
              <a:endParaRPr lang="en-US" sz="375"/>
            </a:p>
          </p:txBody>
        </p:sp>
        <p:sp>
          <p:nvSpPr>
            <p:cNvPr id="1350" name="Shape 279">
              <a:extLst>
                <a:ext uri="{FF2B5EF4-FFF2-40B4-BE49-F238E27FC236}">
                  <a16:creationId xmlns:a16="http://schemas.microsoft.com/office/drawing/2014/main" id="{0FF282F7-8FA2-988B-7036-BF59F0743876}"/>
                </a:ext>
              </a:extLst>
            </p:cNvPr>
            <p:cNvSpPr/>
            <p:nvPr/>
          </p:nvSpPr>
          <p:spPr>
            <a:xfrm>
              <a:off x="3113532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51" name="Text 280">
              <a:extLst>
                <a:ext uri="{FF2B5EF4-FFF2-40B4-BE49-F238E27FC236}">
                  <a16:creationId xmlns:a16="http://schemas.microsoft.com/office/drawing/2014/main" id="{A0B60765-BA68-5316-15D7-96BA2ACE54BF}"/>
                </a:ext>
              </a:extLst>
            </p:cNvPr>
            <p:cNvSpPr txBox="1"/>
            <p:nvPr/>
          </p:nvSpPr>
          <p:spPr>
            <a:xfrm>
              <a:off x="3214116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(200-400]</a:t>
              </a:r>
              <a:endParaRPr lang="en-US" sz="450"/>
            </a:p>
          </p:txBody>
        </p:sp>
        <p:sp>
          <p:nvSpPr>
            <p:cNvPr id="1352" name="Shape 281">
              <a:extLst>
                <a:ext uri="{FF2B5EF4-FFF2-40B4-BE49-F238E27FC236}">
                  <a16:creationId xmlns:a16="http://schemas.microsoft.com/office/drawing/2014/main" id="{32D8F221-02DB-FAE6-BF7C-3276071EB7FB}"/>
                </a:ext>
              </a:extLst>
            </p:cNvPr>
            <p:cNvSpPr/>
            <p:nvPr/>
          </p:nvSpPr>
          <p:spPr>
            <a:xfrm>
              <a:off x="4068275" y="5522976"/>
              <a:ext cx="595165" cy="11887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53" name="Text 282">
              <a:extLst>
                <a:ext uri="{FF2B5EF4-FFF2-40B4-BE49-F238E27FC236}">
                  <a16:creationId xmlns:a16="http://schemas.microsoft.com/office/drawing/2014/main" id="{8E2F5BDD-71FF-3678-B5EC-9B3216B39264}"/>
                </a:ext>
              </a:extLst>
            </p:cNvPr>
            <p:cNvSpPr txBox="1"/>
            <p:nvPr/>
          </p:nvSpPr>
          <p:spPr>
            <a:xfrm>
              <a:off x="4068275" y="5349240"/>
              <a:ext cx="595165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19%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165k)</a:t>
              </a:r>
              <a:endParaRPr lang="en-US" sz="375"/>
            </a:p>
          </p:txBody>
        </p:sp>
        <p:sp>
          <p:nvSpPr>
            <p:cNvPr id="1354" name="Shape 283">
              <a:extLst>
                <a:ext uri="{FF2B5EF4-FFF2-40B4-BE49-F238E27FC236}">
                  <a16:creationId xmlns:a16="http://schemas.microsoft.com/office/drawing/2014/main" id="{0255B6E6-0E3A-CBA4-E74B-2BB9E5A9C5F3}"/>
                </a:ext>
              </a:extLst>
            </p:cNvPr>
            <p:cNvSpPr/>
            <p:nvPr/>
          </p:nvSpPr>
          <p:spPr>
            <a:xfrm>
              <a:off x="3888486" y="5724144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55" name="Text 284">
              <a:extLst>
                <a:ext uri="{FF2B5EF4-FFF2-40B4-BE49-F238E27FC236}">
                  <a16:creationId xmlns:a16="http://schemas.microsoft.com/office/drawing/2014/main" id="{99E324D2-62DF-8BF1-6DC9-EC85FFFD01AD}"/>
                </a:ext>
              </a:extLst>
            </p:cNvPr>
            <p:cNvSpPr txBox="1"/>
            <p:nvPr/>
          </p:nvSpPr>
          <p:spPr>
            <a:xfrm>
              <a:off x="3989070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(400+]</a:t>
              </a:r>
              <a:endParaRPr lang="en-US" sz="450"/>
            </a:p>
          </p:txBody>
        </p:sp>
        <p:sp>
          <p:nvSpPr>
            <p:cNvPr id="1356" name="Shape 285">
              <a:extLst>
                <a:ext uri="{FF2B5EF4-FFF2-40B4-BE49-F238E27FC236}">
                  <a16:creationId xmlns:a16="http://schemas.microsoft.com/office/drawing/2014/main" id="{35759B0B-FA59-132A-13E4-EE174EFA2AAC}"/>
                </a:ext>
              </a:extLst>
            </p:cNvPr>
            <p:cNvSpPr/>
            <p:nvPr/>
          </p:nvSpPr>
          <p:spPr>
            <a:xfrm>
              <a:off x="4946904" y="4818888"/>
              <a:ext cx="378178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57" name="Text 286">
              <a:extLst>
                <a:ext uri="{FF2B5EF4-FFF2-40B4-BE49-F238E27FC236}">
                  <a16:creationId xmlns:a16="http://schemas.microsoft.com/office/drawing/2014/main" id="{FE858025-0B5A-8724-57E1-541AEA5BA55A}"/>
                </a:ext>
              </a:extLst>
            </p:cNvPr>
            <p:cNvSpPr txBox="1"/>
            <p:nvPr/>
          </p:nvSpPr>
          <p:spPr>
            <a:xfrm>
              <a:off x="4946904" y="4818888"/>
              <a:ext cx="37817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12%</a:t>
              </a:r>
              <a:endParaRPr lang="en-US" sz="600"/>
            </a:p>
          </p:txBody>
        </p:sp>
        <p:sp>
          <p:nvSpPr>
            <p:cNvPr id="1358" name="Shape 287">
              <a:extLst>
                <a:ext uri="{FF2B5EF4-FFF2-40B4-BE49-F238E27FC236}">
                  <a16:creationId xmlns:a16="http://schemas.microsoft.com/office/drawing/2014/main" id="{4F7BC769-4AEE-2941-DB5A-DA62D40B80E3}"/>
                </a:ext>
              </a:extLst>
            </p:cNvPr>
            <p:cNvSpPr/>
            <p:nvPr/>
          </p:nvSpPr>
          <p:spPr>
            <a:xfrm>
              <a:off x="5325082" y="4818888"/>
              <a:ext cx="1323621" cy="137160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59" name="Text 288">
              <a:extLst>
                <a:ext uri="{FF2B5EF4-FFF2-40B4-BE49-F238E27FC236}">
                  <a16:creationId xmlns:a16="http://schemas.microsoft.com/office/drawing/2014/main" id="{A2EA3F06-2927-0717-AA19-38512F055E0B}"/>
                </a:ext>
              </a:extLst>
            </p:cNvPr>
            <p:cNvSpPr txBox="1"/>
            <p:nvPr/>
          </p:nvSpPr>
          <p:spPr>
            <a:xfrm>
              <a:off x="5325082" y="4818888"/>
              <a:ext cx="132362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43%</a:t>
              </a:r>
              <a:endParaRPr lang="en-US" sz="600"/>
            </a:p>
          </p:txBody>
        </p:sp>
        <p:sp>
          <p:nvSpPr>
            <p:cNvPr id="1360" name="Shape 289">
              <a:extLst>
                <a:ext uri="{FF2B5EF4-FFF2-40B4-BE49-F238E27FC236}">
                  <a16:creationId xmlns:a16="http://schemas.microsoft.com/office/drawing/2014/main" id="{21129AFF-22CD-1EC8-3DEC-3D68A088F5EE}"/>
                </a:ext>
              </a:extLst>
            </p:cNvPr>
            <p:cNvSpPr/>
            <p:nvPr/>
          </p:nvSpPr>
          <p:spPr>
            <a:xfrm>
              <a:off x="6648703" y="4818888"/>
              <a:ext cx="1398017" cy="137160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61" name="Text 290">
              <a:extLst>
                <a:ext uri="{FF2B5EF4-FFF2-40B4-BE49-F238E27FC236}">
                  <a16:creationId xmlns:a16="http://schemas.microsoft.com/office/drawing/2014/main" id="{CEC05048-C1FB-38C8-C8B3-DF7E4A53B404}"/>
                </a:ext>
              </a:extLst>
            </p:cNvPr>
            <p:cNvSpPr txBox="1"/>
            <p:nvPr/>
          </p:nvSpPr>
          <p:spPr>
            <a:xfrm>
              <a:off x="6648703" y="4818888"/>
              <a:ext cx="139801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45%</a:t>
              </a:r>
              <a:endParaRPr lang="en-US" sz="600"/>
            </a:p>
          </p:txBody>
        </p:sp>
        <p:sp>
          <p:nvSpPr>
            <p:cNvPr id="1362" name="Shape 291">
              <a:extLst>
                <a:ext uri="{FF2B5EF4-FFF2-40B4-BE49-F238E27FC236}">
                  <a16:creationId xmlns:a16="http://schemas.microsoft.com/office/drawing/2014/main" id="{D37E3AA4-B657-7B45-B513-93A85FCAB564}"/>
                </a:ext>
              </a:extLst>
            </p:cNvPr>
            <p:cNvSpPr/>
            <p:nvPr/>
          </p:nvSpPr>
          <p:spPr>
            <a:xfrm>
              <a:off x="4946904" y="5522976"/>
              <a:ext cx="626163" cy="11887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63" name="Text 292">
              <a:extLst>
                <a:ext uri="{FF2B5EF4-FFF2-40B4-BE49-F238E27FC236}">
                  <a16:creationId xmlns:a16="http://schemas.microsoft.com/office/drawing/2014/main" id="{876F9C16-D1CF-BE4D-F8D5-624AE5AD6907}"/>
                </a:ext>
              </a:extLst>
            </p:cNvPr>
            <p:cNvSpPr txBox="1"/>
            <p:nvPr/>
          </p:nvSpPr>
          <p:spPr>
            <a:xfrm>
              <a:off x="4946904" y="5349240"/>
              <a:ext cx="626163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20%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233k)</a:t>
              </a:r>
              <a:endParaRPr lang="en-US" sz="375"/>
            </a:p>
          </p:txBody>
        </p:sp>
        <p:sp>
          <p:nvSpPr>
            <p:cNvPr id="1364" name="Shape 293">
              <a:extLst>
                <a:ext uri="{FF2B5EF4-FFF2-40B4-BE49-F238E27FC236}">
                  <a16:creationId xmlns:a16="http://schemas.microsoft.com/office/drawing/2014/main" id="{00EE5EC0-74D2-664F-0F5B-90567FEB2D4E}"/>
                </a:ext>
              </a:extLst>
            </p:cNvPr>
            <p:cNvSpPr/>
            <p:nvPr/>
          </p:nvSpPr>
          <p:spPr>
            <a:xfrm>
              <a:off x="4946904" y="572414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65" name="Text 294">
              <a:extLst>
                <a:ext uri="{FF2B5EF4-FFF2-40B4-BE49-F238E27FC236}">
                  <a16:creationId xmlns:a16="http://schemas.microsoft.com/office/drawing/2014/main" id="{D4AF3D6B-3ACC-F467-2817-4B2169F49921}"/>
                </a:ext>
              </a:extLst>
            </p:cNvPr>
            <p:cNvSpPr txBox="1"/>
            <p:nvPr/>
          </p:nvSpPr>
          <p:spPr>
            <a:xfrm>
              <a:off x="5047488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desc.</a:t>
              </a:r>
              <a:endParaRPr lang="en-US" sz="450"/>
            </a:p>
          </p:txBody>
        </p:sp>
        <p:sp>
          <p:nvSpPr>
            <p:cNvPr id="1366" name="Shape 295">
              <a:extLst>
                <a:ext uri="{FF2B5EF4-FFF2-40B4-BE49-F238E27FC236}">
                  <a16:creationId xmlns:a16="http://schemas.microsoft.com/office/drawing/2014/main" id="{A7CE1019-CA61-56F3-7EAB-C0467E774A50}"/>
                </a:ext>
              </a:extLst>
            </p:cNvPr>
            <p:cNvSpPr/>
            <p:nvPr/>
          </p:nvSpPr>
          <p:spPr>
            <a:xfrm>
              <a:off x="5573067" y="5522976"/>
              <a:ext cx="957843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67" name="Text 296">
              <a:extLst>
                <a:ext uri="{FF2B5EF4-FFF2-40B4-BE49-F238E27FC236}">
                  <a16:creationId xmlns:a16="http://schemas.microsoft.com/office/drawing/2014/main" id="{44F42252-5A4C-31CA-D3C6-DF3E151D0DE3}"/>
                </a:ext>
              </a:extLst>
            </p:cNvPr>
            <p:cNvSpPr txBox="1"/>
            <p:nvPr/>
          </p:nvSpPr>
          <p:spPr>
            <a:xfrm>
              <a:off x="5573067" y="5349240"/>
              <a:ext cx="957843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31%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358k)</a:t>
              </a:r>
              <a:endParaRPr lang="en-US" sz="375"/>
            </a:p>
          </p:txBody>
        </p:sp>
        <p:sp>
          <p:nvSpPr>
            <p:cNvPr id="1368" name="Shape 297">
              <a:extLst>
                <a:ext uri="{FF2B5EF4-FFF2-40B4-BE49-F238E27FC236}">
                  <a16:creationId xmlns:a16="http://schemas.microsoft.com/office/drawing/2014/main" id="{DC9DFDF5-7F74-4B79-90FE-AD8017AD3570}"/>
                </a:ext>
              </a:extLst>
            </p:cNvPr>
            <p:cNvSpPr/>
            <p:nvPr/>
          </p:nvSpPr>
          <p:spPr>
            <a:xfrm>
              <a:off x="5721858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69" name="Text 298">
              <a:extLst>
                <a:ext uri="{FF2B5EF4-FFF2-40B4-BE49-F238E27FC236}">
                  <a16:creationId xmlns:a16="http://schemas.microsoft.com/office/drawing/2014/main" id="{4DCB428B-D9E5-F084-BBF7-DE4F950E74A0}"/>
                </a:ext>
              </a:extLst>
            </p:cNvPr>
            <p:cNvSpPr txBox="1"/>
            <p:nvPr/>
          </p:nvSpPr>
          <p:spPr>
            <a:xfrm>
              <a:off x="5822442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(0-200]</a:t>
              </a:r>
              <a:endParaRPr lang="en-US" sz="450"/>
            </a:p>
          </p:txBody>
        </p:sp>
        <p:sp>
          <p:nvSpPr>
            <p:cNvPr id="1370" name="Shape 299">
              <a:extLst>
                <a:ext uri="{FF2B5EF4-FFF2-40B4-BE49-F238E27FC236}">
                  <a16:creationId xmlns:a16="http://schemas.microsoft.com/office/drawing/2014/main" id="{CFC0C4F2-DF35-039C-22BB-DCBE0F79B227}"/>
                </a:ext>
              </a:extLst>
            </p:cNvPr>
            <p:cNvSpPr/>
            <p:nvPr/>
          </p:nvSpPr>
          <p:spPr>
            <a:xfrm>
              <a:off x="6530910" y="5522976"/>
              <a:ext cx="421575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71" name="Text 300">
              <a:extLst>
                <a:ext uri="{FF2B5EF4-FFF2-40B4-BE49-F238E27FC236}">
                  <a16:creationId xmlns:a16="http://schemas.microsoft.com/office/drawing/2014/main" id="{B05B5BB8-2229-ABBD-E52B-5ECB5B5B971C}"/>
                </a:ext>
              </a:extLst>
            </p:cNvPr>
            <p:cNvSpPr txBox="1"/>
            <p:nvPr/>
          </p:nvSpPr>
          <p:spPr>
            <a:xfrm>
              <a:off x="6530910" y="5349240"/>
              <a:ext cx="421575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14%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157k)</a:t>
              </a:r>
              <a:endParaRPr lang="en-US" sz="375"/>
            </a:p>
          </p:txBody>
        </p:sp>
        <p:sp>
          <p:nvSpPr>
            <p:cNvPr id="1372" name="Shape 301">
              <a:extLst>
                <a:ext uri="{FF2B5EF4-FFF2-40B4-BE49-F238E27FC236}">
                  <a16:creationId xmlns:a16="http://schemas.microsoft.com/office/drawing/2014/main" id="{65023615-38D0-0304-68A5-4C6472286864}"/>
                </a:ext>
              </a:extLst>
            </p:cNvPr>
            <p:cNvSpPr/>
            <p:nvPr/>
          </p:nvSpPr>
          <p:spPr>
            <a:xfrm>
              <a:off x="6496812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73" name="Text 302">
              <a:extLst>
                <a:ext uri="{FF2B5EF4-FFF2-40B4-BE49-F238E27FC236}">
                  <a16:creationId xmlns:a16="http://schemas.microsoft.com/office/drawing/2014/main" id="{FF085686-9719-3E17-AE12-E2BE769EC859}"/>
                </a:ext>
              </a:extLst>
            </p:cNvPr>
            <p:cNvSpPr txBox="1"/>
            <p:nvPr/>
          </p:nvSpPr>
          <p:spPr>
            <a:xfrm>
              <a:off x="6597396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(200-400]</a:t>
              </a:r>
              <a:endParaRPr lang="en-US" sz="450"/>
            </a:p>
          </p:txBody>
        </p:sp>
        <p:sp>
          <p:nvSpPr>
            <p:cNvPr id="1374" name="Shape 303">
              <a:extLst>
                <a:ext uri="{FF2B5EF4-FFF2-40B4-BE49-F238E27FC236}">
                  <a16:creationId xmlns:a16="http://schemas.microsoft.com/office/drawing/2014/main" id="{E40B1A2B-AFF3-86BC-F6C9-06F5E9CFCEDF}"/>
                </a:ext>
              </a:extLst>
            </p:cNvPr>
            <p:cNvSpPr/>
            <p:nvPr/>
          </p:nvSpPr>
          <p:spPr>
            <a:xfrm>
              <a:off x="6952485" y="5522976"/>
              <a:ext cx="1094235" cy="11887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75" name="Text 304">
              <a:extLst>
                <a:ext uri="{FF2B5EF4-FFF2-40B4-BE49-F238E27FC236}">
                  <a16:creationId xmlns:a16="http://schemas.microsoft.com/office/drawing/2014/main" id="{F52D5F27-365B-6134-549B-86C360172EFE}"/>
                </a:ext>
              </a:extLst>
            </p:cNvPr>
            <p:cNvSpPr txBox="1"/>
            <p:nvPr/>
          </p:nvSpPr>
          <p:spPr>
            <a:xfrm>
              <a:off x="6952485" y="5349240"/>
              <a:ext cx="1094235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35%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408k)</a:t>
              </a:r>
              <a:endParaRPr lang="en-US" sz="375"/>
            </a:p>
          </p:txBody>
        </p:sp>
        <p:sp>
          <p:nvSpPr>
            <p:cNvPr id="1376" name="Shape 305">
              <a:extLst>
                <a:ext uri="{FF2B5EF4-FFF2-40B4-BE49-F238E27FC236}">
                  <a16:creationId xmlns:a16="http://schemas.microsoft.com/office/drawing/2014/main" id="{FA777E97-3B8D-4FE3-5CA7-44B2D916763F}"/>
                </a:ext>
              </a:extLst>
            </p:cNvPr>
            <p:cNvSpPr/>
            <p:nvPr/>
          </p:nvSpPr>
          <p:spPr>
            <a:xfrm>
              <a:off x="7271766" y="5724144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77" name="Text 306">
              <a:extLst>
                <a:ext uri="{FF2B5EF4-FFF2-40B4-BE49-F238E27FC236}">
                  <a16:creationId xmlns:a16="http://schemas.microsoft.com/office/drawing/2014/main" id="{7E8B8CDC-099E-B7FF-AA30-DD3C7A4EF669}"/>
                </a:ext>
              </a:extLst>
            </p:cNvPr>
            <p:cNvSpPr txBox="1"/>
            <p:nvPr/>
          </p:nvSpPr>
          <p:spPr>
            <a:xfrm>
              <a:off x="7372350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(400+]</a:t>
              </a:r>
              <a:endParaRPr lang="en-US" sz="450"/>
            </a:p>
          </p:txBody>
        </p:sp>
        <p:sp>
          <p:nvSpPr>
            <p:cNvPr id="1378" name="Shape 307">
              <a:extLst>
                <a:ext uri="{FF2B5EF4-FFF2-40B4-BE49-F238E27FC236}">
                  <a16:creationId xmlns:a16="http://schemas.microsoft.com/office/drawing/2014/main" id="{291FE0F6-0C23-F232-6EC2-F07DBC26C1D0}"/>
                </a:ext>
              </a:extLst>
            </p:cNvPr>
            <p:cNvSpPr/>
            <p:nvPr/>
          </p:nvSpPr>
          <p:spPr>
            <a:xfrm>
              <a:off x="8330184" y="4818888"/>
              <a:ext cx="852449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79" name="Text 308">
              <a:extLst>
                <a:ext uri="{FF2B5EF4-FFF2-40B4-BE49-F238E27FC236}">
                  <a16:creationId xmlns:a16="http://schemas.microsoft.com/office/drawing/2014/main" id="{D84B058B-EB02-7AE0-F076-3AA94D635DFB}"/>
                </a:ext>
              </a:extLst>
            </p:cNvPr>
            <p:cNvSpPr txBox="1"/>
            <p:nvPr/>
          </p:nvSpPr>
          <p:spPr>
            <a:xfrm>
              <a:off x="8330184" y="4818888"/>
              <a:ext cx="852449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28%</a:t>
              </a:r>
              <a:endParaRPr lang="en-US" sz="600"/>
            </a:p>
          </p:txBody>
        </p:sp>
        <p:sp>
          <p:nvSpPr>
            <p:cNvPr id="1380" name="Shape 309">
              <a:extLst>
                <a:ext uri="{FF2B5EF4-FFF2-40B4-BE49-F238E27FC236}">
                  <a16:creationId xmlns:a16="http://schemas.microsoft.com/office/drawing/2014/main" id="{F72FFEA5-F85F-00A7-9AD9-9F08973A6767}"/>
                </a:ext>
              </a:extLst>
            </p:cNvPr>
            <p:cNvSpPr/>
            <p:nvPr/>
          </p:nvSpPr>
          <p:spPr>
            <a:xfrm>
              <a:off x="9182633" y="4818888"/>
              <a:ext cx="2079977" cy="137160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81" name="Text 310">
              <a:extLst>
                <a:ext uri="{FF2B5EF4-FFF2-40B4-BE49-F238E27FC236}">
                  <a16:creationId xmlns:a16="http://schemas.microsoft.com/office/drawing/2014/main" id="{C915A9F9-0E3B-1985-F528-3B88999F40D5}"/>
                </a:ext>
              </a:extLst>
            </p:cNvPr>
            <p:cNvSpPr txBox="1"/>
            <p:nvPr/>
          </p:nvSpPr>
          <p:spPr>
            <a:xfrm>
              <a:off x="9182633" y="4818888"/>
              <a:ext cx="207997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67%</a:t>
              </a:r>
              <a:endParaRPr lang="en-US" sz="600"/>
            </a:p>
          </p:txBody>
        </p:sp>
        <p:sp>
          <p:nvSpPr>
            <p:cNvPr id="1382" name="Shape 311">
              <a:extLst>
                <a:ext uri="{FF2B5EF4-FFF2-40B4-BE49-F238E27FC236}">
                  <a16:creationId xmlns:a16="http://schemas.microsoft.com/office/drawing/2014/main" id="{AD8A9132-C91F-B41B-5D6C-24C1FBCFBC3F}"/>
                </a:ext>
              </a:extLst>
            </p:cNvPr>
            <p:cNvSpPr/>
            <p:nvPr/>
          </p:nvSpPr>
          <p:spPr>
            <a:xfrm>
              <a:off x="11262610" y="4818888"/>
              <a:ext cx="164290" cy="137160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83" name="Shape 312">
              <a:extLst>
                <a:ext uri="{FF2B5EF4-FFF2-40B4-BE49-F238E27FC236}">
                  <a16:creationId xmlns:a16="http://schemas.microsoft.com/office/drawing/2014/main" id="{10E69B5C-2E5C-07E6-D91F-05087758D74E}"/>
                </a:ext>
              </a:extLst>
            </p:cNvPr>
            <p:cNvSpPr/>
            <p:nvPr/>
          </p:nvSpPr>
          <p:spPr>
            <a:xfrm>
              <a:off x="8330184" y="5522976"/>
              <a:ext cx="694359" cy="11887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84" name="Text 313">
              <a:extLst>
                <a:ext uri="{FF2B5EF4-FFF2-40B4-BE49-F238E27FC236}">
                  <a16:creationId xmlns:a16="http://schemas.microsoft.com/office/drawing/2014/main" id="{F083CE87-6A3F-2DAB-31B6-964DD3E7A0D2}"/>
                </a:ext>
              </a:extLst>
            </p:cNvPr>
            <p:cNvSpPr txBox="1"/>
            <p:nvPr/>
          </p:nvSpPr>
          <p:spPr>
            <a:xfrm>
              <a:off x="8330184" y="5349240"/>
              <a:ext cx="694359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22%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398k)</a:t>
              </a:r>
              <a:endParaRPr lang="en-US" sz="375"/>
            </a:p>
          </p:txBody>
        </p:sp>
        <p:sp>
          <p:nvSpPr>
            <p:cNvPr id="1385" name="Shape 314">
              <a:extLst>
                <a:ext uri="{FF2B5EF4-FFF2-40B4-BE49-F238E27FC236}">
                  <a16:creationId xmlns:a16="http://schemas.microsoft.com/office/drawing/2014/main" id="{5D7CB356-45F4-585C-423D-2DD76EC833DF}"/>
                </a:ext>
              </a:extLst>
            </p:cNvPr>
            <p:cNvSpPr/>
            <p:nvPr/>
          </p:nvSpPr>
          <p:spPr>
            <a:xfrm>
              <a:off x="8330184" y="572414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86" name="Text 315">
              <a:extLst>
                <a:ext uri="{FF2B5EF4-FFF2-40B4-BE49-F238E27FC236}">
                  <a16:creationId xmlns:a16="http://schemas.microsoft.com/office/drawing/2014/main" id="{F1807CEC-6050-B0DC-7ADD-F4B37BAC531F}"/>
                </a:ext>
              </a:extLst>
            </p:cNvPr>
            <p:cNvSpPr txBox="1"/>
            <p:nvPr/>
          </p:nvSpPr>
          <p:spPr>
            <a:xfrm>
              <a:off x="8430768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 desc.</a:t>
              </a:r>
              <a:endParaRPr lang="en-US" sz="450"/>
            </a:p>
          </p:txBody>
        </p:sp>
        <p:sp>
          <p:nvSpPr>
            <p:cNvPr id="1387" name="Shape 316">
              <a:extLst>
                <a:ext uri="{FF2B5EF4-FFF2-40B4-BE49-F238E27FC236}">
                  <a16:creationId xmlns:a16="http://schemas.microsoft.com/office/drawing/2014/main" id="{BFDC3CFE-4BFB-A103-DCD5-5874B699B77E}"/>
                </a:ext>
              </a:extLst>
            </p:cNvPr>
            <p:cNvSpPr/>
            <p:nvPr/>
          </p:nvSpPr>
          <p:spPr>
            <a:xfrm>
              <a:off x="9024543" y="5522976"/>
              <a:ext cx="251085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88" name="Text 317">
              <a:extLst>
                <a:ext uri="{FF2B5EF4-FFF2-40B4-BE49-F238E27FC236}">
                  <a16:creationId xmlns:a16="http://schemas.microsoft.com/office/drawing/2014/main" id="{E52BDE85-EA46-384D-0DF4-970B72A306AB}"/>
                </a:ext>
              </a:extLst>
            </p:cNvPr>
            <p:cNvSpPr txBox="1"/>
            <p:nvPr/>
          </p:nvSpPr>
          <p:spPr>
            <a:xfrm>
              <a:off x="9024543" y="5349240"/>
              <a:ext cx="251085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8%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144k)</a:t>
              </a:r>
              <a:endParaRPr lang="en-US" sz="375"/>
            </a:p>
          </p:txBody>
        </p:sp>
        <p:sp>
          <p:nvSpPr>
            <p:cNvPr id="1389" name="Shape 318">
              <a:extLst>
                <a:ext uri="{FF2B5EF4-FFF2-40B4-BE49-F238E27FC236}">
                  <a16:creationId xmlns:a16="http://schemas.microsoft.com/office/drawing/2014/main" id="{CDA86247-09CE-F041-7E10-CFBA3AD8B569}"/>
                </a:ext>
              </a:extLst>
            </p:cNvPr>
            <p:cNvSpPr/>
            <p:nvPr/>
          </p:nvSpPr>
          <p:spPr>
            <a:xfrm>
              <a:off x="9105138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90" name="Text 319">
              <a:extLst>
                <a:ext uri="{FF2B5EF4-FFF2-40B4-BE49-F238E27FC236}">
                  <a16:creationId xmlns:a16="http://schemas.microsoft.com/office/drawing/2014/main" id="{0EEEA618-6FDD-ABC3-B2CB-A1C5C0B0A876}"/>
                </a:ext>
              </a:extLst>
            </p:cNvPr>
            <p:cNvSpPr txBox="1"/>
            <p:nvPr/>
          </p:nvSpPr>
          <p:spPr>
            <a:xfrm>
              <a:off x="9205722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(0-200]</a:t>
              </a:r>
              <a:endParaRPr lang="en-US" sz="450"/>
            </a:p>
          </p:txBody>
        </p:sp>
        <p:sp>
          <p:nvSpPr>
            <p:cNvPr id="1391" name="Shape 320">
              <a:extLst>
                <a:ext uri="{FF2B5EF4-FFF2-40B4-BE49-F238E27FC236}">
                  <a16:creationId xmlns:a16="http://schemas.microsoft.com/office/drawing/2014/main" id="{6D0BC938-1C2F-132E-6D9D-4E3B91FB649B}"/>
                </a:ext>
              </a:extLst>
            </p:cNvPr>
            <p:cNvSpPr/>
            <p:nvPr/>
          </p:nvSpPr>
          <p:spPr>
            <a:xfrm>
              <a:off x="9275628" y="5522976"/>
              <a:ext cx="650961" cy="11887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92" name="Text 321">
              <a:extLst>
                <a:ext uri="{FF2B5EF4-FFF2-40B4-BE49-F238E27FC236}">
                  <a16:creationId xmlns:a16="http://schemas.microsoft.com/office/drawing/2014/main" id="{ABA9112B-B5B4-EB37-06E9-21DBACF300D5}"/>
                </a:ext>
              </a:extLst>
            </p:cNvPr>
            <p:cNvSpPr txBox="1"/>
            <p:nvPr/>
          </p:nvSpPr>
          <p:spPr>
            <a:xfrm>
              <a:off x="9275628" y="5349240"/>
              <a:ext cx="650961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21%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372k)</a:t>
              </a:r>
              <a:endParaRPr lang="en-US" sz="375"/>
            </a:p>
          </p:txBody>
        </p:sp>
        <p:sp>
          <p:nvSpPr>
            <p:cNvPr id="1393" name="Shape 322">
              <a:extLst>
                <a:ext uri="{FF2B5EF4-FFF2-40B4-BE49-F238E27FC236}">
                  <a16:creationId xmlns:a16="http://schemas.microsoft.com/office/drawing/2014/main" id="{25F73BFB-9600-7224-3AB8-ED4293CF6536}"/>
                </a:ext>
              </a:extLst>
            </p:cNvPr>
            <p:cNvSpPr/>
            <p:nvPr/>
          </p:nvSpPr>
          <p:spPr>
            <a:xfrm>
              <a:off x="9880092" y="5724144"/>
              <a:ext cx="73152" cy="73152"/>
            </a:xfrm>
            <a:prstGeom prst="rect">
              <a:avLst/>
            </a:prstGeom>
            <a:solidFill>
              <a:srgbClr val="C87A0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94" name="Text 323">
              <a:extLst>
                <a:ext uri="{FF2B5EF4-FFF2-40B4-BE49-F238E27FC236}">
                  <a16:creationId xmlns:a16="http://schemas.microsoft.com/office/drawing/2014/main" id="{A636B2F2-49DE-469F-C564-6C399D052DF9}"/>
                </a:ext>
              </a:extLst>
            </p:cNvPr>
            <p:cNvSpPr txBox="1"/>
            <p:nvPr/>
          </p:nvSpPr>
          <p:spPr>
            <a:xfrm>
              <a:off x="9980676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(200-400]</a:t>
              </a:r>
              <a:endParaRPr lang="en-US" sz="450"/>
            </a:p>
          </p:txBody>
        </p:sp>
        <p:sp>
          <p:nvSpPr>
            <p:cNvPr id="1395" name="Shape 324">
              <a:extLst>
                <a:ext uri="{FF2B5EF4-FFF2-40B4-BE49-F238E27FC236}">
                  <a16:creationId xmlns:a16="http://schemas.microsoft.com/office/drawing/2014/main" id="{331A187C-F474-0B72-4F66-AFFCE2F5E914}"/>
                </a:ext>
              </a:extLst>
            </p:cNvPr>
            <p:cNvSpPr/>
            <p:nvPr/>
          </p:nvSpPr>
          <p:spPr>
            <a:xfrm>
              <a:off x="9926589" y="5522976"/>
              <a:ext cx="1503411" cy="11887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96" name="Text 325">
              <a:extLst>
                <a:ext uri="{FF2B5EF4-FFF2-40B4-BE49-F238E27FC236}">
                  <a16:creationId xmlns:a16="http://schemas.microsoft.com/office/drawing/2014/main" id="{0DE9FA7C-4037-F638-5B33-0987F187AB01}"/>
                </a:ext>
              </a:extLst>
            </p:cNvPr>
            <p:cNvSpPr txBox="1"/>
            <p:nvPr/>
          </p:nvSpPr>
          <p:spPr>
            <a:xfrm>
              <a:off x="9926589" y="5349240"/>
              <a:ext cx="1503411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50" b="1">
                  <a:solidFill>
                    <a:srgbClr val="6E7E7D"/>
                  </a:solidFill>
                  <a:latin typeface="Calibri" pitchFamily="34" charset="0"/>
                </a:rPr>
                <a:t>48%</a:t>
              </a:r>
            </a:p>
            <a:p>
              <a:pPr algn="ctr"/>
              <a:r>
                <a:rPr lang="en-US" sz="375">
                  <a:solidFill>
                    <a:srgbClr val="6E7E7D"/>
                  </a:solidFill>
                  <a:latin typeface="Calibri" pitchFamily="34" charset="0"/>
                </a:rPr>
                <a:t>(S/ 861k)</a:t>
              </a:r>
              <a:endParaRPr lang="en-US" sz="375"/>
            </a:p>
          </p:txBody>
        </p:sp>
        <p:sp>
          <p:nvSpPr>
            <p:cNvPr id="1397" name="Shape 326">
              <a:extLst>
                <a:ext uri="{FF2B5EF4-FFF2-40B4-BE49-F238E27FC236}">
                  <a16:creationId xmlns:a16="http://schemas.microsoft.com/office/drawing/2014/main" id="{ACE8544D-1589-32F8-7661-4857D846727D}"/>
                </a:ext>
              </a:extLst>
            </p:cNvPr>
            <p:cNvSpPr/>
            <p:nvPr/>
          </p:nvSpPr>
          <p:spPr>
            <a:xfrm>
              <a:off x="10655046" y="5724144"/>
              <a:ext cx="73152" cy="73152"/>
            </a:xfrm>
            <a:prstGeom prst="rect">
              <a:avLst/>
            </a:prstGeom>
            <a:solidFill>
              <a:srgbClr val="C04B4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1398" name="Text 327">
              <a:extLst>
                <a:ext uri="{FF2B5EF4-FFF2-40B4-BE49-F238E27FC236}">
                  <a16:creationId xmlns:a16="http://schemas.microsoft.com/office/drawing/2014/main" id="{5657D66B-69E2-DDC9-75F5-53E322AAAB41}"/>
                </a:ext>
              </a:extLst>
            </p:cNvPr>
            <p:cNvSpPr txBox="1"/>
            <p:nvPr/>
          </p:nvSpPr>
          <p:spPr>
            <a:xfrm>
              <a:off x="10755630" y="5687568"/>
              <a:ext cx="65608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50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(400+]</a:t>
              </a:r>
              <a:endParaRPr lang="en-US" sz="450"/>
            </a:p>
          </p:txBody>
        </p:sp>
        <p:sp>
          <p:nvSpPr>
            <p:cNvPr id="2399" name="Text 107_canal_0">
              <a:extLst>
                <a:ext uri="{FF2B5EF4-FFF2-40B4-BE49-F238E27FC236}">
                  <a16:creationId xmlns:a16="http://schemas.microsoft.com/office/drawing/2014/main" id="{C04D83C0-C4ED-4490-9F7D-35873F3D86CE}"/>
                </a:ext>
              </a:extLst>
            </p:cNvPr>
            <p:cNvSpPr txBox="1"/>
            <p:nvPr/>
          </p:nvSpPr>
          <p:spPr>
            <a:xfrm>
              <a:off x="1563624" y="5879592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CANAL</a:t>
              </a:r>
              <a:endParaRPr lang="en-US" sz="525"/>
            </a:p>
          </p:txBody>
        </p:sp>
        <p:sp>
          <p:nvSpPr>
            <p:cNvPr id="2400" name="Shape 265_canalseg_0_0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1563624" y="6035040"/>
              <a:ext cx="244885" cy="137160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401" name="Shape 265_canalseg_0_1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1808509" y="6035040"/>
              <a:ext cx="154991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402" name="Shape 265_canalseg_0_2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1963500" y="6035040"/>
              <a:ext cx="2699940" cy="137160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403" name="Text 266_canalsegtxt_0_2">
              <a:extLst>
                <a:ext uri="{FF2B5EF4-FFF2-40B4-BE49-F238E27FC236}">
                  <a16:creationId xmlns:a16="http://schemas.microsoft.com/office/drawing/2014/main" id="{250765E7-5A27-BB78-B712-F7B144541934}"/>
                </a:ext>
              </a:extLst>
            </p:cNvPr>
            <p:cNvSpPr txBox="1"/>
            <p:nvPr/>
          </p:nvSpPr>
          <p:spPr>
            <a:xfrm>
              <a:off x="1963500" y="6035040"/>
              <a:ext cx="26999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87%</a:t>
              </a:r>
              <a:endParaRPr lang="en-US" sz="600"/>
            </a:p>
          </p:txBody>
        </p:sp>
        <p:sp>
          <p:nvSpPr>
            <p:cNvPr id="2404" name="Shape 112_canaldot_0_0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1563624" y="6227064"/>
              <a:ext cx="73152" cy="73152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405" name="Text 113_canallegtxt_0_0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1664208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</a:t>
              </a:r>
              <a:endParaRPr lang="en-US" sz="488"/>
            </a:p>
          </p:txBody>
        </p:sp>
        <p:sp>
          <p:nvSpPr>
            <p:cNvPr id="2406" name="Shape 112_canaldot_0_1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2596896" y="622706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407" name="Text 113_canallegtxt_0_1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2697480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 virt.</a:t>
              </a:r>
              <a:endParaRPr lang="en-US" sz="488"/>
            </a:p>
          </p:txBody>
        </p:sp>
        <p:sp>
          <p:nvSpPr>
            <p:cNvPr id="2408" name="Shape 112_canaldot_0_2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3630168" y="6227064"/>
              <a:ext cx="73152" cy="73152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409" name="Text 113_canallegtxt_0_2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3730752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TLV</a:t>
              </a:r>
              <a:endParaRPr lang="en-US" sz="488"/>
            </a:p>
          </p:txBody>
        </p:sp>
        <p:sp>
          <p:nvSpPr>
            <p:cNvPr id="2410" name="Text 107_canal_1">
              <a:extLst>
                <a:ext uri="{FF2B5EF4-FFF2-40B4-BE49-F238E27FC236}">
                  <a16:creationId xmlns:a16="http://schemas.microsoft.com/office/drawing/2014/main" id="{C04D83C0-C4ED-4490-9F7D-35873F3D86CE}"/>
                </a:ext>
              </a:extLst>
            </p:cNvPr>
            <p:cNvSpPr txBox="1"/>
            <p:nvPr/>
          </p:nvSpPr>
          <p:spPr>
            <a:xfrm>
              <a:off x="4946904" y="5879592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CANAL</a:t>
              </a:r>
              <a:endParaRPr lang="en-US" sz="525"/>
            </a:p>
          </p:txBody>
        </p:sp>
        <p:sp>
          <p:nvSpPr>
            <p:cNvPr id="2411" name="Shape 265_canalseg_1_0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4946904" y="6035040"/>
              <a:ext cx="430874" cy="137160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412" name="Shape 265_canalseg_1_1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5377778" y="6035040"/>
              <a:ext cx="309982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413" name="Shape 265_canalseg_1_2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5687760" y="6035040"/>
              <a:ext cx="2355860" cy="137160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414" name="Text 266_canalsegtxt_1_2">
              <a:extLst>
                <a:ext uri="{FF2B5EF4-FFF2-40B4-BE49-F238E27FC236}">
                  <a16:creationId xmlns:a16="http://schemas.microsoft.com/office/drawing/2014/main" id="{250765E7-5A27-BB78-B712-F7B144541934}"/>
                </a:ext>
              </a:extLst>
            </p:cNvPr>
            <p:cNvSpPr txBox="1"/>
            <p:nvPr/>
          </p:nvSpPr>
          <p:spPr>
            <a:xfrm>
              <a:off x="5687760" y="6035040"/>
              <a:ext cx="235586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76%</a:t>
              </a:r>
              <a:endParaRPr lang="en-US" sz="600"/>
            </a:p>
          </p:txBody>
        </p:sp>
        <p:sp>
          <p:nvSpPr>
            <p:cNvPr id="2415" name="Shape 112_canaldot_1_0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4946904" y="6227064"/>
              <a:ext cx="73152" cy="73152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416" name="Text 113_canallegtxt_1_0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5047488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</a:t>
              </a:r>
              <a:endParaRPr lang="en-US" sz="488"/>
            </a:p>
          </p:txBody>
        </p:sp>
        <p:sp>
          <p:nvSpPr>
            <p:cNvPr id="2417" name="Shape 112_canaldot_1_1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5980176" y="622706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418" name="Text 113_canallegtxt_1_1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6080760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 virt.</a:t>
              </a:r>
              <a:endParaRPr lang="en-US" sz="488"/>
            </a:p>
          </p:txBody>
        </p:sp>
        <p:sp>
          <p:nvSpPr>
            <p:cNvPr id="2419" name="Shape 112_canaldot_1_2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7013448" y="6227064"/>
              <a:ext cx="73152" cy="73152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420" name="Text 113_canallegtxt_1_2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7114032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TLV</a:t>
              </a:r>
              <a:endParaRPr lang="en-US" sz="488"/>
            </a:p>
          </p:txBody>
        </p:sp>
        <p:sp>
          <p:nvSpPr>
            <p:cNvPr id="2421" name="Text 107_canal_2">
              <a:extLst>
                <a:ext uri="{FF2B5EF4-FFF2-40B4-BE49-F238E27FC236}">
                  <a16:creationId xmlns:a16="http://schemas.microsoft.com/office/drawing/2014/main" id="{C04D83C0-C4ED-4490-9F7D-35873F3D86CE}"/>
                </a:ext>
              </a:extLst>
            </p:cNvPr>
            <p:cNvSpPr txBox="1"/>
            <p:nvPr/>
          </p:nvSpPr>
          <p:spPr>
            <a:xfrm>
              <a:off x="8330184" y="5879592"/>
              <a:ext cx="30998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25" b="1">
                  <a:solidFill>
                    <a:srgbClr val="445A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COMPOSICIÓN POR CANAL</a:t>
              </a:r>
              <a:endParaRPr lang="en-US" sz="525"/>
            </a:p>
          </p:txBody>
        </p:sp>
        <p:sp>
          <p:nvSpPr>
            <p:cNvPr id="2422" name="Shape 265_canalseg_2_0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8330184" y="6035040"/>
              <a:ext cx="700558" cy="137160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423" name="Text 266_canalsegtxt_2_0">
              <a:extLst>
                <a:ext uri="{FF2B5EF4-FFF2-40B4-BE49-F238E27FC236}">
                  <a16:creationId xmlns:a16="http://schemas.microsoft.com/office/drawing/2014/main" id="{250765E7-5A27-BB78-B712-F7B144541934}"/>
                </a:ext>
              </a:extLst>
            </p:cNvPr>
            <p:cNvSpPr txBox="1"/>
            <p:nvPr/>
          </p:nvSpPr>
          <p:spPr>
            <a:xfrm>
              <a:off x="8330184" y="6035040"/>
              <a:ext cx="70055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23%</a:t>
              </a:r>
              <a:endParaRPr lang="en-US" sz="600"/>
            </a:p>
          </p:txBody>
        </p:sp>
        <p:sp>
          <p:nvSpPr>
            <p:cNvPr id="2424" name="Shape 265_canalseg_2_1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9030742" y="6035040"/>
              <a:ext cx="557967" cy="137160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425" name="Text 266_canalsegtxt_2_1">
              <a:extLst>
                <a:ext uri="{FF2B5EF4-FFF2-40B4-BE49-F238E27FC236}">
                  <a16:creationId xmlns:a16="http://schemas.microsoft.com/office/drawing/2014/main" id="{250765E7-5A27-BB78-B712-F7B144541934}"/>
                </a:ext>
              </a:extLst>
            </p:cNvPr>
            <p:cNvSpPr txBox="1"/>
            <p:nvPr/>
          </p:nvSpPr>
          <p:spPr>
            <a:xfrm>
              <a:off x="9030742" y="6035040"/>
              <a:ext cx="557967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18%</a:t>
              </a:r>
              <a:endParaRPr lang="en-US" sz="600"/>
            </a:p>
          </p:txBody>
        </p:sp>
        <p:sp>
          <p:nvSpPr>
            <p:cNvPr id="2426" name="Shape 265_canalseg_2_2">
              <a:extLst>
                <a:ext uri="{FF2B5EF4-FFF2-40B4-BE49-F238E27FC236}">
                  <a16:creationId xmlns:a16="http://schemas.microsoft.com/office/drawing/2014/main" id="{5EB57B1C-B378-BF73-59EF-9C584AC5B9D2}"/>
                </a:ext>
              </a:extLst>
            </p:cNvPr>
            <p:cNvSpPr/>
            <p:nvPr/>
          </p:nvSpPr>
          <p:spPr>
            <a:xfrm>
              <a:off x="9588709" y="6035040"/>
              <a:ext cx="1841291" cy="137160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lang="es-PE" sz="1350"/>
            </a:p>
          </p:txBody>
        </p:sp>
        <p:sp>
          <p:nvSpPr>
            <p:cNvPr id="2427" name="Text 266_canalsegtxt_2_2">
              <a:extLst>
                <a:ext uri="{FF2B5EF4-FFF2-40B4-BE49-F238E27FC236}">
                  <a16:creationId xmlns:a16="http://schemas.microsoft.com/office/drawing/2014/main" id="{250765E7-5A27-BB78-B712-F7B144541934}"/>
                </a:ext>
              </a:extLst>
            </p:cNvPr>
            <p:cNvSpPr txBox="1"/>
            <p:nvPr/>
          </p:nvSpPr>
          <p:spPr>
            <a:xfrm>
              <a:off x="9588709" y="6035040"/>
              <a:ext cx="1841291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59%</a:t>
              </a:r>
              <a:endParaRPr lang="en-US" sz="600"/>
            </a:p>
          </p:txBody>
        </p:sp>
        <p:sp>
          <p:nvSpPr>
            <p:cNvPr id="2428" name="Shape 112_canaldot_2_0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8330184" y="6227064"/>
              <a:ext cx="73152" cy="73152"/>
            </a:xfrm>
            <a:prstGeom prst="rect">
              <a:avLst/>
            </a:prstGeom>
            <a:solidFill>
              <a:srgbClr val="0C514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429" name="Text 113_canallegtxt_2_0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8430768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</a:t>
              </a:r>
              <a:endParaRPr lang="en-US" sz="488"/>
            </a:p>
          </p:txBody>
        </p:sp>
        <p:sp>
          <p:nvSpPr>
            <p:cNvPr id="2430" name="Shape 112_canaldot_2_1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9363456" y="6227064"/>
              <a:ext cx="73152" cy="73152"/>
            </a:xfrm>
            <a:prstGeom prst="rect">
              <a:avLst/>
            </a:prstGeom>
            <a:solidFill>
              <a:srgbClr val="13807B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431" name="Text 113_canallegtxt_2_1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9464040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Tiendas virt.</a:t>
              </a:r>
              <a:endParaRPr lang="en-US" sz="488"/>
            </a:p>
          </p:txBody>
        </p:sp>
        <p:sp>
          <p:nvSpPr>
            <p:cNvPr id="2432" name="Shape 112_canaldot_2_2">
              <a:extLst>
                <a:ext uri="{FF2B5EF4-FFF2-40B4-BE49-F238E27FC236}">
                  <a16:creationId xmlns:a16="http://schemas.microsoft.com/office/drawing/2014/main" id="{6E4AB9F8-DF20-FBA6-537C-FDE6B9000C53}"/>
                </a:ext>
              </a:extLst>
            </p:cNvPr>
            <p:cNvSpPr/>
            <p:nvPr/>
          </p:nvSpPr>
          <p:spPr>
            <a:xfrm>
              <a:off x="10396728" y="6227064"/>
              <a:ext cx="73152" cy="73152"/>
            </a:xfrm>
            <a:prstGeom prst="rect">
              <a:avLst/>
            </a:prstGeom>
            <a:solidFill>
              <a:srgbClr val="445A6E"/>
            </a:solidFill>
            <a:ln/>
          </p:spPr>
          <p:txBody>
            <a:bodyPr/>
            <a:lstStyle/>
            <a:p>
              <a:endParaRPr sz="1350"/>
            </a:p>
          </p:txBody>
        </p:sp>
        <p:sp>
          <p:nvSpPr>
            <p:cNvPr id="2433" name="Text 113_canallegtxt_2_2">
              <a:extLst>
                <a:ext uri="{FF2B5EF4-FFF2-40B4-BE49-F238E27FC236}">
                  <a16:creationId xmlns:a16="http://schemas.microsoft.com/office/drawing/2014/main" id="{9990CF1D-159C-D768-534B-F2649238EFA1}"/>
                </a:ext>
              </a:extLst>
            </p:cNvPr>
            <p:cNvSpPr txBox="1"/>
            <p:nvPr/>
          </p:nvSpPr>
          <p:spPr>
            <a:xfrm>
              <a:off x="10497312" y="6190488"/>
              <a:ext cx="9235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88">
                  <a:solidFill>
                    <a:srgbClr val="6E7E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TLV</a:t>
              </a:r>
              <a:endParaRPr lang="en-US" sz="488"/>
            </a:p>
          </p:txBody>
        </p:sp>
      </p:grpSp>
      <p:pic>
        <p:nvPicPr>
          <p:cNvPr id="8" name="Picture 86">
            <a:extLst>
              <a:ext uri="{FF2B5EF4-FFF2-40B4-BE49-F238E27FC236}">
                <a16:creationId xmlns:a16="http://schemas.microsoft.com/office/drawing/2014/main" id="{FC68B107-BBC2-EB27-42E2-557B81DE98B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cxnSp>
        <p:nvCxnSpPr>
          <p:cNvPr id="10" name="Connector 3">
            <a:extLst>
              <a:ext uri="{FF2B5EF4-FFF2-40B4-BE49-F238E27FC236}">
                <a16:creationId xmlns:a16="http://schemas.microsoft.com/office/drawing/2014/main" id="{907F8ABC-D62B-281B-5958-EF9628D3AE57}"/>
              </a:ext>
            </a:extLst>
          </p:cNvPr>
          <p:cNvCxnSpPr/>
          <p:nvPr/>
        </p:nvCxnSpPr>
        <p:spPr>
          <a:xfrm>
            <a:off x="493776" y="802386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">
            <a:extLst>
              <a:ext uri="{FF2B5EF4-FFF2-40B4-BE49-F238E27FC236}">
                <a16:creationId xmlns:a16="http://schemas.microsoft.com/office/drawing/2014/main" id="{8E73EBAB-C794-8BEF-9C4A-CB559C7219C7}"/>
              </a:ext>
            </a:extLst>
          </p:cNvPr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PE"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SEGMENTOS SIN DEUDA</a:t>
            </a:r>
          </a:p>
        </p:txBody>
      </p:sp>
    </p:spTree>
    <p:extLst>
      <p:ext uri="{BB962C8B-B14F-4D97-AF65-F5344CB8AC3E}">
        <p14:creationId xmlns:p14="http://schemas.microsoft.com/office/powerpoint/2010/main" val="536306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57B4-F6D1-F2EA-AE72-25A881DC4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E63580-C4AD-31EE-A238-1DC22FCEBDF6}"/>
              </a:ext>
            </a:extLst>
          </p:cNvPr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OFERTA RELEVANTE · SIGUIENTE CAPA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4D6F5-D595-D3DD-F55E-97C86CDC9757}"/>
              </a:ext>
            </a:extLst>
          </p:cNvPr>
          <p:cNvSpPr txBox="1"/>
          <p:nvPr/>
        </p:nvSpPr>
        <p:spPr>
          <a:xfrm>
            <a:off x="493776" y="425196"/>
            <a:ext cx="10312923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Siguiente capa: con el share relevante definido, pasamos a ver a qué precio juega el mercado para cerrar la lectura de sensibilidad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F2753E3-13C5-CF0C-D61D-9D0DAE659CFE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51B4363-E92C-F9CF-42AE-985E5A353E28}"/>
              </a:ext>
            </a:extLst>
          </p:cNvPr>
          <p:cNvGrpSpPr/>
          <p:nvPr/>
        </p:nvGrpSpPr>
        <p:grpSpPr>
          <a:xfrm>
            <a:off x="493776" y="1277169"/>
            <a:ext cx="11204463" cy="1303020"/>
            <a:chOff x="493776" y="1220724"/>
            <a:chExt cx="11204463" cy="13030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99ED5C4-2C08-4419-018B-89D6871917E3}"/>
                </a:ext>
              </a:extLst>
            </p:cNvPr>
            <p:cNvSpPr/>
            <p:nvPr/>
          </p:nvSpPr>
          <p:spPr>
            <a:xfrm>
              <a:off x="493776" y="1220724"/>
              <a:ext cx="11204463" cy="13030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205386-9FFD-88CE-C65C-75CE862533CC}"/>
                </a:ext>
              </a:extLst>
            </p:cNvPr>
            <p:cNvSpPr/>
            <p:nvPr/>
          </p:nvSpPr>
          <p:spPr>
            <a:xfrm>
              <a:off x="493776" y="1220724"/>
              <a:ext cx="41148" cy="1303020"/>
            </a:xfrm>
            <a:prstGeom prst="rect">
              <a:avLst/>
            </a:prstGeom>
            <a:solidFill>
              <a:srgbClr val="1380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AAE9C1-0A57-22C9-987A-0CFA0EDF5166}"/>
                </a:ext>
              </a:extLst>
            </p:cNvPr>
            <p:cNvSpPr txBox="1"/>
            <p:nvPr/>
          </p:nvSpPr>
          <p:spPr>
            <a:xfrm>
              <a:off x="699516" y="1357884"/>
              <a:ext cx="89154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825" b="1">
                  <a:solidFill>
                    <a:srgbClr val="13807B"/>
                  </a:solidFill>
                  <a:latin typeface="Calibri"/>
                </a:rPr>
                <a:t>CAPA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9BF88A-7068-C7DC-D881-94C8B0C2AE4B}"/>
                </a:ext>
              </a:extLst>
            </p:cNvPr>
            <p:cNvSpPr txBox="1"/>
            <p:nvPr/>
          </p:nvSpPr>
          <p:spPr>
            <a:xfrm>
              <a:off x="699516" y="1549907"/>
              <a:ext cx="2468880" cy="432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8000"/>
                </a:lnSpc>
              </a:pPr>
              <a:r>
                <a:rPr sz="1350" b="1">
                  <a:solidFill>
                    <a:srgbClr val="0B2E2C"/>
                  </a:solidFill>
                  <a:latin typeface="Calibri"/>
                </a:rPr>
                <a:t>Mirada interna ·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Segmentación</a:t>
              </a:r>
              <a:endParaRPr sz="1350" b="1">
                <a:solidFill>
                  <a:srgbClr val="0B2E2C"/>
                </a:solidFill>
                <a:latin typeface="Calibri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2F7FD8-8BE4-F4AE-BBE2-2DBBC20DAB58}"/>
                </a:ext>
              </a:extLst>
            </p:cNvPr>
            <p:cNvSpPr/>
            <p:nvPr/>
          </p:nvSpPr>
          <p:spPr>
            <a:xfrm>
              <a:off x="699516" y="2167127"/>
              <a:ext cx="1817370" cy="205740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148" tIns="20574" rIns="41148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1050" b="1">
                  <a:solidFill>
                    <a:srgbClr val="13807B"/>
                  </a:solidFill>
                  <a:latin typeface="Calibri"/>
                </a:rPr>
                <a:t>Completada</a:t>
              </a:r>
            </a:p>
          </p:txBody>
        </p:sp>
        <p:cxnSp>
          <p:nvCxnSpPr>
            <p:cNvPr id="12" name="Connector 11">
              <a:extLst>
                <a:ext uri="{FF2B5EF4-FFF2-40B4-BE49-F238E27FC236}">
                  <a16:creationId xmlns:a16="http://schemas.microsoft.com/office/drawing/2014/main" id="{CFA29BBC-7A05-E0C6-C8F0-D69333031345}"/>
                </a:ext>
              </a:extLst>
            </p:cNvPr>
            <p:cNvCxnSpPr/>
            <p:nvPr/>
          </p:nvCxnSpPr>
          <p:spPr>
            <a:xfrm>
              <a:off x="3374136" y="1412748"/>
              <a:ext cx="0" cy="918972"/>
            </a:xfrm>
            <a:prstGeom prst="line">
              <a:avLst/>
            </a:prstGeom>
            <a:ln w="1270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E5EFFFA-AE12-6BA0-152C-8ADA2939F21C}"/>
                </a:ext>
              </a:extLst>
            </p:cNvPr>
            <p:cNvSpPr txBox="1"/>
            <p:nvPr/>
          </p:nvSpPr>
          <p:spPr>
            <a:xfrm>
              <a:off x="3579876" y="1385316"/>
              <a:ext cx="315468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13807B"/>
                  </a:solidFill>
                  <a:latin typeface="Calibri"/>
                </a:rPr>
                <a:t>¿Quién es el cliente?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A67960-81AF-A664-8DEB-0CBEE3132885}"/>
                </a:ext>
              </a:extLst>
            </p:cNvPr>
            <p:cNvSpPr txBox="1"/>
            <p:nvPr/>
          </p:nvSpPr>
          <p:spPr>
            <a:xfrm>
              <a:off x="3579876" y="1632204"/>
              <a:ext cx="4046220" cy="5062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6000"/>
                </a:lnSpc>
              </a:pPr>
              <a:r>
                <a:rPr sz="900">
                  <a:solidFill>
                    <a:srgbClr val="3E5553"/>
                  </a:solidFill>
                  <a:latin typeface="Calibri"/>
                </a:rPr>
                <a:t>Con la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información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propia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IBK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identificamos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patrones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comportamiento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y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construimos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segmentos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;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esos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patrones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inferimos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el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nivel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sensibilidad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al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precio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cada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uno.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B04D950-1885-23CD-E2F8-EB9C34590F48}"/>
                </a:ext>
              </a:extLst>
            </p:cNvPr>
            <p:cNvSpPr/>
            <p:nvPr/>
          </p:nvSpPr>
          <p:spPr>
            <a:xfrm>
              <a:off x="7900416" y="1495044"/>
              <a:ext cx="301584" cy="288036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DEA0A4-BE60-486C-1387-5E1E2610CD5D}"/>
                </a:ext>
              </a:extLst>
            </p:cNvPr>
            <p:cNvSpPr/>
            <p:nvPr/>
          </p:nvSpPr>
          <p:spPr>
            <a:xfrm>
              <a:off x="8311728" y="1495044"/>
              <a:ext cx="301584" cy="288036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A9AECE-7276-1686-85B6-576629DD3281}"/>
                </a:ext>
              </a:extLst>
            </p:cNvPr>
            <p:cNvSpPr/>
            <p:nvPr/>
          </p:nvSpPr>
          <p:spPr>
            <a:xfrm>
              <a:off x="8723040" y="1495044"/>
              <a:ext cx="301584" cy="288036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3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94120D0-EFFB-5FB1-56E1-D8A3A22B9038}"/>
                </a:ext>
              </a:extLst>
            </p:cNvPr>
            <p:cNvSpPr/>
            <p:nvPr/>
          </p:nvSpPr>
          <p:spPr>
            <a:xfrm>
              <a:off x="9134353" y="1495044"/>
              <a:ext cx="301584" cy="288036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C87A0B"/>
                  </a:solidFill>
                  <a:latin typeface="Calibri"/>
                </a:rPr>
                <a:t>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741467-B57F-0B20-C86D-6CD2D11D6842}"/>
                </a:ext>
              </a:extLst>
            </p:cNvPr>
            <p:cNvSpPr/>
            <p:nvPr/>
          </p:nvSpPr>
          <p:spPr>
            <a:xfrm>
              <a:off x="9545665" y="1495044"/>
              <a:ext cx="301584" cy="28803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700637A-4E5F-597E-FF63-E2DB4A419493}"/>
                </a:ext>
              </a:extLst>
            </p:cNvPr>
            <p:cNvSpPr/>
            <p:nvPr/>
          </p:nvSpPr>
          <p:spPr>
            <a:xfrm>
              <a:off x="9956978" y="1495044"/>
              <a:ext cx="301584" cy="28803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6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A079B18-A341-17DE-A9BB-4AF9533B899E}"/>
                </a:ext>
              </a:extLst>
            </p:cNvPr>
            <p:cNvSpPr/>
            <p:nvPr/>
          </p:nvSpPr>
          <p:spPr>
            <a:xfrm>
              <a:off x="10368290" y="1495044"/>
              <a:ext cx="301584" cy="288036"/>
            </a:xfrm>
            <a:prstGeom prst="rect">
              <a:avLst/>
            </a:prstGeom>
            <a:solidFill>
              <a:srgbClr val="F1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6E7E7D"/>
                  </a:solidFill>
                  <a:latin typeface="Calibri"/>
                </a:rPr>
                <a:t>7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B50E40F-2198-5ADD-B4FB-983A72C020AA}"/>
                </a:ext>
              </a:extLst>
            </p:cNvPr>
            <p:cNvSpPr/>
            <p:nvPr/>
          </p:nvSpPr>
          <p:spPr>
            <a:xfrm>
              <a:off x="10779602" y="1495044"/>
              <a:ext cx="301584" cy="288036"/>
            </a:xfrm>
            <a:prstGeom prst="rect">
              <a:avLst/>
            </a:prstGeom>
            <a:solidFill>
              <a:srgbClr val="F1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6E7E7D"/>
                  </a:solidFill>
                  <a:latin typeface="Calibri"/>
                </a:rPr>
                <a:t>8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18F05F-E80B-C94A-42E2-1C1CC5A7B2C3}"/>
                </a:ext>
              </a:extLst>
            </p:cNvPr>
            <p:cNvSpPr/>
            <p:nvPr/>
          </p:nvSpPr>
          <p:spPr>
            <a:xfrm>
              <a:off x="11190914" y="1495044"/>
              <a:ext cx="301584" cy="288036"/>
            </a:xfrm>
            <a:prstGeom prst="rect">
              <a:avLst/>
            </a:prstGeom>
            <a:solidFill>
              <a:srgbClr val="F1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6E7E7D"/>
                  </a:solidFill>
                  <a:latin typeface="Calibri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48CF90-B8D1-8BEF-EAA6-E0FA0758EC5C}"/>
                </a:ext>
              </a:extLst>
            </p:cNvPr>
            <p:cNvSpPr txBox="1"/>
            <p:nvPr/>
          </p:nvSpPr>
          <p:spPr>
            <a:xfrm>
              <a:off x="7900416" y="1851660"/>
              <a:ext cx="3592083" cy="1212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88" i="1">
                  <a:solidFill>
                    <a:srgbClr val="6E7E7D"/>
                  </a:solidFill>
                  <a:latin typeface="Calibri"/>
                </a:rPr>
                <a:t>9 segmentos → 4 macroperfiles de negocio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654F42-DE62-4129-D9E2-89EB8AA4DCB8}"/>
                </a:ext>
              </a:extLst>
            </p:cNvPr>
            <p:cNvSpPr txBox="1"/>
            <p:nvPr/>
          </p:nvSpPr>
          <p:spPr>
            <a:xfrm>
              <a:off x="7900416" y="2057400"/>
              <a:ext cx="3592083" cy="1215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750">
                  <a:solidFill>
                    <a:srgbClr val="6E7E7D"/>
                  </a:solidFill>
                  <a:latin typeface="Calibri"/>
                </a:rPr>
                <a:t>Data IBK: comportamiento, vinculación, utilidad y transaccionalidad</a:t>
              </a:r>
            </a:p>
          </p:txBody>
        </p:sp>
      </p:grp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24EDEF71-750D-C5A1-E2E7-4C59B1817007}"/>
              </a:ext>
            </a:extLst>
          </p:cNvPr>
          <p:cNvCxnSpPr>
            <a:cxnSpLocks/>
          </p:cNvCxnSpPr>
          <p:nvPr/>
        </p:nvCxnSpPr>
        <p:spPr>
          <a:xfrm>
            <a:off x="1760601" y="2717927"/>
            <a:ext cx="0" cy="109729"/>
          </a:xfrm>
          <a:prstGeom prst="line">
            <a:avLst/>
          </a:prstGeom>
          <a:ln w="22225">
            <a:solidFill>
              <a:srgbClr val="2F9E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314914A-9216-4EE7-0260-0724C8821614}"/>
              </a:ext>
            </a:extLst>
          </p:cNvPr>
          <p:cNvGrpSpPr/>
          <p:nvPr/>
        </p:nvGrpSpPr>
        <p:grpSpPr>
          <a:xfrm>
            <a:off x="493767" y="3019101"/>
            <a:ext cx="11204463" cy="1303020"/>
            <a:chOff x="493776" y="2647188"/>
            <a:chExt cx="11204463" cy="130302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D8E646C-D847-1422-5D12-9331DE387EC1}"/>
                </a:ext>
              </a:extLst>
            </p:cNvPr>
            <p:cNvSpPr/>
            <p:nvPr/>
          </p:nvSpPr>
          <p:spPr>
            <a:xfrm>
              <a:off x="493776" y="2647188"/>
              <a:ext cx="11204463" cy="13030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CB906C4-BB93-859A-5DAF-B4CECC2E00B5}"/>
                </a:ext>
              </a:extLst>
            </p:cNvPr>
            <p:cNvSpPr/>
            <p:nvPr/>
          </p:nvSpPr>
          <p:spPr>
            <a:xfrm>
              <a:off x="493776" y="2647188"/>
              <a:ext cx="41148" cy="1303020"/>
            </a:xfrm>
            <a:prstGeom prst="rect">
              <a:avLst/>
            </a:prstGeom>
            <a:solidFill>
              <a:srgbClr val="C87A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A256A3C-09F6-C511-DAAE-95C9FE31B591}"/>
                </a:ext>
              </a:extLst>
            </p:cNvPr>
            <p:cNvSpPr txBox="1"/>
            <p:nvPr/>
          </p:nvSpPr>
          <p:spPr>
            <a:xfrm>
              <a:off x="699516" y="2784348"/>
              <a:ext cx="89154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825" b="1">
                  <a:solidFill>
                    <a:srgbClr val="C87A0B"/>
                  </a:solidFill>
                  <a:latin typeface="Calibri"/>
                </a:rPr>
                <a:t>CAPA 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89D917-32F3-3745-0E26-1C14B86C602C}"/>
                </a:ext>
              </a:extLst>
            </p:cNvPr>
            <p:cNvSpPr txBox="1"/>
            <p:nvPr/>
          </p:nvSpPr>
          <p:spPr>
            <a:xfrm>
              <a:off x="699516" y="2976372"/>
              <a:ext cx="2468880" cy="432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8000"/>
                </a:lnSpc>
              </a:pPr>
              <a:r>
                <a:rPr sz="1350" b="1" err="1">
                  <a:solidFill>
                    <a:srgbClr val="0B2E2C"/>
                  </a:solidFill>
                  <a:latin typeface="Calibri"/>
                </a:rPr>
                <a:t>Oferta</a:t>
              </a:r>
              <a:r>
                <a:rPr sz="1350" b="1">
                  <a:solidFill>
                    <a:srgbClr val="0B2E2C"/>
                  </a:solidFill>
                  <a:latin typeface="Calibri"/>
                </a:rPr>
                <a:t>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relevante</a:t>
              </a:r>
              <a:r>
                <a:rPr sz="1350" b="1">
                  <a:solidFill>
                    <a:srgbClr val="0B2E2C"/>
                  </a:solidFill>
                  <a:latin typeface="Calibri"/>
                </a:rPr>
                <a:t> · Share of Sales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32938F2-E0BA-BE0D-8AA1-C44D60F16B06}"/>
                </a:ext>
              </a:extLst>
            </p:cNvPr>
            <p:cNvSpPr/>
            <p:nvPr/>
          </p:nvSpPr>
          <p:spPr>
            <a:xfrm>
              <a:off x="699516" y="3593592"/>
              <a:ext cx="1817370" cy="205740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148" tIns="20574" rIns="41148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lang="es-419" sz="900" b="1">
                  <a:solidFill>
                    <a:srgbClr val="C87A0B"/>
                  </a:solidFill>
                  <a:latin typeface="Calibri"/>
                </a:rPr>
                <a:t>A</a:t>
              </a:r>
              <a:r>
                <a:rPr sz="900" b="1">
                  <a:solidFill>
                    <a:srgbClr val="C87A0B"/>
                  </a:solidFill>
                  <a:latin typeface="Calibri"/>
                </a:rPr>
                <a:t> </a:t>
              </a:r>
              <a:r>
                <a:rPr sz="900" b="1" err="1">
                  <a:solidFill>
                    <a:srgbClr val="C87A0B"/>
                  </a:solidFill>
                  <a:latin typeface="Calibri"/>
                </a:rPr>
                <a:t>revisar</a:t>
              </a:r>
              <a:endParaRPr sz="900" b="1">
                <a:solidFill>
                  <a:srgbClr val="C87A0B"/>
                </a:solidFill>
                <a:latin typeface="Calibri"/>
              </a:endParaRPr>
            </a:p>
          </p:txBody>
        </p:sp>
        <p:cxnSp>
          <p:nvCxnSpPr>
            <p:cNvPr id="32" name="Connector 31">
              <a:extLst>
                <a:ext uri="{FF2B5EF4-FFF2-40B4-BE49-F238E27FC236}">
                  <a16:creationId xmlns:a16="http://schemas.microsoft.com/office/drawing/2014/main" id="{6217E2DE-EDB3-F2CE-94D2-04424097F06A}"/>
                </a:ext>
              </a:extLst>
            </p:cNvPr>
            <p:cNvCxnSpPr/>
            <p:nvPr/>
          </p:nvCxnSpPr>
          <p:spPr>
            <a:xfrm>
              <a:off x="3374136" y="2839212"/>
              <a:ext cx="0" cy="918972"/>
            </a:xfrm>
            <a:prstGeom prst="line">
              <a:avLst/>
            </a:prstGeom>
            <a:ln w="1270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AE1DBA2-59BB-5650-E135-479D0454DAB4}"/>
                </a:ext>
              </a:extLst>
            </p:cNvPr>
            <p:cNvSpPr txBox="1"/>
            <p:nvPr/>
          </p:nvSpPr>
          <p:spPr>
            <a:xfrm>
              <a:off x="3579876" y="2811780"/>
              <a:ext cx="315468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C87A0B"/>
                  </a:solidFill>
                  <a:latin typeface="Calibri"/>
                </a:rPr>
                <a:t>¿Cuánto de su negocio capturamos?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CC99AA1-B500-7E55-47BC-4382974392CD}"/>
                </a:ext>
              </a:extLst>
            </p:cNvPr>
            <p:cNvSpPr txBox="1"/>
            <p:nvPr/>
          </p:nvSpPr>
          <p:spPr>
            <a:xfrm>
              <a:off x="3579876" y="3058668"/>
              <a:ext cx="4046220" cy="5062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6000"/>
                </a:lnSpc>
              </a:pPr>
              <a:r>
                <a:rPr sz="900">
                  <a:solidFill>
                    <a:srgbClr val="3E5553"/>
                  </a:solidFill>
                  <a:latin typeface="Calibri"/>
                </a:rPr>
                <a:t>El share of sales mide la posición de IBK dentro de cada segmento: de la oferta total, qué demanda se observó y cuánto desembolsó IBK frente a la competencia.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DD2041E-ACDE-A5ED-EF49-34CE01CC1E54}"/>
                </a:ext>
              </a:extLst>
            </p:cNvPr>
            <p:cNvSpPr/>
            <p:nvPr/>
          </p:nvSpPr>
          <p:spPr>
            <a:xfrm>
              <a:off x="7900416" y="2825496"/>
              <a:ext cx="3592083" cy="274320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Oferta total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499E8C6-91E4-289C-25F3-5E8EA17C267C}"/>
                </a:ext>
              </a:extLst>
            </p:cNvPr>
            <p:cNvSpPr/>
            <p:nvPr/>
          </p:nvSpPr>
          <p:spPr>
            <a:xfrm>
              <a:off x="8511070" y="3154680"/>
              <a:ext cx="2370775" cy="274320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C87A0B"/>
                  </a:solidFill>
                  <a:latin typeface="Calibri"/>
                </a:rPr>
                <a:t>Demanda observada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9F98CC5-E3DA-A040-D1BE-FF12E56D7B41}"/>
                </a:ext>
              </a:extLst>
            </p:cNvPr>
            <p:cNvSpPr/>
            <p:nvPr/>
          </p:nvSpPr>
          <p:spPr>
            <a:xfrm>
              <a:off x="9049883" y="3483864"/>
              <a:ext cx="1293149" cy="274320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Desembolsos IBK  ·  éxito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DE954C8-9BE8-D333-84DE-99D3521AD351}"/>
                </a:ext>
              </a:extLst>
            </p:cNvPr>
            <p:cNvSpPr txBox="1"/>
            <p:nvPr/>
          </p:nvSpPr>
          <p:spPr>
            <a:xfrm>
              <a:off x="7900416" y="3813048"/>
              <a:ext cx="3592083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50" i="1">
                  <a:solidFill>
                    <a:srgbClr val="6E7E7D"/>
                  </a:solidFill>
                  <a:latin typeface="Calibri"/>
                </a:rPr>
                <a:t>el resto desembolsó con la competencia → fracaso</a:t>
              </a:r>
            </a:p>
          </p:txBody>
        </p:sp>
      </p:grp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4BE6E637-9F75-001E-7D3E-4307E38C6C87}"/>
              </a:ext>
            </a:extLst>
          </p:cNvPr>
          <p:cNvCxnSpPr/>
          <p:nvPr/>
        </p:nvCxnSpPr>
        <p:spPr>
          <a:xfrm>
            <a:off x="1760601" y="4532396"/>
            <a:ext cx="0" cy="109728"/>
          </a:xfrm>
          <a:prstGeom prst="line">
            <a:avLst/>
          </a:prstGeom>
          <a:ln w="22225">
            <a:solidFill>
              <a:srgbClr val="2F9E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99180AB-533A-B53E-D483-64BD4D054F96}"/>
              </a:ext>
            </a:extLst>
          </p:cNvPr>
          <p:cNvGrpSpPr/>
          <p:nvPr/>
        </p:nvGrpSpPr>
        <p:grpSpPr>
          <a:xfrm>
            <a:off x="493768" y="4929321"/>
            <a:ext cx="11204463" cy="1303020"/>
            <a:chOff x="493776" y="4073652"/>
            <a:chExt cx="11204463" cy="130302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F179F4F-853C-A159-41CF-A59E2B2049DA}"/>
                </a:ext>
              </a:extLst>
            </p:cNvPr>
            <p:cNvSpPr/>
            <p:nvPr/>
          </p:nvSpPr>
          <p:spPr>
            <a:xfrm>
              <a:off x="493776" y="4073652"/>
              <a:ext cx="11204463" cy="13030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C62D8C9-D63D-FFEF-E7F2-26FE99AB357C}"/>
                </a:ext>
              </a:extLst>
            </p:cNvPr>
            <p:cNvSpPr/>
            <p:nvPr/>
          </p:nvSpPr>
          <p:spPr>
            <a:xfrm>
              <a:off x="493776" y="4073652"/>
              <a:ext cx="41148" cy="1303020"/>
            </a:xfrm>
            <a:prstGeom prst="rect">
              <a:avLst/>
            </a:prstGeom>
            <a:solidFill>
              <a:srgbClr val="445A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F5120B6-2BA9-D700-20C7-BBCC1267E949}"/>
                </a:ext>
              </a:extLst>
            </p:cNvPr>
            <p:cNvSpPr txBox="1"/>
            <p:nvPr/>
          </p:nvSpPr>
          <p:spPr>
            <a:xfrm>
              <a:off x="699516" y="4210812"/>
              <a:ext cx="89154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825" b="1">
                  <a:solidFill>
                    <a:srgbClr val="445A6E"/>
                  </a:solidFill>
                  <a:latin typeface="Calibri"/>
                </a:rPr>
                <a:t>CAPA 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837E5A-AEF5-BF62-2FD4-A7A35D25D178}"/>
                </a:ext>
              </a:extLst>
            </p:cNvPr>
            <p:cNvSpPr txBox="1"/>
            <p:nvPr/>
          </p:nvSpPr>
          <p:spPr>
            <a:xfrm>
              <a:off x="699516" y="4402836"/>
              <a:ext cx="2468880" cy="2076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8000"/>
                </a:lnSpc>
              </a:pPr>
              <a:r>
                <a:rPr sz="1350" b="1">
                  <a:solidFill>
                    <a:srgbClr val="0B2E2C"/>
                  </a:solidFill>
                  <a:latin typeface="Calibri"/>
                </a:rPr>
                <a:t>Mercado ·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Diferencia</a:t>
              </a:r>
              <a:r>
                <a:rPr sz="1350" b="1">
                  <a:solidFill>
                    <a:srgbClr val="0B2E2C"/>
                  </a:solidFill>
                  <a:latin typeface="Calibri"/>
                </a:rPr>
                <a:t> de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tasas</a:t>
              </a:r>
              <a:endParaRPr sz="1350" b="1">
                <a:solidFill>
                  <a:srgbClr val="0B2E2C"/>
                </a:solidFill>
                <a:latin typeface="Calibri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F674A6E-378A-577F-8F56-9E298E8D93FA}"/>
                </a:ext>
              </a:extLst>
            </p:cNvPr>
            <p:cNvSpPr/>
            <p:nvPr/>
          </p:nvSpPr>
          <p:spPr>
            <a:xfrm>
              <a:off x="699516" y="5020056"/>
              <a:ext cx="1817370" cy="205740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148" tIns="20574" rIns="41148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1050" b="1">
                  <a:solidFill>
                    <a:srgbClr val="445A6E"/>
                  </a:solidFill>
                  <a:latin typeface="Calibri"/>
                </a:rPr>
                <a:t>Última capa</a:t>
              </a:r>
            </a:p>
          </p:txBody>
        </p:sp>
        <p:cxnSp>
          <p:nvCxnSpPr>
            <p:cNvPr id="45" name="Connector 44">
              <a:extLst>
                <a:ext uri="{FF2B5EF4-FFF2-40B4-BE49-F238E27FC236}">
                  <a16:creationId xmlns:a16="http://schemas.microsoft.com/office/drawing/2014/main" id="{3F0BD975-E021-16AF-B39A-5D331F23A91F}"/>
                </a:ext>
              </a:extLst>
            </p:cNvPr>
            <p:cNvCxnSpPr/>
            <p:nvPr/>
          </p:nvCxnSpPr>
          <p:spPr>
            <a:xfrm>
              <a:off x="3374136" y="4265676"/>
              <a:ext cx="0" cy="918972"/>
            </a:xfrm>
            <a:prstGeom prst="line">
              <a:avLst/>
            </a:prstGeom>
            <a:ln w="1270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57D0B5-3C3B-F510-D193-5666FC85245F}"/>
                </a:ext>
              </a:extLst>
            </p:cNvPr>
            <p:cNvSpPr txBox="1"/>
            <p:nvPr/>
          </p:nvSpPr>
          <p:spPr>
            <a:xfrm>
              <a:off x="3579876" y="4238244"/>
              <a:ext cx="315468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445A6E"/>
                  </a:solidFill>
                  <a:latin typeface="Calibri"/>
                </a:rPr>
                <a:t>¿A qué precio juega el mercado?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BC12D1A-7826-2EEC-CFA3-E66BD02A7F29}"/>
                </a:ext>
              </a:extLst>
            </p:cNvPr>
            <p:cNvSpPr txBox="1"/>
            <p:nvPr/>
          </p:nvSpPr>
          <p:spPr>
            <a:xfrm>
              <a:off x="3579876" y="4485132"/>
              <a:ext cx="4046220" cy="3316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6000"/>
                </a:lnSpc>
              </a:pPr>
              <a:r>
                <a:rPr sz="900">
                  <a:solidFill>
                    <a:srgbClr val="3E5553"/>
                  </a:solidFill>
                  <a:latin typeface="Calibri"/>
                </a:rPr>
                <a:t>Se incorpora cómo vienen las tasas de IBK frente al mercado y la competencia: la capa que completa la lectura de sensibilidad al precio.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0FA69D1-4326-2FEB-E503-ADBE8BB7B2A1}"/>
                </a:ext>
              </a:extLst>
            </p:cNvPr>
            <p:cNvSpPr txBox="1"/>
            <p:nvPr/>
          </p:nvSpPr>
          <p:spPr>
            <a:xfrm>
              <a:off x="7900416" y="4320540"/>
              <a:ext cx="548640" cy="1212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IBK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0AD4369-B7C4-C53E-5E2C-B329DA3094CC}"/>
                </a:ext>
              </a:extLst>
            </p:cNvPr>
            <p:cNvSpPr/>
            <p:nvPr/>
          </p:nvSpPr>
          <p:spPr>
            <a:xfrm>
              <a:off x="8483346" y="4306824"/>
              <a:ext cx="1968594" cy="178308"/>
            </a:xfrm>
            <a:prstGeom prst="rect">
              <a:avLst/>
            </a:prstGeom>
            <a:solidFill>
              <a:srgbClr val="445A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98DE15D-20C7-4DF6-8B0E-4BB7EF47A939}"/>
                </a:ext>
              </a:extLst>
            </p:cNvPr>
            <p:cNvSpPr txBox="1"/>
            <p:nvPr/>
          </p:nvSpPr>
          <p:spPr>
            <a:xfrm>
              <a:off x="7900416" y="4608576"/>
              <a:ext cx="548640" cy="1212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788" b="1">
                  <a:solidFill>
                    <a:srgbClr val="13807B"/>
                  </a:solidFill>
                  <a:latin typeface="Calibri"/>
                </a:rPr>
                <a:t>Mercado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052077E-E41A-205B-B895-7EAF924E2F0A}"/>
                </a:ext>
              </a:extLst>
            </p:cNvPr>
            <p:cNvSpPr/>
            <p:nvPr/>
          </p:nvSpPr>
          <p:spPr>
            <a:xfrm>
              <a:off x="8483347" y="4594860"/>
              <a:ext cx="1602344" cy="178308"/>
            </a:xfrm>
            <a:prstGeom prst="rect">
              <a:avLst/>
            </a:prstGeom>
            <a:solidFill>
              <a:srgbClr val="1380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cxnSp>
          <p:nvCxnSpPr>
            <p:cNvPr id="52" name="Connector 51">
              <a:extLst>
                <a:ext uri="{FF2B5EF4-FFF2-40B4-BE49-F238E27FC236}">
                  <a16:creationId xmlns:a16="http://schemas.microsoft.com/office/drawing/2014/main" id="{1FD6027E-6587-BB4B-644D-F9594E05DDF1}"/>
                </a:ext>
              </a:extLst>
            </p:cNvPr>
            <p:cNvCxnSpPr/>
            <p:nvPr/>
          </p:nvCxnSpPr>
          <p:spPr>
            <a:xfrm>
              <a:off x="10085690" y="4265676"/>
              <a:ext cx="0" cy="562356"/>
            </a:xfrm>
            <a:prstGeom prst="line">
              <a:avLst/>
            </a:prstGeom>
            <a:ln w="15875">
              <a:solidFill>
                <a:srgbClr val="C04B4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CB7582E-99EC-1BC0-458E-04C57E338ADC}"/>
                </a:ext>
              </a:extLst>
            </p:cNvPr>
            <p:cNvSpPr txBox="1"/>
            <p:nvPr/>
          </p:nvSpPr>
          <p:spPr>
            <a:xfrm>
              <a:off x="9708500" y="4869180"/>
              <a:ext cx="164592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50" b="1">
                  <a:solidFill>
                    <a:srgbClr val="C04B4B"/>
                  </a:solidFill>
                  <a:latin typeface="Calibri"/>
                </a:rPr>
                <a:t>Δ tasas vs. competencia</a:t>
              </a:r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FF4E6E13-376D-45D0-995F-B8A966B4DCB1}"/>
              </a:ext>
            </a:extLst>
          </p:cNvPr>
          <p:cNvSpPr/>
          <p:nvPr/>
        </p:nvSpPr>
        <p:spPr>
          <a:xfrm>
            <a:off x="184826" y="1097915"/>
            <a:ext cx="11813322" cy="1578286"/>
          </a:xfrm>
          <a:prstGeom prst="rect">
            <a:avLst/>
          </a:prstGeom>
          <a:solidFill>
            <a:srgbClr val="D1D1D1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AA5F058-8E16-00ED-38B8-9DC1D05D1FCF}"/>
              </a:ext>
            </a:extLst>
          </p:cNvPr>
          <p:cNvSpPr/>
          <p:nvPr/>
        </p:nvSpPr>
        <p:spPr>
          <a:xfrm>
            <a:off x="184826" y="2854232"/>
            <a:ext cx="11813322" cy="1578286"/>
          </a:xfrm>
          <a:prstGeom prst="rect">
            <a:avLst/>
          </a:prstGeom>
          <a:solidFill>
            <a:srgbClr val="D1D1D1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pic>
        <p:nvPicPr>
          <p:cNvPr id="54" name="Picture 86">
            <a:extLst>
              <a:ext uri="{FF2B5EF4-FFF2-40B4-BE49-F238E27FC236}">
                <a16:creationId xmlns:a16="http://schemas.microsoft.com/office/drawing/2014/main" id="{7F2EC7D2-AFBF-AE27-A9EE-8FD4E382C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4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101024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5.56837556829803492775E+00&quot;&gt;&lt;m_msothmcolidx val=&quot;0&quot;/&gt;&lt;m_rgb r=&quot;89&quot; g=&quot;9B&quot; b=&quot;AE&quot;/&gt;&lt;/elem&gt;&lt;elem m_fUsage=&quot;4.43100739518279418405E+00&quot;&gt;&lt;m_msothmcolidx val=&quot;0&quot;/&gt;&lt;m_rgb r=&quot;44&quot; g=&quot;5A&quot; b=&quot;6E&quot;/&gt;&lt;/elem&gt;&lt;elem m_fUsage=&quot;2.82885163072514773941E-04&quot;&gt;&lt;m_msothmcolidx val=&quot;0&quot;/&gt;&lt;m_rgb r=&quot;10&quot; g=&quot;B4&quot; b=&quot;AD&quot;/&gt;&lt;/elem&gt;&lt;elem m_fUsage=&quot;2.57493927709701833813E-04&quot;&gt;&lt;m_msothmcolidx val=&quot;0&quot;/&gt;&lt;m_rgb r=&quot;13&quot; g=&quot;80&quot; b=&quot;7B&quot;/&gt;&lt;/elem&gt;&lt;elem m_fUsage=&quot;1.93632597890513118806E-05&quot;&gt;&lt;m_msothmcolidx val=&quot;0&quot;/&gt;&lt;m_rgb r=&quot;52&quot; g=&quot;B3&quot; b=&quot;AE&quot;/&gt;&lt;/elem&gt;&lt;elem m_fUsage=&quot;1.74269338101461847583E-05&quot;&gt;&lt;m_msothmcolidx val=&quot;0&quot;/&gt;&lt;m_rgb r=&quot;6B&quot; g=&quot;B3&quot; b=&quot;AF&quot;/&gt;&lt;/elem&gt;&lt;/m_vecMRU&gt;&lt;/m_mruColor&gt;&lt;m_eweekdayFirstOfWeek val=&quot;2&quot;/&gt;&lt;m_eweekdayFirstOfWorkweek val=&quot;2&quot;/&gt;&lt;m_eweekdayFirstOfWeekend val=&quot;7&quot;/&gt;&lt;m_eweeknumbering val=&quot;2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Ay8EO7m5gZgSmYBf.S0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xIj.jDWyCNN6mUOjh.r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XPOlJBC1LJ2MBTt5sYz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_vaS31NFxXHqMHhkdbaq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q94WyJCvYfC83efehHH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yPeyXuUxhKI4q5ngMN5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dUBMzKHzPEXBB4wfp61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Dgl8IfTwFZlzq0fu3bQ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q6z7eJ6HGrBh0ql5vC_o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3k9xZywodLCRFEmNVxC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Fc.4ROv1Wp_2xZeBjEZ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n5S26lZo5c06xh0OI5G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.K3Xo0SRCfk6JhiZGzF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BSmrOIcPdtKBclOQ.R6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0ajuscTfo4141Hi0T84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.JI4NY5fRKFBbjQ.mHWJ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PnObFjfHNdUIQneXw3iu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ClRiJPNGpe6WzJ6A5gr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gz0zsMkDUPkJUMudCnD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8yF.rJ6I7VSLKhcDXFU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Zl0.bGMrLJND9j8Oz2X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_iGTRFVe5wNxoO8diLaG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evFkJ5bsNjh6AyqaBty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M2CIuN3YzdSHlRqwD8V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Ay8EO7m5gZgSmYBf.S0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T9Qrjo8mtYRXBX3k9G5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jCITZKU27lNffsV0e0t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q94WyJCvYfC83efehHH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yPeyXuUxhKI4q5ngMN5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dUBMzKHzPEXBB4wfp61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Dgl8IfTwFZlzq0fu3bQ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rVg5FFPfOXkkhNyCpQ5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n5S26lZo5c06xh0OI5G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_beO9JmoCz62gTwBIqCD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BSmrOIcPdtKBclOQ.R6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0ajuscTfo4141Hi0T84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eFM3c9oY0_.HRl1GdgR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PnObFjfHNdUIQneXw3iu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ClRiJPNGpe6WzJ6A5gr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gz0zsMkDUPkJUMudCnD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8yF.rJ6I7VSLKhcDXFU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Zl0.bGMrLJND9j8Oz2X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_iGTRFVe5wNxoO8diLaG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eS79ia0LHcc.0npiv0y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M2CIuN3YzdSHlRqwD8V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wy3PX2flUy9BpsMu91v_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T68hU7Jof6Vb2A67_4O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MYya0KDDzmKGcmQVfPm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TMFd9ESvl6kOe27ioIa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uGl1oNiu7lFqzYWjt2e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DzHg8NQgAX4whsp6A.g0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IjdLRm4iwC.c5NaGa0xQ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43YJnbwqkublpsVp7R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Ee0kvBJM0wPltaPHQED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1mLrW36yHVPLV1CseV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ttewj7w7T32pYUkEU9lG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J7aT5xHed6NWFz5YG3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WXV0Cnv.YSg5OM3rQTi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K9TnzGW4UZasoMKbqsbr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YDdbNvFmAnDHbS6ddhTY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nsRLYbFJsXAk.XzI6ReM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dxWk2y4uW58y8zPV_wjd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hWO0.monQCTveThlFdh1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FJTqGgQr.Ubr_EpR2XZ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D5Y.VYNe7n0tX2XozqO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rMNNtP0YUpu7TR6B7OP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x5jL7Ot7BG0wvDVeTVk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k9r8mPhei2n7eF5huh3U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ChtzU0v_R9qVi6uo40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1tHR616T3O_tU9AI2I8i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UaeL11Tm3l_MV7HDIjH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0iaT0_mnlT083e21f.Uj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yY5UWJGTrt_11E6.yjV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iBYc7N0Oocn25clxocd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taUS3.VGvJQjkkY7Yxp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boTqw6PHbnh62ahjjbH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jFeSPAA5ANaLme1v7s3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1SZ_VdYFW0v8lfBmoaFt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Z8hEdpZCRtPWuCPlQHY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MWpKqFUhXYIOV8rMPh9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NTwcNRAR03rmYtTC1bd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hV1aYOzBMYxrx1r_3kT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1RKu1g7Ce2D2P0_Uzbt9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zWh3SfRbY.etI.SeBhC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ZmYj09Yr9IjoRytev_F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QaHJ7aBkAYfNXKmmRq5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TL.7MU9CRpxtaLVa1FXG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bagfOOI3Hw27RLDLP91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9h4__iO9mxNj4VroaLZ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I9_puJWG8h6tsUlVr4c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3lWKw85T7vTKQoxK5cQ8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lx0m8ZaLwIMWiiDv3PL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Xjx4On7wrjjFME8owWD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x9lGas.xSyk7y__AFOU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EDpdbPfnZcpeRs.hucr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8t3trdlb7ruy7LJauQD9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ErruZ1mnkCQoFBT1nUB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jpYYtbkgEuGNORveyZn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VeFBn7W7nt1No.a2_j5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hyLVD.mPBC_nBliu26x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tKulow9ydre5XAPfUxtJ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2d521eIqnHxU2c2a6pAY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.V5700GLCJd4.NslD4M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9mT6TsOKs0kd3NwYKU3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32JnNJGsSFIKWy7NMb8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fiC0T6V71YhMAmZbdRC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A.o951GpSZcpowG38KU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RC5FwZIVmW3bLddkEB5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UxlxeVQc7zPqgyFgHVo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C5bQUSb2xChn5pk.sZHc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.xmS4psUanCKfvIHuyfA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C5lrvngBDEzrhjL62Abs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HYVArFgkMwFiBd2qhs1W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nkbUyJGVlyzD2.y0uQHJ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AUCp75EgQE1w5WYxyoF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39l.qtEGax9wyBgDyai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8aFo.FYbKpnclZSBNt.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m.zFvunQc0_CytfJ5uN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vR30gw8zJ.xYN5SFx84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KBE3EgJWR2koEB1SFDH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JFjwKsUzLWujTSGCC3K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1NOR_wHkNNb5zTwIQr9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B2wmtvoPvztlC_BJDbI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_rxyKuRIsRJaxoRQmFs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mYwOUpUBsLD_quwZYMW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i1.95fAnQ2tpXHwStif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NR3muFiXD9ebIrIRi7c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2g7kDKAKq8d43ghhPC2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XQUbvJ1uBQ6xKHxMR8w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oZQCc3Vp7Qara1JWOwA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uEntZ4jiU1JeqmWfeLd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1ZjImuQ77x4tB.t83X0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nbXlvXCK.quRUVN1JsC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w_2sBSTKAzzyiur5rjd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Tvd7Hmf5KgWwWON.pso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GJc_58XbUijEPZg7q8u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fbYXnqmtqWcOpC7dd5P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cbowDoJmwDxLIls6vt6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aUosa0ps0fxxJrXpfTq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1lhMiBri0bGtGzYlSdVa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0yAOIRFlcf_k55QjDn7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3X.MFGW4Np5CwuEWGgmK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4XOpOLBuYO1Y_ZCZV8O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HKlV612RjzOlz8vCmFV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60JVF_DhJdUgwtSA3Yza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rf7xTpTIIWyJhBsotyZl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udYqFcycWhhtrZLuz_BA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4iYTvvPhmKTpucQtF2t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EQ.cyJmOizEsBIdLHRG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U0n9Cw2sbCTW0aNjjWK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HEe7cRlPNrx8BOxwg2uO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s790RFBVZEbE0Q7hyla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u8Y8J4Tq_cs3ATbiRCJ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36RKE.HM_MfK7vY1cT2w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MaUzrjbUVJyn9czZCd9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.p_pY4uwqSbIM7dlP6y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Odfb9vDooPiTA5i5y47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prI1FtRXVY5icgCNMHGz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19z.6Mx3AMsRebCxXqQu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zG5A3ssNALZtx9X05DN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OdByWr239zzirO4nz.t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bv.WgZerZZjc3gRDEe6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GL68vactpm4nItQiZIF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3L0qJie.VQsm.ti_cWh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LuqYVNvWyHKbw7XN0jS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oupSYBcm3O.3xnBa4zO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zlsZP9BHXzjJqNY01Mo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pQJqg_aui8h2YqBa5.Fu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1Bf66GmNsAmucxHzIRCS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Ac8ofIfWLUlP9AG4twlX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tzbIM6q6l3MLm5TANDJ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9hr6R.R7Rg72pWW8Lxj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_YTLtLUAu_GSi8omYeg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bD6wc_qg3fcIssnnVCr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ALVKczH7N5Zi5G.VgaN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AgeQ_Zr3cAz6NCtgBzBg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3mLV9TdkXKGV_Fo3vDM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gZaEQxr39z2wOrc7RO.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GCtiQ987O7Qe6BFZS.0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E_i7S9pgdQJfwIU4DJS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hNNCUjqs1gmBpaGeHk8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ZocuOispIUbevK8_qL5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8izLByVxIroeEORHovU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CoWIJgXwwoOZH6sN33cQ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0KT4yiM7Iwn13NKDif8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6gLbFrKnruPfd5CdosI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IAgJ0qwkEDxBazLjgjh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0Uhiquk2jPpZVshz1mOA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xc6iKu.ZfmRK8MDNSMCK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yCim2WpVDNMh8wIjgwq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AehigSDt7ivRFCqT7Sf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_Qn5BSlKXEg6ykwlvB8e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GgmI8Rr0Tv_Ap6rIwIeA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nw4XcHgn0dAJAUc0CUfV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FZoFxmprPYXeQSao_nm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0zYIBW85moYJ8lBsEFb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d6rTMfOHIYBhl6pJeEe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opIA5CMgoo0m5TNKT4_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v2P12J031hhnHYi32Vw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rd4jfWWZr5vwVo1GWOEV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xAX_Q0bFSdb_lYvOAoK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nnFlZQK_scOfY2jyRf7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8i2cFC.iW92XRmyB0ca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P.0_1V1FTkbGFF2Yjf4p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copg4iGWedK.hFGB.G0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HZues2A9wzxcYjftzEho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dWLEiwGZ0Xqix_fxi7F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kJCzCjC96_.ELFvS7qC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coKvpvQhYPLS158fNRc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qAcE.igKg4SkauAH1ZT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_FDTqCq.hae8TpPD3Gc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8eZl4maljjGmzHl1L0ow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qfFK9DROSjYy8vpgh4N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vcGi1Xu96OCEWsASvyyH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eyCz4J8eUHyy9K.ldjl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wDlgjLnymu2NadtdrHzL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8zMU8EJc.i7HGkkGiWxP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DJ39Jj8GKfadGyMzWyx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uABQYf6rwwAm6GBsRT6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9K1MNnWqTGYZFIxRdPR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r.yvWf70huWaQSJLjymaQ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lSP3nr_aRJoHPVUrpoK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98Nu8M.sAXbWhiYeuQz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OA.xMb2KuKINMD6WAVL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WkvDi2t6miUknBpySJ7A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pjXqFApdQtij_mD2BbQQ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rcjbZfSUUEChfPo8NrbA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T5g5ih_goWXK67M3CEhw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1sIrsEXPrkOGy7UBFNrw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tC5FKWY3o6lextJFrmzc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pSBdpricNUmc7.kA4HBSg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T1YLED5l1EJByG8505s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KqpeZR6TZeb_U9roB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lIY7p9vYccw9zj9EN59w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yFqqKxhQvmZmRESxJjW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GBMxI03lTu4uVrI9Ne5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oMsGX0ngz5hul3AVLRyl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JT9V3BFf4SihfiAXUHb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LrxCmAisHS0VO9xKPFLQ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o3PPMm5FtHR52jXhxQrA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.UV966lXnGeylHacrAO6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Jsj5Ni.TDxFIBUoLcToiw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SxPxqK4toAL9_J2dMKwA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3tqT_OAlJuvyfVJyfd8Q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OznA.LFZDlzVisOpE5mA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sA00dpXYtQCQgvE3NRSg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6ssKkKuTgzn0GAjyyt3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QBCgWVcv8QfH5CJ2qfWw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ZzguEape26Feg2wwnKRw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8YaGEwq5pT3Jjfpv_Tcw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LCftbEcPrCWeWGY1rhD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P3yBMAw2bsyHgYPslAmQ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lXH6ecY1XcBqcPUi0p1U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_tMRXfzTg7.lygHhDSFA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TF6iVs2zZUmzq.4PF8_g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085wl6ZwyObNCJHti0Z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7x_UxVnMAIy.m3ocwRfA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OncV_gnaHnPqKiu3knA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mc1csxbrDsMhyId3ep0g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5Mfi8Et0rxAx4UteW2lhw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yTxXSeCbwq0K3JNgh8M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Axa.w0g2yfNW1ATlT9QA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2Pc7ktOq2f4Q8aIkQnqQ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XN0BUTW.SppLxHrG9Xp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vsXFV93R3xUvmsJRDw4A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tUrH2DS6b8Q5p5A3HYfg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DoVm93Z2Icmtpa_TqlSg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7S3A0RXBasDdCBLRuhE3A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PowGv1yPwLmLoLBDpaqA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5VjOVoF_EqrzNG23HsNAQ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48CyNz3zfW4txWDkUXug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3jqo9NEmlvY2L9S.LLwQ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acGXGBJLT77QP.x6_Yvw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pXFOdrbnqHIuTlsPnrrg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4V5SNLY7En44TfDVqF8e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BxXaw74w1Z8X41l3dHwg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77X0.45bmhVn0ZJ0cY.Q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6TYXzeRmGoPp8VCKjp5A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3RTXbSz_Fa6M9N7Zqk3w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KBlcPANbaWajdWcXT_FA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ZHJ_YUVJ3AjHcryVOlcfg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d4NUT1CtsLIEVg1G8d3w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xGH5IsA7xtF_uU0Jcxbyw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IHsVD9sneqc3DXGbIM_g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t_Z3jct1QinsF61dEreA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sWBUihjAOzaxblo0dWkhQ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w3SfQpwpg7jn.VfRnVNQ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e3L0.m6.ew4VRXLZPiV2g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yiYsm4oTcDP6NF8jPkIw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nWw8nKE4EOwrxVqBRXCn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Udpg1lCjZdJuvP0GHSryw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IDMselGshopA.I_Htfog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QdXTmaFK9p8QjtVLO0Rg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1h4hYYSsJDOvaywB07lKQ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hzdp2rUGpkmzvNeE_1wrg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wi4m.bOLQztI3.y7W53g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seDu6.H4w.5JzGRGJ3h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hmXqg1hhky4Ik5uQ.Ggrg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8CFrAuP85ZZKSw9xzsmw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QSKzdbQF1FmESg_iy8fw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sWi.lvHOkBe89KU86PAQ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VsCsEMB4VsVx43IiQPzg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5EdrxFY.4XEV3Naed3YPA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iwEadCrwoTb4W.mqCxPS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jzELlP4.yZi4d.SJXDuw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8HnytBP6RtV5VzQMMY5vw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7.P08Qb5RxZjW9zjrCMWg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xpL0HB_xJ0mYe7FsqzYSQ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Dn44Y_LcZ0J_VMwV_d8A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u7lwLPM0mDEeQ65_gs4w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R7ac4QphalNyjzwKtTLQ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aDULy6V_s8q9fY1WrFtbQ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sXhWzpvjIbAvtas7kFNw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4RVgwRNKMmzP5_a0MliA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2.NhSJQkXXWTBD3HJWGw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6Yo6aYR7J267VtazkTFQ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4IdcLpy6OHptJdl_dAEg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ra96foBthZX9i5FFFyag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0oPDiL99xU1J07cNp9TA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Jg2EnXUzVQX13Bf8f87w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XW1ukr9fT.e844Oy..XIA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Br84Ngfdpd4t9SatRJubw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OlJVAZ1zIS.7LxmVBz2YA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_66T.pGujLN.SavG_GJUg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u6BkyKJXMFxH7WNTQ7pQ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JQiAUo_R2JbkoDTJAlPQ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GYzmq5haYiiesmKRMkBw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OMvD_E6AXkDN2bQtD4RVg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28kk5FJFwqM78NMaHmgHg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tNtg8MmNvWdvqQTQcq7w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MXBCgwetdVUiRJmETUXw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w487vn0jiKwXDUTHs2Aw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33s3HNH6axDiDBTnxISg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8CNKCHuk.7trsQHnsIkcg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J2Q45i0wZvgDeWIvrFgQ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QisBhsQUpKTEbh6jkVLw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0CuAdHPPClsn3barJAeg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I5xd8GgWLDrZGNVkQjjA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79B6q.NlYbf2NLGGw_IA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2ZKqd3c73nVpiP4AtuVA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jBmmVKQqebsW4KpdLQgQ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Na2BY0XfIhn8FVgZiBsA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PIE4nQ_TvkQ5JmS89Wv7A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HyGGoIy_4Jys_3n2vvFQ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8tzV1YzYBAW0PkIw.RcVw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x7QGQyteJn.rac80JsOA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87_D.XB2FvIB4nZmHr3g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St52lFNNAh6nQQkb_xkw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Mk20yeYfotCWEsYPsKyQ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PRYpVd32XTmD_9j3kTFcQ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GT7Zj2v8UWzJgyA3MpPQ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DY.8LCQWM1eySRsFw7PA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8VwRcxbmEnkfh_x5zIjFQ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bp7jAskPjLbmhD0g_d6sA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.aG7YY7mZJjo4vvXUbhQ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r51OLuVR5rDocnwB1IMQ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vVhDhQg06p1WgJ4B8QFw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stOAiPq.qHRnkdcKgl1A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1VoTisQ6jSXSJkKOpsvg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n.EBox7CTd0EuYqPwXtNg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Y9u2rGTMS7vlhNUXh_Pg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1N8E5KALdNZU0qU146qRw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ykIwDVDH9eqApEUuP5Eg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7ZzrEXq2koloF7CCuSMw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GddZFb9_JjHULnjNeerw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.HobbYjo_LT5dPuxElbMA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FD.fImDVui7W7PuX6z35Q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XYdtElT1p.rMZVAkDM_A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d40hqaCUJFAkKtYl6LAkQ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dL9mnrlRnBt5QERViB1w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u3IrACvcktoJEGKGlTU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FXKyxGl0hPbf0I8iv50w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f8PP6nsi6iqcB6EDxA_A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i.p3SsMVcF3aMZKgyoIg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J1mz7nVKZJyOIEQ9iB4A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_RNRwH8jOkM.IYnsZvRg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E8L1cqetMiMiriKpNUeog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4c2PTVFLZb7Rxl_mrmaA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xJpoJF58HeEAMMop6rlg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kUv7_AelRI5AaBE7zssKg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O2Cji_QKlQ0GZKvl4L7Q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UcXs2AusYB23dqubUalg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2mKNxUz9kfOPNFdxBlLAw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lreLqsV7IU_Ae.OWZQ1Q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eFA7rYOdM2fk6WZfaFL2w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bVBYdGxKWSxELrpfSbZQ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0D1JmPmx7QgaJBmSA1XYw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G9xFZsMGpDrlr4vrHTbQ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vHrd.yGZxjgueOJrrkGA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9jWNHbl.gXIzhojVXPyUg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mTKBbLqkdv7kLyqUDDMw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6ccnE0bk3e4NHhWtNvMA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ooh.a9QCTP83ZZrMuMAw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fy2VFrTTES9IT17qcqlQ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l5hmrIqApa1h_pGakObg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Lh9JtiRQ3OF5HMeg5qdw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U6FBez.P4gU6zyC7MkiQ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ntjyjZV9H5Il8c2adGQhQ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1xZ78qTnFhBXvgekFrNg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yubNA2PG9zWX9Cg_5lOg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dbcUBx5GDYW4jHKHooNg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XchmPwNyzClGr3CvjDOg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YXOratjD711S_FLHTPjDw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ViLWjrnaDCD8DeCpiaDg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8hNFconxiw_bzrz7Kz4.A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9UWlsMC9dHR6YQT_yvQw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QTyvBq9Yusj1QO5hw2RQ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6mAWFXUnxjxIy_x1ug5A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QZ4MOUYhwlWyqvrpxHuQ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41zMa7LY1B8BMkxNbbSw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i7g5k4ehl4dFlwNU27sEg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jDtjAnwhj3sgLi.rMbNg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OL0zLfOw1dWrwuoyGVPA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Ze2X.k17wGtUK9qs8sHQ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6sZLk9QGJHhPLzVxXtMw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_ksD9oxQkWZCR1IOgWXzg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26.SjgqjbuLvHr6BW0Cg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lH0kxtJV8Ngue_R4TLPg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UDeTyMMd5wydt_xe6jyA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M55_lU05wLYsscRxdcjw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s5eQfgJhL.V5f2Qr48zw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70S3hpnMcamVJaXRvcpow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wduyfYC6OqyKoIsieKtQ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xR3ZZu0PJRmcLNaXgysA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OZIDieRy3KgE2sALr1ew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a7KUnoIB_cLpIzDQiE1g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8sJgUxAfoAs6n.DkYbVEA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UfcCdoDkJFFgH4_k1p0w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KEWL0MQBuyDWUmBmITA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CaTa24ZvckNBh_OqRwXQ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kouJwJcWTSPlaJkRJaCw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RQh6mXWkuOTizAzoJtZw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lIEqkeaSo5QJvgxUA_mMQ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ZB88Nu.gFdMIrEjHj0_A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68CTFapU.5vrtApJqB6A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OerFoFSLn9Qkk9EYClR3Q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3dxYvggcOsOuLAQ7SigJQ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Hj1awt97J.Hybpv7.niQ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dTlaJ5sWwPCQGr6NR8UXw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FZFax8D3j.0fdsX35BNA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LsfO4EY7G0arV49NtiuQ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_c4ktNR87_ZEsgJ8b8Fog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6TB1piEWKi0FIcr_qD1Nw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H2qaZkt_8oUqSdjQdU9w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4CBfeiUggmymBeLb1VTA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wCB3o0wFDwHYwJd0TibA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E9EPoZYVmEnJI9J.GHyg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S3yjiwQzEpWcVLnjoZkQ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hK580kn4uQqD_n9dyg9A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ywLHFAHKUCdiRg3o1A7w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pmau0hebBPFzoMqVau.A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qZWDiiUWQKiuhvH0ZWyg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RIWaLTt1yE77bqxE_l0pg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4fbFwBqibgTtSL4MIqrw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EPym1sm_h8rJE1QmAs2BQ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1znwvN1EOK_gcR_jD0jxQ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eVh2.l41J3rZa53fjZdvw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_flKDT5gwOAVC6NXB3fPA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fSOLTkZcfgrTyiywXumA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kCZqqw0b47hxgdVhF0kw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_sCGPr8A5jHQLc7Xv4sQ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yHeM3NcOe.i8pLxhKiuA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mdMbFSIoSXe0_eMxb7WA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DnhezXLm8LzDihTceflA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jnYyeW4sU2enDIiLTTOQ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MlKfmP0FiTaHybsoKkcw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3KjRY6aRxtCiIZYFVMFg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Fz02LcPwOeTGv6hxacQA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jamQ.UyGb8A8kU_7P1qA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_Wi.EqXSz4n_4aapRkfA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X3WnxE6FH.OEo8mvrEXQ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j0t_3.JNxPJYVQmUveWg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2vjcUsg1w0KV5IvnpiLw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a3HMhpQUfIylHLDDA.6Q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yG2xO.gC4g_2k6apVYmlQ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GZUMfvh_soLIfKenHCd5w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TfAdLgXnei4kUqoAObxA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IslazpF9eIUlYJ1LD_1Q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ZGx3SZ_7bEBrIXi5vV2A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KeMrZ8kxKTP1Cjoxglng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B5t3RKN8mQh5zrN9h23w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0iGHpD5LrnAZy1ejPfMw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9x1G7c198Cg_iIi_BBWg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bC8sT_hKXhWvc5NNSqSA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FDMFOkJI11QkcBUKG9Kw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jNFmLm8T7UkeeRgqa3UQ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8xxxyTwzKCGHISQ7a3AQ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HI9Dbt8tnJp25D_u_Z1dA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ca_2PE7OFPZfiyJ0egGQ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1.3bPt0Fk6Z6nfTgX7jA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Ma_encPLsvdBC_Eg9U0g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7_bqD.PkHwE7XqhTMcGNQ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0vOSYHeLKtPBN.Nz._EQ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YQmfkE8tT0yDOQrKv3eA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GMsvkn.0pf.bfxWx2Slg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vCdyC9l1hE2m11fhyXPg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bGL1miqcnZqaxLPUxFw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c2Xjahz139rmsDJ49hgA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oazchZelO4MUvRcwNXbw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BnTMG3fRYjgLHmdxX3sA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XC8K4sc9SSEG_zYK5QGA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fLH9kN0VJqzJIB1btWMg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67ud1BrMlyJjfU1MhDVhg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vBKuCSYXphDcIgwnZcxA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dGWFea_a7jM7CL5cs7ow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QO.Qy10wrliBSldE8rvNw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_WDvgMz5q7N5ZR.GYIJQ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_fzDISNSNW_5tw7r74Atg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0XilS8pcnTySDzPyzK3_Q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ok7RkqKanFmunmjW2P.g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7Vk8_u01e_0Lh.8p4aZw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noyk4eeo4CkJwwmBtLRg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daw0lrHteTu4vOlciuhQ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FLWtHgfOVXwchGICycn_w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Vh2B3D.o5uNRnmjSQ_nw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2Gjmn9r84YBceP.MA.GPA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qTnT499x.bzJ42DcBXbA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AhB.A5hIbCmPxLfHVJNw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df5JEKT1DkV0rfYX9F4w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O4D8lSJbFRp8Gk9kVyaQ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f_UqZ3fH58F3NxcJ5dJQ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TNd28O1L3VUude0ZK79FQ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No9D4GmzmV6GrSTSHrvg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su6WVj.UNaZw9tyTCTmQ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q6fP7jZoexUZcuNnrSQA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73VB7JRYBrOOV2lH69ZQA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P0.shFQGzbeTTodMK5JA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KWYM3JIEu9KyD0RrljoA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BAhwAJbFsqetjC.ZoeuQ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L0sYuCEudR_kufEV.JgQ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1nMIob10RXn_eV9og_Tg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YMYJhmmXvTX_YzTnVLxg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VuIa.KXvcmytwqU_Fu2w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h0I.gnKFEEwQljsR1hMOQ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ppuo0LBtuOlj_12fiUQw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_DcVMYFtqf4Hq.n46koQ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xFjZI26By8gstH8bkJOg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YHwdMv1wH.M5FIoKMZycg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tqaYj7fw5TXaehhSjqEw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xn9aZUXu_IfiErULtkBg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KWwgnFXOF70c2Tx_QS_Rg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412.KRL6MqxSikMTcETKA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lIAI_lLx8KWPW3wMA_w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LyW7IEoJkZ8PVXQEUm8g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puD2.OKvSKG0dqjJSXCrw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3B1a5NDChlxmtuWoYslYg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GPiqe7ZTnGWqTV13WlOQ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6vf.xgmUYega7qIoPzgKA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qpims6Lj_t1JgBCClaIA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xj2D98C6JDD8avK.Xkug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W0.5Me3NkPxDmWHtrvuw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_46JoMHTpT9f0.Hd_cdQ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dXcdH3dij7lm6acILnYgA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kyC9h4QKFn.kxCQcAmtQ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87BHC5MN1_b.QrHLubyjg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1Dwp8b0VNRVQjq1ROqDGA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qa1AVzNqNwGlIqp3HO9A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179AdtfO_xt_sycaJ_0Q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wkxqsUZ8FX90qr8cRuwA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iKXV216ZO5qg9RRgUKzXg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wr0uNyr1I08B5mZkp8ojQ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WaRCuMqUzI.tKd.ayeVA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0RH9QvQJXoKG4xtZeXETw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GSFePPj4K8i7ZcjsTq2Q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Dq6vbwcvFcoAkOKtillg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CoIonQECaThpjI0a0bww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_LSRPrmxuwpQi4LpuNlfg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Q2LTgHC4Ne6qEEDKFIlw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54.Q601pyDphxbrLgT0XQ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Sad0QQSkci9k0yYitJIA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G3eLJHONH.M._RTRSOzA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8pQia5sSwGke.koa0FnXg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h0ilBJQm.ATiYSPFxz9g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EZTrwTEmzrM5.8XWl1qA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MexAZH07OO3k4bd69p5g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mcZFFfzXi9Qtj1cLg8XQ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mT0CMHM.AYe6LojVQpLg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ZfyX_DRlQPygKD0Cj00A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h3GjzsDqp1NdHjDtPURQ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1MoUdNHic2vxemffWBbg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m0sjvpoltbkunDrC7bfA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K4Qqw.jHIhVVLsZB4uQg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1RxilhgbtcinxSLLYBiMw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YcQ71HqLalQzQ5XQ8iQrQ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gZK1LZjkw37VB6bIiKFw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lfOX7Nv7jcWkrhQCe2kA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i19l6XfjEopa9XPTP8Yw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DI4MpFmpBeI5X8haPKhg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A4PqRgBVdUSeTmtVW.EA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m6tqYbt8LW3F2tPKNzQA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uWMNcVOPwbEIQzmCsCBg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cH9.3fK2vhr7mZvcwxiA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bSMlznLKjsuvu9AjSHmQ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EQr4Pxqm50y7qkPreM_A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POhLHMM3n4VRLRsLA5_w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vYW03HJVmqcDMsyxXXpTw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5KWwi4f6HG6vhNxTvWWA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AGSoqJeeADE.6atr5Pkw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Hl8d5lNEYiW0xYkJpeHA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Z0R814ciU9jmWL95yBVg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WR7zKD57TcuK1FR1yWTbg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V9ABDF...g5cF4UOhSug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3uyyjZ_FZDcxfJWhhDy.g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bRCdCsENqf8gyS6zNTwXA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3AlGL1at1URr0.z9EYLQ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KzAt6YYA.1kGpMolPwOQ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8c3Mm5nAvHNEWjYaV4zw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Frz5Xeyga17rqebBekt2Q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moCQaN5iUolujiZxzx2lw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h3rLHmXrJwSm3Vo6fZsA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fD9wf18t2oAKuldYZpNQ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3uBzRaxuSTFjRsJakS9uQ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iqqzVxKtH_D0QLqGkhvQ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5xtHyH11GImGRvSR71D0Q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jqF0pcmsoZWm3TiCPoA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v60xVGTJAdaIe849RcUg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iPDTvQZMvKDDtMvbVDKxg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DukSwqRAzQwU9F3eo8jQ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fLWd.tV8yUTH6MYEV5og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ky0hlyzDi.NR4eLyw3Lw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_3L5pqRsehGideetSS7g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IE7rU3stFbJwtyc0vdkQ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6Kk.VmINWrXzBi.WWsUKA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NJCo3PI7A5s4k3h_Crgg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pT4YKv2xgtDlD..B9SIfw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HgR92wGTlWzwAmLfubCA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tiY0eH3aHthgsV09oORQ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kyJUhEKD3tnoRON4USTCw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lM_38lRvqXTdRIuta9O9A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34VtxFWqVQHDNmH0BT5Q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2yDy24t9QPTTWxdbz6_QQ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5jENvwR1.sA7bC4RSrIQ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GtCp0RNBwUBVax0LYBZw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UFvL4Doo_qOJAwPJYi9uA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akRA1zy9FyYEreGSEgBA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3SoVu3FRmuOEKDW9eWeQ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nPIjCqzw0y2RT4Bz5Cmw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xQn5eU9sLI5nnY9rHeVw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0TBTnA.HmdhSeVOHv9qw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Q5MtpWdhlWOHqCk_vm1g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Es7jNec3oake5VPeD0ijQ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IEv6.Qjx0_TswwDuCe9ZQ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g_BQSvQ47U6fN41gGGRA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mBL.kv5arBDYCrBU1UkA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74EOr_Zg4iyLKxSc3ErdQ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JokAFCO0BBQI7mQbXOPUQ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K2jtcrZZnYrKSs6YPIRw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Z6la3V7e.s2gElAkR7YQ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XOPORO.12X4zTvHGZKMg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54VsiIrk8IdludSEsv9A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_.heViTXJFz7RArj8WWA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z_zXquDbo3BYmb4d8NAA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4zaUpzC9mKwaiCEHvtMg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83AGUu_xzUvuZ8FYWvUnQ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tRQoixxjqSJCZg8YOkDw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8bjrz3UjJ.7pV1OuqF98A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G0hMmcMoG_U0vOnZsJF4A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aM0nBEcG.w6zQ5GYG4ww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kQ7mWu4cTA1i7i4T6gbrQ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F9Tv_XWC65jEsxN.6pBw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nVE86vNI2rybi4J5Nk07g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foRe0kJWP9lOKFTjQf6w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THyvabj1DqgErXmA_noA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Q_QhNArB07eOYnx4tPMA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vhzIkLRfycbVUHfAUEXw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KIZdlrDcRlJMyJun9sUQ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bHC9ib8DB2vsMtD0_0p6g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16LvyvaUrQti0AGa1pRA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scJHNdGOGONc7TvV1zEw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cIQ0eXnmpS81_eKivRJg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NBRv8NvRegNLrDm8jfDQ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0f7aisCSLIwGBKa.7f1qg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.wVIqhYj98HBXFlIopwg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Tz40G1DB7fsu.dF.Ic6Wg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morA5zjh6Q8ebyFpW6EnQ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C4_EmSr_cW6NVDyjCxMg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4r84fyqPuIfEVIq_l7aA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AC_sz0bDW_tze.lI88LcQ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aPU_UYVDorsu.Y.KQ9a1A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J.vByEsVVu4LOW3EGhVg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adCckU1v6zhRCP9FhCFw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KjVqLnMjMvfQCQgxXdcQ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zJIHEKa4lmtQvtQ1.T0A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1AZ.lVMeJncEvOzvpOh5Q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1VEfoNiCgMQ6Op6akj4zg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yKTPkY2V9LqZtrW2ILQQ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xRbfNKXnxy_1lzK1jdtzA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YqUrGpvPF3HdASs.BQW_A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wEWRGjZFC08jM3cgiWJQ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1H7QVoI.lIo9KIQ_DIJQ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lPNVbHtJKFCrssyaFI5w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m9ooq8hBnmMYuAIQPJkRg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fxk4tyDjyWRy01bkPlDQ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OH_71VSEJ_rgOI8Rd2.2A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n_QSGAPSgTnbQo5.jbbIw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15ESZ91GraSIWRikDtMtg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enNLoMQQ5R_7rD5P2BIQ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eLudXu4nrRjCXfEXmvTnw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2x6QGoWB906EZN_Y7Z7A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1mzQhB3uSKR3jB2PCE97A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uVpvRr7RAUpAkV2IQeMAQ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XpB5ho8sDupMJmlEYr2w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bYJTsvdbKy79RZT7ULgw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uUERmHMZghyPyYdfgx6A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3e_0G.WGf4Wew0R.MlhDw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BksErvuybHtseyHDpr3A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z8414OR.v9rcWUyLzsWQ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.jsLaVetKoNX_wmtL16Q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_ChPQSlo5k2VBL6Zal_Q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8RoRV.idO6NSmiEtYcVEw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S87uZK6L0hX5XJkGc6Dw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1pXeW84mx68N3NYKQJFg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XTEQTfeIjZ3vWhQ3Hipw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i3jqeWKKLgohOhM.NUVQ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5D6bnLnBteabnx.c52AQQ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ZfwEtdNSmv8dCkAV0yGQ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MH0sHxWyZv2HvZicu6yA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L9kI7OtzeCMCKotk1TtA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.5KcnmTTKz51_u47Ukbw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Lay92NHPFnNoHrW1Sd2Q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osCc4Gnv1nXOtRdaDRfZQ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imoEsR7yuqsGKv8mZ7QA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h7Nx_YZLUrrqP0ZCYV0Q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8lkjWr_tDJo75Q5QzTXqA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swf8mV1Aw9WHRwKfcKUUA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cyFD.t9RxRejEKvSMJ_UQ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.UkP6kKeTbNN8r0ADhkLQ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rmULuI02mxKRk.lGqhlw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0IjjGjJ0Qok5WMymKwN7Q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bQCPesXpRZmkNzkPEhHQ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NQD1yvNRuRjwoENKB7fQ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NPl66GWM4BUhjXY8DnRQ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lhsdHVUeS.DOfxwpIixQ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JRMRsSjjEpym08thcdsg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T4G5Nu05yw4uYm8jFaSw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07im4R8CkE.sjK841QKw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EyCNWmfB20pp7rX1Rb_xA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PDFnDaJvgeazKOOr2r1w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xzCoSPUCprqAEZ1K43Hw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7xG_2jFrZgNYP_Wx1NkRw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1AnUvfAARuyfnkcWmBCVA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rqDDvWTX0fgpOxDMlNOw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VbmxdMB0aUW7gap11M9g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RHsyX_GstLL3SpTy4ApQ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R644VFhsfOOXnSNnqQMA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NjY4nsPGtTeVBAorhqYKQ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o7aeLcEp3wvLNp9fjT5A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4quge4t1hxLLn2M58U.A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UlvkCy0Er_HPbaPLhGLg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5wU26mhUTIE73Xdx7ck0A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fYZXQ7Xq.d.RHRcbi8Yw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PZhbfP2C29OOGwSa3Miw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6uqrxFScSV7iSqyN1HkqA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7DBY8vZChN8so8RC.ZCCA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Uo_qsLpzsxPXXGgmA.OQ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1ToX134K2NY9q9YvR4QbA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wDAVN9kWKaflo1xj_AWQ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uBnxagdushSw9ghV_qYA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dEZzYoO7IuRuGflTW7O_w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q8d6yhrYCMB2wncLwnMQ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E2UTDahdUg0MCw9SVG2A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gUZiJmQj_UvJhZXdGZcg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FDhuKx1G3XsXQyfg7qLA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4DQBhTo7PSE6t9U0sSSeA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4breL.jcrKVRTk3EbhXQ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MQslQE.Wv4bAQp_b0g8g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k.r2bGUe1gyViz43XMQ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.DoCVlkYDATWolHh_5lA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qsfZ6iEMImZKCnXwGlb7Q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6Xe8lPZrcrufHH3m7pA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LnCztBkt2BvcNj11CCNQ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B.HL9976KgpGG.iKLnjEg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jtfIyuRdYu6My9gPWdlg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MPNiHgk94cT89kCqdFFg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JvZEru3MxPTLGbdvhbABg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DKERDzsuOMqXo0v.HUMg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F64NF36FmUtueK9yG0Cg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CpFzYjRgX2E6OWJ9IzEg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IHqdBvVz0KOsK6OeX2Ug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35q9ZjyCUwOd6CdhaF.og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1uRKD99lRYrO08IMaQpg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7f3CI3gyi4k4i9V7uJdag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CZPcCAk4Ue0CInnZMuGw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qmNDm.okwwM6DGoFNUYA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eL67v5dYpNMVONJ.n28Q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jgC4NGj3IO2vGf4q13qg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5__Sg9_gu5pcGv0lwKGg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I.Z5aoI1lyqZ.pWj_xxA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0jUXn.vayhwYKV1DBwtDg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lBaANvRJmYsHXYQTpRypQ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pCQGW8q69WaD.QxmiFdw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9BRJ7a9wi8xwWcQEBgKA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rQhX1WENUFlaLgAQ9g8g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DxARjogh4kTgiUFniDwA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3DcoNZ6.lfy.vo8UVtCA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1P7Q7meZdLa9A4KFa1wg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zSnJMGkvMEgXYlaZEF9Q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p2YDNkBWnsEwdEPKehiA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J2ViQiVAlN2Dgjdq27A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rFsFq2dbj7Mbq8e4i5zg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zDUVpkSyHzEHEhjnqebw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lW6nplg6dcJinRH9r83Q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v69gwLEwXxul3SKV.GYA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i3rU5WrixcWmXThKennw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yEtaOSSs0Tl07dHfAKV8g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G1AnytrdVS2TbBt9SBcw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JSwfYc.7S9JgINKDRtmw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EgZdx9UyZ0uWR5P1jOqA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B4VZwXaij7cVAI2yymh5g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jdbZyXqY71leD.FySO3g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6F72X1e0y4rU5As0QcjA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r9LycUfwslgE0amYzBXA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.6oXX3a9rQLHcH2_bH2Hw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2moi9FFydsmewKGmUf1A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5gxF1RcEz9hN5Bbuqccg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2CZBKQ2IFCMd.2KJBQooA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W7AQtXQ3klJGqWKNa.7w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BtrjgwxTttPDbTezYIUWA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06vLaxQOs.2FFCuCxvjA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.ial9j0L5VMxvULk6._g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jDQ9ZIHBYyvBpJRBBqDng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J86aFk9knLKR64PGFhuQ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IH.45yeWIGF2YyyFuDYA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NSG9HXqxrt.V0DBeFmUg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GrCg9gS6M14j.pm1kfG8g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EwfJVOPYnl8lasf_Of5A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d53sFk8VBHhkhIG_5UeQ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6ko8l0KF3vIC.E.B4wxg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4_b_kSiV43sfVkGYS_sA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wE1QU0nRO5SWTucodGg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69Fk9kTQ1cbsc92240Ww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1v0y_cYr75bqttDMzpcA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9e_RF2rTPGRcSMGgFhjmQ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Gt24v1Rzya.8MUTVG_rw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u3VN0O_wQAwotnjHtAWQ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17xOVi2sfpUAKEM2QIqw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o3Deh7zfBamN4hy3yxtA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eYeIDE5dELfhbeZfPV2Q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7ZUG8XuqpleVNYN.y1jQ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8m8mzgPNBAvZpVL.m0jDA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3K54NwBk5r.n9vMJ8bnqg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eOkyAzYCiLK4Dxed0rsA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vwAY7aZMq4MTMHlrn7lA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.2N3NXeiB_u6FPOjqaDiA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qM9ygP_dMDg6o_5YJUSA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_1nN9DMu8t9GbRqSwP_A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_Eg0TuAcLcg7HFyqcRovg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cALciZ0wzkMZojow8x1Q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Omx_N9RtwVcR8i55xyQQ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6cUvLvgDFVmLHHRjrgyQ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OJEGBC8iyu8xLunvlrJg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b6i5pehDPVVYtZgLjCzTA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pBiPqUCBnC2.qAMsUeEQ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wgrCz6Ve3Bw_XnCB5UfA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mo1NCdA.3CkjASm9knIA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XpoWt8uHATt4ze.w_sg3w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Zq_y4mcYW_iX4Wn_4nu9Q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19cpZPTQs.D3Ydh6KwRA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c6M_KwWDsmjDtP5yb7Lg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soa.CVn36wiGqYHVm5TA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4pM2vaJoLRC1UY6K28QHA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SqpOszyYvlRO.nYLGO_w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0r8QW_aaRTubXsEYz9iA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7qaQNW9kSBgXJO7209WA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WBWQJLiM561DbKLHQV7g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o_YRb7hJTEblU5dsXsKQ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ebxds_wv4_.1qEx74xQw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xkF0y2U2EgKlsBELNWH5g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le9hc1Xpc1TQn7AuH63fQ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rEPn1r9ms8PS2JtwxI2A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Zs4Mg1hJQr7KKeozqtwg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O48yr3gxZRZMqTn.megA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8TsBV7MiknakkBbklfw8A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9XDrdhw9YtIcsx6ZSEdAQ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QhK9rED6qkMDUKFGUw3g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p1ID6lapzPpql5K_z6kQ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tdpxCus_ZZAIW4TS4vFg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AQWqf4QExRJuvqcVgrOA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brkgrm1M1Fck09z0LQWg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BsdBwvBrwDwILTLq1qDA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7uHIKrHVHAG9pbfQeKRQ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7g1VCvnXg266QiwHbHBw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OsxrW73xKNxK.0E6KHhg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71kIcPTBUOAK3sXhqGw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XRK3EXacxnO64xYNISiQ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yWxj8rwdh92y665KlsFw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KYaL6iWedXfX3x9KuoSg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K3vp1Z0Zw.eCJSJASUU7w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sSkjnFKH8lp_7F2Xx_bA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YGCsVOzr0zV2mw3db3lw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u_ZS2cU.MU0I.ykDe11Sw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Q0M9ILc.fNFOCDUad8Bg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TSWOWTmnYk1ZtOPd2BPg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Q6DEaFUTBVQqcsI77aXw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82kKu0Rg_ZnVAiiRCATw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XHqwGSzd9eLi7NPOVrBQ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wAskHJdu9TkdpaTBOenPg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JcZDvgkNLRQMOOFoaN3Q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OBeAVl56mONyf9M.UxIAQ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PrKFb5q5tk8urAZhi7VQ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axY9FrYaegS4VD5sYQ6Q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1ihHTcILCcKYMD0vMwXA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QxChMldyJOsnfnTUlFeA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N2o1JIPfuDS_Eq3bHiVA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2Bcbcq6Kvd24zCP8nHgA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LY8g8N2yJJ4hgx_IhPKg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opHQRNlUjBwhHXPG74dw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TMXbY2EfLKpHuH.RjbBQ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.7Z9A9VL_hOn0f04CYRuw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lFfKn23CUGHE38ykA4RQ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5rcYimJiwe.ayUdx6AzFQ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AU5B4Nn4G5AjlgKaWvnw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5JkmkpL8pvADqGdw4Drg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jkix3MD0eTZFyc1L9SRQ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FTTfTVqleWz5RCn8Udusw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qxTmRR3dD_2GBmMPRdkg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UQm7WmchS4zbbAHmXV9A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nqrcMpO3lA6Uja6KKLC0A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61WeXEESFvshiHDWiR1vA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mmVAOUIeZfX1olbBQGKA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eSZH0_6dKMsie7T7kP1Bg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8ht4z.XivOAtWGqFzu9QQ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ih_CXULmi8z.77TgeElA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HiK3szurBCRXabDWNhw_A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jIzKeehMCNLWMgazWzmFQ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R3TA.FoMGOCLgDsTGSiQ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gKEnCS8OFHBGjl5iX7gRA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AFw9VD27O.fEPat_TgIQ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peodHlVTTMlNa_mHcjSQ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uGr7hLXvgCwvJgrxtztQ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M1SIClpH4Wd1y0v2Ot4PQ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0.FuuX1v3k1lnCwdO2vg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AeIq6lECt3Mlt15Rv2Aw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laW94ZjamjG1PVYobvalg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3FdL7CBQ06L7FHYtsb83w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EiwErCwgWqRxjXcJOTbQ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8ivRuSLJV7uhAW9umjeaw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3BCzUR5doJW2dwzZFWQ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.sF8bZeaqZL831U8P5nQ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ODy880nFtBexHJNLuDHg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8DT7jnd1WiMpndj3vnkw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T3OAzkVALmhttAxkAy2w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f.0de8OcS12VKChJBYLQ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PSOWN7wyNVjrUrFijBNw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HDHVn7PlGwiCacpnZFiw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hhCl9H05Wrf2sLfvaPvA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61jyKVasyxJ3BxZ4iiLw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1ZeYPIrd_wvToikbJ0tw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KyUGUqB1gTi_9w3u3zdQ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H.HgcNaMfwNEOWOhQQYw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6.rnRu2T8fNpYNFmdSLg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5PjlGwvCdRCtXfYw5ZhXA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gU5.D9w4G8nwyL.ZR3qg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T4u9E2Jdnay3gqaXwyUbg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OzZ1q8a3Wwd36U10yjLQ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jknIYgkT5hCfQm4VTMKg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i9RjdlCT5JgkAYn4dI_w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1A8YG5HXYBXTf6bHRVilw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3HZvIHF9O_S9oJziXtcw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3VP34lRYmMzfULICTOCw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ZDa5.fZteE8p12hLLZCw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99Hl8V.Vu6M4UDx5M6iuA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9hdiI10Ji56yXc3UPb.wg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3jwHs4uhqcrAnEUZBJPw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oxNGPsAhKFKZjQQuIq0w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T07o3WUDbiQ4FaekdXeg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1FUoezWnj.aMM7ajQ2kw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Zn_R2NM79uj2UMAOhvw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VJ8DxfTXNzNQRh7hWTog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MMaWkWWnVc5EXowuN0Ng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QXTWSu0IBf3EtqmxVlmg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QABVX8EE3muQMuA8BhOw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ai1rpHu2aRgfDE4RwTPg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HZnKV7jI3VTEy3Mg3rZeg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_IPsQLTFuf0Oh0GRN1aA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xgqRMDCiLteKXe8Nhxaw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n.jfN9qizE2xirvGKVxQ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x33rQmBd48IabEfNL8ew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InmmjPrjlvYa8bRP8KYA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lsbG.D7eg5Mi4wD0NW4g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7_yAlVNBafzaDCaQaySKA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_UHCrOYoj_eNVfF7GPrw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OgO0wZoAPUETzx2xzzDg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RIwjjqOp0od0ogj.1dEA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1LQbbNYu43xxtcG9K.uw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Rqnw6bhj.W7YbUxMdJpQ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6SdsqN.YhtHz5kWaTeAA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wlhUxDA2FP3HBWngArhw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8BGOa5wqIOmnki2yk10eQ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Exb8UiLeTdzl9QkTprMg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waPC7qR3fwC_js1szfj5A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7_icTMkFz1seaj5_vlJQ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Xm7WLALlJfU8kBT1Em0Vg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6ERdBayv42TCIM9ilSXQ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2Fh93U74fE79BtSkBjRA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W4oZH6frQc0R9TdaEnQRA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7fyMCfk3f1co_nqvRZBQ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cD9Q3gMozE6cIRLDQX4BA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CXdNimCGGR0n.e5cmnvg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COdZmHA4rcl1MiN.9uKw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yFiHQuJb6pyl_2mAOpSA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6gSqwn3tluZgP1wyFTdA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3_.cN_jFo7rpSNOLhXEw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pEJOQ18YWEi36WJ.DDFQ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p0qDPBIZK_UU6jtpJMSQ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EE_gQ6T66FvXSALmGg_w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kxdSGqho.IIfy0nQeT_rw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vmVzZImeYGvO2yQFQasw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bnzrDz6K.Lx0JqcSVOHw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E9A1TjP96kgPZWiDnucg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PblRhN31oFzBBMIQX.s0Q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W_xFVH3goTzSsX9zH_gQ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2FEXemPI1I6_xb6OD8ECA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coujP3Mwx0.eeFJUG_xQ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dHN5m3Jhu70V1VcXxjSXQ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cFd.rAS1ip51ScHNQoUXA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2IxVGp2HgfHP4fTMxu6w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ov56zJT7EgIsAjFHU36g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MPQwrKq41Whf3_yhF0BA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En3XNL360bOyJcRiyFyQ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Y_ZzpmsGGipoTuqC4gyA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gUcZtbA2Ijkar8pLMmhQ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Itv2LI3tRXMzbo2FTu9yg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h8j0ZW9KNZlfxeaK5.w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WHOrouhaXogmvFcgB3dg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BuZfnw5dL4KuYEM7YWfQ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FvUtEwGGxPBSdwiVXmCg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1BqUwj7VVS9xS0XBbOeDQ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Ch7u3sEg1uPbh.Icz.98g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HDgz.sku8FcylsymTZKAA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bbVfyKNBEVO4h_pgyXpw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wGPhnBdlhpduJi36BzRQ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gMQ02Po9tJsR16VaCq0Dg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Ohy7Tl9jO8TXIPpiCdVEg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aPcvtMS39jLPguYo_8RYQ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hCKgmS6XPxaulbyxiLCLg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yf5P7F7KOPe1WqKotB4Q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iOBoe1FfqAfXdm3n66nQ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OZOB8qY6B29i21YHnc_1A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XL0D9BFRs22.0bJ.393Q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pUlx5gygJnUpLRCZkE2g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.L1mblJV06oZIBIJf16Q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35PKf1V10qPAs_zyrwBA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WLcJeSqgygelNDzV3yQA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dfm5FhT1J4q1nhAFFrBwA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D2oHtch30x0yWv8z5cKsw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obe1o1ghVYxMAfjRC3jWg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g75Zm6aX.auWLEKBX0w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l9LqDhu96CGhfjIu.vcQ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iq0.uzbGY3apYkoD1r9A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zzZeYYq.C6RCzyUw_xKHQ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KIBw.Jnt2MxTfLgCdSKw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DhHZvSb.4B3UxThqtH0w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YtflYq8VbuVRDfNQwTOg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lLW3Yb80V76oPmrBSlbg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.hx2WS45Oy51d07dDnTA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9AD6lVVDsGpuGXdwkDVYQ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kJDIrQ9rKmjDx2vi1rkw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MtgIIUYKl2ObsAtXX7Vg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PSuvPZZYaMasGswHzWmA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vviF55xZ7kYM3z4ISyoA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AinoU9GGtgJ7NpfVTQ5g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oWhSBY3XTQ6OPlCuNOrQ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r.j.0bD8dO9IQDlbzcfg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l5vSTqreXvS9VD76XCEaA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clYS71HrZlIGmXiNwmnQ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.UY4aIBAUJ5_GspnIRug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Ga5.29ffefj4FJ8x9qyA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Usj6NVcb98E7ze3Y4xVw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wKoBMG3B83qTU9RJwPflA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AqY51Bmfj0i4Nf04NWm3Q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Sl4nZoBE.c2wwcWVDIGw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2P0WkHI51cSI9hZ0xGDQ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OU2vsoFZYwCCLK8RymWw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83ntJmAtUzbShi.w.kng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5_OzIXXBwH0ZJC3_uiWw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rwNtw.0ItSXs5cupCebg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ORlIxsmPAPOQDjHMwVIw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3j.bzb0glldUPt2NN_GtQ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VdtRfVJYXmwhXKYyrXNw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XNYL5ClY342ZWthYSCv3A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HzKzC0HmzszzQMrsv3Ag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mWY3ncjRUs2qJTdS7WXg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1h5QWkXKIqfGT7eTGyohA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Y8EXxg75rRZUH.JY5CrQ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dvZhE0LkEtLicI0CF9TA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A9.gczlX8.c2cZbYvgPg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qramzD.ngObkWzDbLngA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1ATBNRJutklfacmXVsuxQ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qcpQq_s300f01MfDEMoQ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3DXs7xpQv8O8x__BjiR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VoI">
      <a:dk1>
        <a:srgbClr val="13807B"/>
      </a:dk1>
      <a:lt1>
        <a:srgbClr val="FFFFFF"/>
      </a:lt1>
      <a:dk2>
        <a:srgbClr val="6B7180"/>
      </a:dk2>
      <a:lt2>
        <a:srgbClr val="EEECE1"/>
      </a:lt2>
      <a:accent1>
        <a:srgbClr val="C6E9E7"/>
      </a:accent1>
      <a:accent2>
        <a:srgbClr val="E1F2EE"/>
      </a:accent2>
      <a:accent3>
        <a:srgbClr val="FF6B6B"/>
      </a:accent3>
      <a:accent4>
        <a:srgbClr val="8B5CF6"/>
      </a:accent4>
      <a:accent5>
        <a:srgbClr val="FBBF24"/>
      </a:accent5>
      <a:accent6>
        <a:srgbClr val="10B98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200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7141</TotalTime>
  <Words>6161</Words>
  <Application>Microsoft Office PowerPoint</Application>
  <PresentationFormat>Panorámica</PresentationFormat>
  <Paragraphs>1942</Paragraphs>
  <Slides>25</Slides>
  <Notes>16</Notes>
  <HiddenSlides>13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27" baseType="lpstr"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Gonzalo Llajaruna Campos</dc:creator>
  <cp:lastModifiedBy>Guido García Talledo</cp:lastModifiedBy>
  <cp:revision>14</cp:revision>
  <dcterms:created xsi:type="dcterms:W3CDTF">2026-09-10T16:44:44Z</dcterms:created>
  <dcterms:modified xsi:type="dcterms:W3CDTF">2026-10-07T19:47:02Z</dcterms:modified>
</cp:coreProperties>
</file>