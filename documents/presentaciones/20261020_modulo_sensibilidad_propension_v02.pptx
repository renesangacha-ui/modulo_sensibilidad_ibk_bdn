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2" r:id="rId2"/>
  </p:sldMasterIdLst>
  <p:notesMasterIdLst>
    <p:notesMasterId r:id="rId10"/>
  </p:notesMasterIdLst>
  <p:sldIdLst>
    <p:sldId id="256" r:id="rId3"/>
    <p:sldId id="352" r:id="rId4"/>
    <p:sldId id="356" r:id="rId5"/>
    <p:sldId id="355" r:id="rId6"/>
    <p:sldId id="358" r:id="rId7"/>
    <p:sldId id="362" r:id="rId8"/>
    <p:sldId id="363" r:id="rId9"/>
  </p:sldIdLst>
  <p:sldSz cx="16256000" cy="9144000"/>
  <p:notesSz cx="6858000" cy="9144000"/>
  <p:embeddedFontLst>
    <p:embeddedFont>
      <p:font typeface="Geom" panose="020B060402020202020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776">
          <p15:clr>
            <a:srgbClr val="A4A3A4"/>
          </p15:clr>
        </p15:guide>
        <p15:guide id="2" orient="horz" pos="5660">
          <p15:clr>
            <a:srgbClr val="A4A3A4"/>
          </p15:clr>
        </p15:guide>
        <p15:guide id="3" pos="4032">
          <p15:clr>
            <a:srgbClr val="000000"/>
          </p15:clr>
        </p15:guide>
        <p15:guide id="4" orient="horz" pos="4752">
          <p15:clr>
            <a:srgbClr val="747775"/>
          </p15:clr>
        </p15:guide>
        <p15:guide id="5" orient="horz" pos="432">
          <p15:clr>
            <a:srgbClr val="747775"/>
          </p15:clr>
        </p15:guide>
        <p15:guide id="6" pos="9432">
          <p15:clr>
            <a:srgbClr val="747775"/>
          </p15:clr>
        </p15:guide>
        <p15:guide id="7" orient="horz" pos="702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7" roundtripDataSignature="AMtx7mhVYQY3amfREAgvfONLpUuEGiIa8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  <a:srgbClr val="ECF6F5"/>
    <a:srgbClr val="E7E3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3FB4A-B6DB-4561-83B3-2B097AAA6718}" v="71" dt="2026-10-20T15:16:17.345"/>
  </p1510:revLst>
</p1510:revInfo>
</file>

<file path=ppt/tableStyles.xml><?xml version="1.0" encoding="utf-8"?>
<a:tblStyleLst xmlns:a="http://schemas.openxmlformats.org/drawingml/2006/main" def="{97A90D3B-424D-4E27-AD4E-C22872C0F10C}">
  <a:tblStyle styleId="{97A90D3B-424D-4E27-AD4E-C22872C0F10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24"/>
    <p:restoredTop sz="94631"/>
  </p:normalViewPr>
  <p:slideViewPr>
    <p:cSldViewPr snapToGrid="0">
      <p:cViewPr varScale="1">
        <p:scale>
          <a:sx n="66" d="100"/>
          <a:sy n="66" d="100"/>
        </p:scale>
        <p:origin x="749" y="62"/>
      </p:cViewPr>
      <p:guideLst>
        <p:guide orient="horz" pos="1776"/>
        <p:guide orient="horz" pos="5660"/>
        <p:guide pos="4032"/>
        <p:guide orient="horz" pos="4752"/>
        <p:guide orient="horz" pos="432"/>
        <p:guide pos="9432"/>
        <p:guide orient="horz" pos="7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72" Type="http://schemas.microsoft.com/office/2016/11/relationships/changesInfo" Target="changesInfos/changesInfo1.xml"/><Relationship Id="rId3" Type="http://schemas.openxmlformats.org/officeDocument/2006/relationships/slide" Target="slides/slide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67" Type="http://customschemas.google.com/relationships/presentationmetadata" Target="metadata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73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6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e Sangacha" userId="a4e5b6bb3df78a73" providerId="LiveId" clId="{9F2BEB09-8DC3-4CD1-B6B3-2ADC2BF56918}"/>
    <pc:docChg chg="undo custSel addSld delSld modSld sldOrd">
      <pc:chgData name="Rene Sangacha" userId="a4e5b6bb3df78a73" providerId="LiveId" clId="{9F2BEB09-8DC3-4CD1-B6B3-2ADC2BF56918}" dt="2026-10-20T15:17:44.376" v="3994" actId="1076"/>
      <pc:docMkLst>
        <pc:docMk/>
      </pc:docMkLst>
      <pc:sldChg chg="modSp mod">
        <pc:chgData name="Rene Sangacha" userId="a4e5b6bb3df78a73" providerId="LiveId" clId="{9F2BEB09-8DC3-4CD1-B6B3-2ADC2BF56918}" dt="2026-10-15T13:33:56.234" v="362" actId="20577"/>
        <pc:sldMkLst>
          <pc:docMk/>
          <pc:sldMk cId="0" sldId="256"/>
        </pc:sldMkLst>
        <pc:spChg chg="mod">
          <ac:chgData name="Rene Sangacha" userId="a4e5b6bb3df78a73" providerId="LiveId" clId="{9F2BEB09-8DC3-4CD1-B6B3-2ADC2BF56918}" dt="2026-10-15T13:33:56.234" v="362" actId="20577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add mod ord">
        <pc:chgData name="Rene Sangacha" userId="a4e5b6bb3df78a73" providerId="LiveId" clId="{9F2BEB09-8DC3-4CD1-B6B3-2ADC2BF56918}" dt="2026-10-20T14:10:13.702" v="3356" actId="22"/>
        <pc:sldMkLst>
          <pc:docMk/>
          <pc:sldMk cId="1230420152" sldId="352"/>
        </pc:sldMkLst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2" creationId="{3878EA28-15DD-46B4-B3A4-08BF059C00DF}"/>
          </ac:spMkLst>
        </pc:spChg>
        <pc:spChg chg="add mod">
          <ac:chgData name="Rene Sangacha" userId="a4e5b6bb3df78a73" providerId="LiveId" clId="{9F2BEB09-8DC3-4CD1-B6B3-2ADC2BF56918}" dt="2026-10-20T14:05:06.576" v="3293" actId="1076"/>
          <ac:spMkLst>
            <pc:docMk/>
            <pc:sldMk cId="1230420152" sldId="352"/>
            <ac:spMk id="9" creationId="{21F0A3AB-15F2-3A2D-BFD8-544EE3D3FAF7}"/>
          </ac:spMkLst>
        </pc:spChg>
        <pc:spChg chg="add del mod">
          <ac:chgData name="Rene Sangacha" userId="a4e5b6bb3df78a73" providerId="LiveId" clId="{9F2BEB09-8DC3-4CD1-B6B3-2ADC2BF56918}" dt="2026-10-20T13:05:19.082" v="2674" actId="478"/>
          <ac:spMkLst>
            <pc:docMk/>
            <pc:sldMk cId="1230420152" sldId="352"/>
            <ac:spMk id="15" creationId="{26511564-7E9E-643B-5F91-6F1AE9CB288A}"/>
          </ac:spMkLst>
        </pc:spChg>
        <pc:spChg chg="add del mod">
          <ac:chgData name="Rene Sangacha" userId="a4e5b6bb3df78a73" providerId="LiveId" clId="{9F2BEB09-8DC3-4CD1-B6B3-2ADC2BF56918}" dt="2026-10-20T13:05:19.082" v="2674" actId="478"/>
          <ac:spMkLst>
            <pc:docMk/>
            <pc:sldMk cId="1230420152" sldId="352"/>
            <ac:spMk id="16" creationId="{20CF16E4-2E4A-041F-37A8-48DDBD85C381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17" creationId="{D7AA4220-98B1-E1F0-9E17-52F45752DE80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19" creationId="{C59581F1-0EA2-1D87-F914-CB427F849E9A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35" creationId="{1C9F94AC-2B5F-1268-0FC1-C6F432EA8C35}"/>
          </ac:spMkLst>
        </pc:spChg>
        <pc:spChg chg="add del mod">
          <ac:chgData name="Rene Sangacha" userId="a4e5b6bb3df78a73" providerId="LiveId" clId="{9F2BEB09-8DC3-4CD1-B6B3-2ADC2BF56918}" dt="2026-10-20T13:05:19.082" v="2674" actId="478"/>
          <ac:spMkLst>
            <pc:docMk/>
            <pc:sldMk cId="1230420152" sldId="352"/>
            <ac:spMk id="43" creationId="{BE9840A9-6392-3EC1-2627-D3DACFFB9DEC}"/>
          </ac:spMkLst>
        </pc:spChg>
        <pc:spChg chg="add del mod">
          <ac:chgData name="Rene Sangacha" userId="a4e5b6bb3df78a73" providerId="LiveId" clId="{9F2BEB09-8DC3-4CD1-B6B3-2ADC2BF56918}" dt="2026-10-20T13:05:19.082" v="2674" actId="478"/>
          <ac:spMkLst>
            <pc:docMk/>
            <pc:sldMk cId="1230420152" sldId="352"/>
            <ac:spMk id="45" creationId="{9061382C-7C6B-8BD7-970D-369C136C00FE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54" creationId="{E7844140-3B67-A4F7-7BFB-2E7CD76F5F2C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83" creationId="{4006FB58-8ED9-7F8F-60AE-61076DC16202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87" creationId="{CC90DE83-FDCC-A58B-35E4-1CC109F84FE9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90" creationId="{78BD4DFA-D487-C7D1-3EA6-0FF60CE108CF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91" creationId="{6E7D8F9D-1CA1-08F7-5023-2C614BC5EC19}"/>
          </ac:spMkLst>
        </pc:spChg>
        <pc:spChg chg="add mod">
          <ac:chgData name="Rene Sangacha" userId="a4e5b6bb3df78a73" providerId="LiveId" clId="{9F2BEB09-8DC3-4CD1-B6B3-2ADC2BF56918}" dt="2026-10-20T13:06:08.324" v="2693" actId="14100"/>
          <ac:spMkLst>
            <pc:docMk/>
            <pc:sldMk cId="1230420152" sldId="352"/>
            <ac:spMk id="100" creationId="{2A3D3CBB-0252-433F-5824-9AB9649732E5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24" creationId="{E16B8F03-8992-6028-1DF9-6C9D25C336C5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31" creationId="{EFF6A027-F20A-DCE4-E7D8-9C08E82D403A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32" creationId="{6C58B98F-F565-B71E-9586-FD0F76B31F41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43" creationId="{6FB34C89-52B3-FF39-C395-5821D3A736A7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59" creationId="{27D3FA77-02B7-7D08-268C-45A8B9678958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70" creationId="{716B7258-716D-6F76-C401-B27A846F7FA3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72" creationId="{E6C1923D-AB3C-C1F6-1585-9FDAFC7E7F9C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79" creationId="{5A869BC0-D9F7-A072-5D60-629200B223DE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188" creationId="{B66645C8-0FD8-2E3F-1B94-D7AF41ED0C8D}"/>
          </ac:spMkLst>
        </pc:spChg>
        <pc:spChg chg="add mod">
          <ac:chgData name="Rene Sangacha" userId="a4e5b6bb3df78a73" providerId="LiveId" clId="{9F2BEB09-8DC3-4CD1-B6B3-2ADC2BF56918}" dt="2026-10-20T13:06:11.802" v="2694"/>
          <ac:spMkLst>
            <pc:docMk/>
            <pc:sldMk cId="1230420152" sldId="352"/>
            <ac:spMk id="203" creationId="{3DB7C289-6D0D-EBDD-8811-EE3EA502C119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11" creationId="{DA37F5F7-F54C-1B2C-49AF-4EFCEB868E8C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13" creationId="{A47B617C-36F3-B15A-1A85-15F32245F9E9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17" creationId="{440F49BF-2540-F7E6-875C-C3303E0AEC5F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19" creationId="{70491FFC-0AD1-2C52-3CF5-EA2A86A679D2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30" creationId="{D886884D-0D76-9460-7361-6CAF1D9BE6F9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40" creationId="{2E7B6D3B-5BC7-1352-24E3-15352701482F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43" creationId="{85C7D325-CC4B-6E51-D710-8C12FA17E2BF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56" creationId="{E9389DC4-A6D9-A523-745B-D9FC71568E27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58" creationId="{B35380E3-E94A-DA23-9F91-4BDEC029B1CD}"/>
          </ac:spMkLst>
        </pc:spChg>
        <pc:spChg chg="add del mod">
          <ac:chgData name="Rene Sangacha" userId="a4e5b6bb3df78a73" providerId="LiveId" clId="{9F2BEB09-8DC3-4CD1-B6B3-2ADC2BF56918}" dt="2026-10-20T13:10:41.349" v="2753" actId="478"/>
          <ac:spMkLst>
            <pc:docMk/>
            <pc:sldMk cId="1230420152" sldId="352"/>
            <ac:spMk id="276" creationId="{605C4D67-FA5F-49A4-488C-28E0EFECA1C1}"/>
          </ac:spMkLst>
        </pc:spChg>
        <pc:spChg chg="del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293" creationId="{EBD3554A-BBFD-1351-93CC-1B610CA45CC0}"/>
          </ac:spMkLst>
        </pc:spChg>
        <pc:spChg chg="mod">
          <ac:chgData name="Rene Sangacha" userId="a4e5b6bb3df78a73" providerId="LiveId" clId="{9F2BEB09-8DC3-4CD1-B6B3-2ADC2BF56918}" dt="2026-10-20T13:54:29.788" v="3103" actId="2085"/>
          <ac:spMkLst>
            <pc:docMk/>
            <pc:sldMk cId="1230420152" sldId="352"/>
            <ac:spMk id="294" creationId="{CB47F649-CD97-79F2-3520-57AB0984758A}"/>
          </ac:spMkLst>
        </pc:spChg>
        <pc:spChg chg="del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298" creationId="{013D1B4D-1F58-ED83-E0A4-109877397219}"/>
          </ac:spMkLst>
        </pc:spChg>
        <pc:spChg chg="del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299" creationId="{5F181E53-F152-686F-7F91-F2D507C4A3A9}"/>
          </ac:spMkLst>
        </pc:spChg>
        <pc:spChg chg="add del mod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300" creationId="{D059307C-8F12-D47D-6478-49E551EAE35E}"/>
          </ac:spMkLst>
        </pc:spChg>
        <pc:spChg chg="del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301" creationId="{4E9CACEC-2A65-8FDB-1DDD-6866C702C4A6}"/>
          </ac:spMkLst>
        </pc:spChg>
        <pc:spChg chg="del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302" creationId="{ADD9A5D0-26E8-CD61-5E10-A3506618F4D4}"/>
          </ac:spMkLst>
        </pc:spChg>
        <pc:spChg chg="add mod">
          <ac:chgData name="Rene Sangacha" userId="a4e5b6bb3df78a73" providerId="LiveId" clId="{9F2BEB09-8DC3-4CD1-B6B3-2ADC2BF56918}" dt="2026-10-20T13:10:41.712" v="2754"/>
          <ac:spMkLst>
            <pc:docMk/>
            <pc:sldMk cId="1230420152" sldId="352"/>
            <ac:spMk id="303" creationId="{8A1736D3-785B-C94B-2429-4F69F7EC7EF7}"/>
          </ac:spMkLst>
        </pc:spChg>
        <pc:spChg chg="del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305" creationId="{B33D7EFA-613E-D04D-E085-9A3F3297F5F9}"/>
          </ac:spMkLst>
        </pc:spChg>
        <pc:spChg chg="del mod">
          <ac:chgData name="Rene Sangacha" userId="a4e5b6bb3df78a73" providerId="LiveId" clId="{9F2BEB09-8DC3-4CD1-B6B3-2ADC2BF56918}" dt="2026-10-20T13:11:24.282" v="2758" actId="478"/>
          <ac:spMkLst>
            <pc:docMk/>
            <pc:sldMk cId="1230420152" sldId="352"/>
            <ac:spMk id="306" creationId="{8B16CD84-E383-B9F1-1D2A-F5659DAF3C28}"/>
          </ac:spMkLst>
        </pc:spChg>
        <pc:spChg chg="mod">
          <ac:chgData name="Rene Sangacha" userId="a4e5b6bb3df78a73" providerId="LiveId" clId="{9F2BEB09-8DC3-4CD1-B6B3-2ADC2BF56918}" dt="2026-10-20T13:21:50.258" v="2942" actId="164"/>
          <ac:spMkLst>
            <pc:docMk/>
            <pc:sldMk cId="1230420152" sldId="352"/>
            <ac:spMk id="307" creationId="{AAAA63F7-6348-4EA8-9189-FCEC226A6011}"/>
          </ac:spMkLst>
        </pc:spChg>
        <pc:spChg chg="mod">
          <ac:chgData name="Rene Sangacha" userId="a4e5b6bb3df78a73" providerId="LiveId" clId="{9F2BEB09-8DC3-4CD1-B6B3-2ADC2BF56918}" dt="2026-10-20T13:21:50.258" v="2942" actId="164"/>
          <ac:spMkLst>
            <pc:docMk/>
            <pc:sldMk cId="1230420152" sldId="352"/>
            <ac:spMk id="308" creationId="{003D3C37-1FCF-27C0-0AC6-EFEF51198604}"/>
          </ac:spMkLst>
        </pc:spChg>
        <pc:spChg chg="add mod">
          <ac:chgData name="Rene Sangacha" userId="a4e5b6bb3df78a73" providerId="LiveId" clId="{9F2BEB09-8DC3-4CD1-B6B3-2ADC2BF56918}" dt="2026-10-20T13:21:54.072" v="2943" actId="164"/>
          <ac:spMkLst>
            <pc:docMk/>
            <pc:sldMk cId="1230420152" sldId="352"/>
            <ac:spMk id="309" creationId="{E466B6FC-C003-D68C-425E-68AAF55A7378}"/>
          </ac:spMkLst>
        </pc:spChg>
        <pc:spChg chg="mod">
          <ac:chgData name="Rene Sangacha" userId="a4e5b6bb3df78a73" providerId="LiveId" clId="{9F2BEB09-8DC3-4CD1-B6B3-2ADC2BF56918}" dt="2026-10-20T13:21:54.072" v="2943" actId="164"/>
          <ac:spMkLst>
            <pc:docMk/>
            <pc:sldMk cId="1230420152" sldId="352"/>
            <ac:spMk id="310" creationId="{F61F5CA7-DDB4-94E7-0907-A7C027493B35}"/>
          </ac:spMkLst>
        </pc:spChg>
        <pc:spChg chg="mod">
          <ac:chgData name="Rene Sangacha" userId="a4e5b6bb3df78a73" providerId="LiveId" clId="{9F2BEB09-8DC3-4CD1-B6B3-2ADC2BF56918}" dt="2026-10-20T13:21:58.002" v="2944" actId="164"/>
          <ac:spMkLst>
            <pc:docMk/>
            <pc:sldMk cId="1230420152" sldId="352"/>
            <ac:spMk id="311" creationId="{2C862403-952A-45C3-0F6A-DD8E3149B6EC}"/>
          </ac:spMkLst>
        </pc:spChg>
        <pc:spChg chg="add mod">
          <ac:chgData name="Rene Sangacha" userId="a4e5b6bb3df78a73" providerId="LiveId" clId="{9F2BEB09-8DC3-4CD1-B6B3-2ADC2BF56918}" dt="2026-10-20T13:21:58.002" v="2944" actId="164"/>
          <ac:spMkLst>
            <pc:docMk/>
            <pc:sldMk cId="1230420152" sldId="352"/>
            <ac:spMk id="312" creationId="{692BFB9D-FFE3-DFC9-A1F0-5FA8D13B9432}"/>
          </ac:spMkLst>
        </pc:spChg>
        <pc:spChg chg="mod">
          <ac:chgData name="Rene Sangacha" userId="a4e5b6bb3df78a73" providerId="LiveId" clId="{9F2BEB09-8DC3-4CD1-B6B3-2ADC2BF56918}" dt="2026-10-20T13:22:06.152" v="2945" actId="164"/>
          <ac:spMkLst>
            <pc:docMk/>
            <pc:sldMk cId="1230420152" sldId="352"/>
            <ac:spMk id="313" creationId="{F19DF80E-3695-AE91-DAB1-18674299414A}"/>
          </ac:spMkLst>
        </pc:spChg>
        <pc:spChg chg="mod">
          <ac:chgData name="Rene Sangacha" userId="a4e5b6bb3df78a73" providerId="LiveId" clId="{9F2BEB09-8DC3-4CD1-B6B3-2ADC2BF56918}" dt="2026-10-20T13:22:58.774" v="2955" actId="2085"/>
          <ac:spMkLst>
            <pc:docMk/>
            <pc:sldMk cId="1230420152" sldId="352"/>
            <ac:spMk id="314" creationId="{0E9EA842-5BDA-77B9-F08A-08BED77CB01E}"/>
          </ac:spMkLst>
        </pc:spChg>
        <pc:spChg chg="del mod">
          <ac:chgData name="Rene Sangacha" userId="a4e5b6bb3df78a73" providerId="LiveId" clId="{9F2BEB09-8DC3-4CD1-B6B3-2ADC2BF56918}" dt="2026-10-20T13:20:39.532" v="2939" actId="478"/>
          <ac:spMkLst>
            <pc:docMk/>
            <pc:sldMk cId="1230420152" sldId="352"/>
            <ac:spMk id="315" creationId="{28CE2730-09FA-8913-0CE4-EB10B2D5F307}"/>
          </ac:spMkLst>
        </pc:spChg>
        <pc:spChg chg="mod">
          <ac:chgData name="Rene Sangacha" userId="a4e5b6bb3df78a73" providerId="LiveId" clId="{9F2BEB09-8DC3-4CD1-B6B3-2ADC2BF56918}" dt="2026-10-20T13:22:06.152" v="2945" actId="164"/>
          <ac:spMkLst>
            <pc:docMk/>
            <pc:sldMk cId="1230420152" sldId="352"/>
            <ac:spMk id="316" creationId="{C426629B-3616-F286-2313-82D4EDF8EC4F}"/>
          </ac:spMkLst>
        </pc:spChg>
        <pc:spChg chg="mod">
          <ac:chgData name="Rene Sangacha" userId="a4e5b6bb3df78a73" providerId="LiveId" clId="{9F2BEB09-8DC3-4CD1-B6B3-2ADC2BF56918}" dt="2026-10-20T13:22:06.152" v="2945" actId="164"/>
          <ac:spMkLst>
            <pc:docMk/>
            <pc:sldMk cId="1230420152" sldId="352"/>
            <ac:spMk id="317" creationId="{9399F003-ED3F-F677-EBAA-6F06F992EE7C}"/>
          </ac:spMkLst>
        </pc:spChg>
        <pc:spChg chg="mod">
          <ac:chgData name="Rene Sangacha" userId="a4e5b6bb3df78a73" providerId="LiveId" clId="{9F2BEB09-8DC3-4CD1-B6B3-2ADC2BF56918}" dt="2026-10-20T13:22:06.152" v="2945" actId="164"/>
          <ac:spMkLst>
            <pc:docMk/>
            <pc:sldMk cId="1230420152" sldId="352"/>
            <ac:spMk id="318" creationId="{7D807BDC-CE85-BC8B-3615-189CDBDA768A}"/>
          </ac:spMkLst>
        </pc:spChg>
        <pc:spChg chg="mod">
          <ac:chgData name="Rene Sangacha" userId="a4e5b6bb3df78a73" providerId="LiveId" clId="{9F2BEB09-8DC3-4CD1-B6B3-2ADC2BF56918}" dt="2026-10-20T13:21:58.002" v="2944" actId="164"/>
          <ac:spMkLst>
            <pc:docMk/>
            <pc:sldMk cId="1230420152" sldId="352"/>
            <ac:spMk id="320" creationId="{03B69EB8-C3A8-0A67-5525-1BB789928D6C}"/>
          </ac:spMkLst>
        </pc:spChg>
        <pc:spChg chg="mod">
          <ac:chgData name="Rene Sangacha" userId="a4e5b6bb3df78a73" providerId="LiveId" clId="{9F2BEB09-8DC3-4CD1-B6B3-2ADC2BF56918}" dt="2026-10-20T14:06:49.398" v="3352" actId="20577"/>
          <ac:spMkLst>
            <pc:docMk/>
            <pc:sldMk cId="1230420152" sldId="352"/>
            <ac:spMk id="322" creationId="{24644A94-CCAE-E29E-57B9-2C925015C7AD}"/>
          </ac:spMkLst>
        </pc:spChg>
        <pc:spChg chg="mod">
          <ac:chgData name="Rene Sangacha" userId="a4e5b6bb3df78a73" providerId="LiveId" clId="{9F2BEB09-8DC3-4CD1-B6B3-2ADC2BF56918}" dt="2026-10-20T13:22:06.152" v="2945" actId="164"/>
          <ac:spMkLst>
            <pc:docMk/>
            <pc:sldMk cId="1230420152" sldId="352"/>
            <ac:spMk id="323" creationId="{469C920F-6F57-CAA5-C7CA-0B0AFD5AE587}"/>
          </ac:spMkLst>
        </pc:spChg>
        <pc:spChg chg="mod">
          <ac:chgData name="Rene Sangacha" userId="a4e5b6bb3df78a73" providerId="LiveId" clId="{9F2BEB09-8DC3-4CD1-B6B3-2ADC2BF56918}" dt="2026-10-20T13:21:50.258" v="2942" actId="164"/>
          <ac:spMkLst>
            <pc:docMk/>
            <pc:sldMk cId="1230420152" sldId="352"/>
            <ac:spMk id="324" creationId="{6F821D8B-A93D-C0CD-20B6-C0F726DCDE32}"/>
          </ac:spMkLst>
        </pc:spChg>
        <pc:spChg chg="mod">
          <ac:chgData name="Rene Sangacha" userId="a4e5b6bb3df78a73" providerId="LiveId" clId="{9F2BEB09-8DC3-4CD1-B6B3-2ADC2BF56918}" dt="2026-10-20T13:22:06.152" v="2945" actId="164"/>
          <ac:spMkLst>
            <pc:docMk/>
            <pc:sldMk cId="1230420152" sldId="352"/>
            <ac:spMk id="325" creationId="{4D64C8D9-850F-DE31-FD40-1B9ECBC7CF0B}"/>
          </ac:spMkLst>
        </pc:spChg>
        <pc:spChg chg="mod">
          <ac:chgData name="Rene Sangacha" userId="a4e5b6bb3df78a73" providerId="LiveId" clId="{9F2BEB09-8DC3-4CD1-B6B3-2ADC2BF56918}" dt="2026-10-20T13:21:50.258" v="2942" actId="164"/>
          <ac:spMkLst>
            <pc:docMk/>
            <pc:sldMk cId="1230420152" sldId="352"/>
            <ac:spMk id="326" creationId="{621A1C97-FDED-305E-5C33-8C32BD8E88D4}"/>
          </ac:spMkLst>
        </pc:spChg>
        <pc:spChg chg="mod">
          <ac:chgData name="Rene Sangacha" userId="a4e5b6bb3df78a73" providerId="LiveId" clId="{9F2BEB09-8DC3-4CD1-B6B3-2ADC2BF56918}" dt="2026-10-20T13:18:13.177" v="2921" actId="255"/>
          <ac:spMkLst>
            <pc:docMk/>
            <pc:sldMk cId="1230420152" sldId="352"/>
            <ac:spMk id="328" creationId="{A6CDEFC7-AE7A-4CDD-75E7-072DCA52E65F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29" creationId="{876114C3-FCB0-208B-8E11-1AA69C090353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30" creationId="{3A251646-4FC8-9F1E-9C71-D9CFC3F69A03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31" creationId="{010305E4-9588-D0A7-96FE-BFACAC0827AB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32" creationId="{9C076FAF-2698-6ECD-184A-0830137D90EC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33" creationId="{151BC7E9-88F6-B867-ED14-55F61C5733C8}"/>
          </ac:spMkLst>
        </pc:spChg>
        <pc:spChg chg="mod">
          <ac:chgData name="Rene Sangacha" userId="a4e5b6bb3df78a73" providerId="LiveId" clId="{9F2BEB09-8DC3-4CD1-B6B3-2ADC2BF56918}" dt="2026-10-20T13:18:04.187" v="2919" actId="164"/>
          <ac:spMkLst>
            <pc:docMk/>
            <pc:sldMk cId="1230420152" sldId="352"/>
            <ac:spMk id="334" creationId="{7656E44B-553B-29E4-EB15-242A8C367E12}"/>
          </ac:spMkLst>
        </pc:spChg>
        <pc:spChg chg="add del mod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335" creationId="{425A3CC0-6823-AFCC-AA40-978DDA4B18E3}"/>
          </ac:spMkLst>
        </pc:spChg>
        <pc:spChg chg="del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336" creationId="{1951DFA6-AE61-DFBD-85D5-6853640F06A7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37" creationId="{9DAFC877-D55E-77A3-258D-251C15C042CE}"/>
          </ac:spMkLst>
        </pc:spChg>
        <pc:spChg chg="del">
          <ac:chgData name="Rene Sangacha" userId="a4e5b6bb3df78a73" providerId="LiveId" clId="{9F2BEB09-8DC3-4CD1-B6B3-2ADC2BF56918}" dt="2026-10-20T13:20:24.909" v="2934" actId="478"/>
          <ac:spMkLst>
            <pc:docMk/>
            <pc:sldMk cId="1230420152" sldId="352"/>
            <ac:spMk id="338" creationId="{00EC3194-B34C-927A-AA99-043ACE887A9A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40" creationId="{9756EBCD-597B-AA30-8476-6AC91597E4EF}"/>
          </ac:spMkLst>
        </pc:spChg>
        <pc:spChg chg="mod">
          <ac:chgData name="Rene Sangacha" userId="a4e5b6bb3df78a73" providerId="LiveId" clId="{9F2BEB09-8DC3-4CD1-B6B3-2ADC2BF56918}" dt="2026-10-20T13:18:04.187" v="2919" actId="164"/>
          <ac:spMkLst>
            <pc:docMk/>
            <pc:sldMk cId="1230420152" sldId="352"/>
            <ac:spMk id="341" creationId="{A66C50DA-25A0-2C46-9E6C-4492D9568D48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42" creationId="{48033D65-5E2E-7789-AAF6-ED98E5B5E2D3}"/>
          </ac:spMkLst>
        </pc:spChg>
        <pc:spChg chg="mod">
          <ac:chgData name="Rene Sangacha" userId="a4e5b6bb3df78a73" providerId="LiveId" clId="{9F2BEB09-8DC3-4CD1-B6B3-2ADC2BF56918}" dt="2026-10-20T13:17:54.252" v="2916" actId="164"/>
          <ac:spMkLst>
            <pc:docMk/>
            <pc:sldMk cId="1230420152" sldId="352"/>
            <ac:spMk id="343" creationId="{737A146B-B6C9-EC8F-6357-8145227E7931}"/>
          </ac:spMkLst>
        </pc:spChg>
        <pc:spChg chg="del mod">
          <ac:chgData name="Rene Sangacha" userId="a4e5b6bb3df78a73" providerId="LiveId" clId="{9F2BEB09-8DC3-4CD1-B6B3-2ADC2BF56918}" dt="2026-10-20T13:54:31.874" v="3104" actId="478"/>
          <ac:spMkLst>
            <pc:docMk/>
            <pc:sldMk cId="1230420152" sldId="352"/>
            <ac:spMk id="347" creationId="{BBB360F3-8728-90F4-CC3F-824724BFBBFD}"/>
          </ac:spMkLst>
        </pc:spChg>
        <pc:spChg chg="mod topLvl">
          <ac:chgData name="Rene Sangacha" userId="a4e5b6bb3df78a73" providerId="LiveId" clId="{9F2BEB09-8DC3-4CD1-B6B3-2ADC2BF56918}" dt="2026-10-20T13:52:43.657" v="3082" actId="164"/>
          <ac:spMkLst>
            <pc:docMk/>
            <pc:sldMk cId="1230420152" sldId="352"/>
            <ac:spMk id="348" creationId="{943D4910-E363-46A2-3E7D-08238FC5935C}"/>
          </ac:spMkLst>
        </pc:spChg>
        <pc:spChg chg="mod">
          <ac:chgData name="Rene Sangacha" userId="a4e5b6bb3df78a73" providerId="LiveId" clId="{9F2BEB09-8DC3-4CD1-B6B3-2ADC2BF56918}" dt="2026-10-20T13:52:43.657" v="3082" actId="164"/>
          <ac:spMkLst>
            <pc:docMk/>
            <pc:sldMk cId="1230420152" sldId="352"/>
            <ac:spMk id="349" creationId="{C9DB447E-CCE6-1354-8832-E40BDDBA251E}"/>
          </ac:spMkLst>
        </pc:spChg>
        <pc:spChg chg="del mod topLvl">
          <ac:chgData name="Rene Sangacha" userId="a4e5b6bb3df78a73" providerId="LiveId" clId="{9F2BEB09-8DC3-4CD1-B6B3-2ADC2BF56918}" dt="2026-10-20T13:51:16.487" v="3060" actId="478"/>
          <ac:spMkLst>
            <pc:docMk/>
            <pc:sldMk cId="1230420152" sldId="352"/>
            <ac:spMk id="350" creationId="{08203179-2255-9691-69FB-A0C87E27091F}"/>
          </ac:spMkLst>
        </pc:spChg>
        <pc:spChg chg="mod topLvl">
          <ac:chgData name="Rene Sangacha" userId="a4e5b6bb3df78a73" providerId="LiveId" clId="{9F2BEB09-8DC3-4CD1-B6B3-2ADC2BF56918}" dt="2026-10-20T13:52:43.657" v="3082" actId="164"/>
          <ac:spMkLst>
            <pc:docMk/>
            <pc:sldMk cId="1230420152" sldId="352"/>
            <ac:spMk id="352" creationId="{6B7A4034-1371-26F3-D240-59EAD784853A}"/>
          </ac:spMkLst>
        </pc:spChg>
        <pc:spChg chg="del mod">
          <ac:chgData name="Rene Sangacha" userId="a4e5b6bb3df78a73" providerId="LiveId" clId="{9F2BEB09-8DC3-4CD1-B6B3-2ADC2BF56918}" dt="2026-10-20T13:46:32.673" v="2972" actId="478"/>
          <ac:spMkLst>
            <pc:docMk/>
            <pc:sldMk cId="1230420152" sldId="352"/>
            <ac:spMk id="353" creationId="{6A3A8F48-06AC-C470-8B4C-6F10CAB2AF1C}"/>
          </ac:spMkLst>
        </pc:spChg>
        <pc:spChg chg="add del mod">
          <ac:chgData name="Rene Sangacha" userId="a4e5b6bb3df78a73" providerId="LiveId" clId="{9F2BEB09-8DC3-4CD1-B6B3-2ADC2BF56918}" dt="2026-10-20T13:46:32.673" v="2972" actId="478"/>
          <ac:spMkLst>
            <pc:docMk/>
            <pc:sldMk cId="1230420152" sldId="352"/>
            <ac:spMk id="354" creationId="{8E17EE90-3197-ED3D-65BD-2DBC6163E854}"/>
          </ac:spMkLst>
        </pc:spChg>
        <pc:spChg chg="del mod topLvl">
          <ac:chgData name="Rene Sangacha" userId="a4e5b6bb3df78a73" providerId="LiveId" clId="{9F2BEB09-8DC3-4CD1-B6B3-2ADC2BF56918}" dt="2026-10-20T13:51:19.524" v="3063" actId="478"/>
          <ac:spMkLst>
            <pc:docMk/>
            <pc:sldMk cId="1230420152" sldId="352"/>
            <ac:spMk id="355" creationId="{E17F901B-D6E2-802E-0D93-92F4F6AD370D}"/>
          </ac:spMkLst>
        </pc:spChg>
        <pc:spChg chg="mod">
          <ac:chgData name="Rene Sangacha" userId="a4e5b6bb3df78a73" providerId="LiveId" clId="{9F2BEB09-8DC3-4CD1-B6B3-2ADC2BF56918}" dt="2026-10-20T13:54:13.147" v="3102" actId="1076"/>
          <ac:spMkLst>
            <pc:docMk/>
            <pc:sldMk cId="1230420152" sldId="352"/>
            <ac:spMk id="357" creationId="{0625DAD7-B1FC-53FE-4C6A-8E5CD6FD9DA0}"/>
          </ac:spMkLst>
        </pc:spChg>
        <pc:spChg chg="mod topLvl">
          <ac:chgData name="Rene Sangacha" userId="a4e5b6bb3df78a73" providerId="LiveId" clId="{9F2BEB09-8DC3-4CD1-B6B3-2ADC2BF56918}" dt="2026-10-20T13:53:09.967" v="3090" actId="164"/>
          <ac:spMkLst>
            <pc:docMk/>
            <pc:sldMk cId="1230420152" sldId="352"/>
            <ac:spMk id="358" creationId="{94246784-2727-8475-3AEF-DE0EFBB72E85}"/>
          </ac:spMkLst>
        </pc:spChg>
        <pc:spChg chg="mod">
          <ac:chgData name="Rene Sangacha" userId="a4e5b6bb3df78a73" providerId="LiveId" clId="{9F2BEB09-8DC3-4CD1-B6B3-2ADC2BF56918}" dt="2026-10-20T13:52:19.307" v="3080" actId="1076"/>
          <ac:spMkLst>
            <pc:docMk/>
            <pc:sldMk cId="1230420152" sldId="352"/>
            <ac:spMk id="359" creationId="{9B3E8137-3616-04D9-0861-5F2CA2B71DA5}"/>
          </ac:spMkLst>
        </pc:spChg>
        <pc:spChg chg="add mod topLvl">
          <ac:chgData name="Rene Sangacha" userId="a4e5b6bb3df78a73" providerId="LiveId" clId="{9F2BEB09-8DC3-4CD1-B6B3-2ADC2BF56918}" dt="2026-10-20T13:52:47.592" v="3083" actId="164"/>
          <ac:spMkLst>
            <pc:docMk/>
            <pc:sldMk cId="1230420152" sldId="352"/>
            <ac:spMk id="360" creationId="{6C1F488C-57E3-6BA9-D23D-765BFDA69B3F}"/>
          </ac:spMkLst>
        </pc:spChg>
        <pc:spChg chg="mod">
          <ac:chgData name="Rene Sangacha" userId="a4e5b6bb3df78a73" providerId="LiveId" clId="{9F2BEB09-8DC3-4CD1-B6B3-2ADC2BF56918}" dt="2026-10-20T13:52:47.592" v="3083" actId="164"/>
          <ac:spMkLst>
            <pc:docMk/>
            <pc:sldMk cId="1230420152" sldId="352"/>
            <ac:spMk id="361" creationId="{8F20800A-5C01-A40F-65C0-1D919DCC268E}"/>
          </ac:spMkLst>
        </pc:spChg>
        <pc:spChg chg="del mod">
          <ac:chgData name="Rene Sangacha" userId="a4e5b6bb3df78a73" providerId="LiveId" clId="{9F2BEB09-8DC3-4CD1-B6B3-2ADC2BF56918}" dt="2026-10-20T13:51:17.814" v="3061" actId="478"/>
          <ac:spMkLst>
            <pc:docMk/>
            <pc:sldMk cId="1230420152" sldId="352"/>
            <ac:spMk id="362" creationId="{51D9F3C5-F036-BACA-8A0B-95A9D1DB52A3}"/>
          </ac:spMkLst>
        </pc:spChg>
        <pc:spChg chg="mod">
          <ac:chgData name="Rene Sangacha" userId="a4e5b6bb3df78a73" providerId="LiveId" clId="{9F2BEB09-8DC3-4CD1-B6B3-2ADC2BF56918}" dt="2026-10-20T13:58:11.072" v="3173" actId="14100"/>
          <ac:spMkLst>
            <pc:docMk/>
            <pc:sldMk cId="1230420152" sldId="352"/>
            <ac:spMk id="364" creationId="{3651B58D-DD97-CE52-5506-C13CF6C5623C}"/>
          </ac:spMkLst>
        </pc:spChg>
        <pc:spChg chg="mod topLvl">
          <ac:chgData name="Rene Sangacha" userId="a4e5b6bb3df78a73" providerId="LiveId" clId="{9F2BEB09-8DC3-4CD1-B6B3-2ADC2BF56918}" dt="2026-10-20T13:52:47.592" v="3083" actId="164"/>
          <ac:spMkLst>
            <pc:docMk/>
            <pc:sldMk cId="1230420152" sldId="352"/>
            <ac:spMk id="365" creationId="{E10CBC79-382B-2B9F-EE41-912A5A089CBA}"/>
          </ac:spMkLst>
        </pc:spChg>
        <pc:spChg chg="del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67" creationId="{3621EAC9-A00B-7A17-08FE-C791494B706A}"/>
          </ac:spMkLst>
        </pc:spChg>
        <pc:spChg chg="add del mod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70" creationId="{281C27A9-DC8B-A673-F6C4-DA16272C5C57}"/>
          </ac:spMkLst>
        </pc:spChg>
        <pc:spChg chg="del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72" creationId="{FD2889AB-8EC8-CDCA-CCDE-C00A9643848E}"/>
          </ac:spMkLst>
        </pc:spChg>
        <pc:spChg chg="del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73" creationId="{43316488-3A3F-487C-F282-4EE21C195760}"/>
          </ac:spMkLst>
        </pc:spChg>
        <pc:spChg chg="del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74" creationId="{B3C8902E-6C7C-CD31-30D4-B47F309204CE}"/>
          </ac:spMkLst>
        </pc:spChg>
        <pc:spChg chg="add del mod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77" creationId="{D46A7805-EC3B-295A-A86D-275A6B1A3A34}"/>
          </ac:spMkLst>
        </pc:spChg>
        <pc:spChg chg="del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79" creationId="{ACDE31A0-ECE0-4EE2-23C5-36351B676881}"/>
          </ac:spMkLst>
        </pc:spChg>
        <pc:spChg chg="del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80" creationId="{0CD3D6B8-213F-1B45-8F78-B04807D778CF}"/>
          </ac:spMkLst>
        </pc:spChg>
        <pc:spChg chg="del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82" creationId="{656CA37B-A520-B186-6717-609E45D3F8A3}"/>
          </ac:spMkLst>
        </pc:spChg>
        <pc:spChg chg="add del mod">
          <ac:chgData name="Rene Sangacha" userId="a4e5b6bb3df78a73" providerId="LiveId" clId="{9F2BEB09-8DC3-4CD1-B6B3-2ADC2BF56918}" dt="2026-10-20T13:11:18.887" v="2755" actId="478"/>
          <ac:spMkLst>
            <pc:docMk/>
            <pc:sldMk cId="1230420152" sldId="352"/>
            <ac:spMk id="384" creationId="{63AEA4F2-2D01-72FF-FC22-41B55C30AA50}"/>
          </ac:spMkLst>
        </pc:spChg>
        <pc:spChg chg="add del">
          <ac:chgData name="Rene Sangacha" userId="a4e5b6bb3df78a73" providerId="LiveId" clId="{9F2BEB09-8DC3-4CD1-B6B3-2ADC2BF56918}" dt="2026-10-20T13:46:45.682" v="2974" actId="478"/>
          <ac:spMkLst>
            <pc:docMk/>
            <pc:sldMk cId="1230420152" sldId="352"/>
            <ac:spMk id="397" creationId="{32A44DD1-EAA6-D8E6-5149-D279A4A3961C}"/>
          </ac:spMkLst>
        </pc:spChg>
        <pc:spChg chg="add mod topLvl">
          <ac:chgData name="Rene Sangacha" userId="a4e5b6bb3df78a73" providerId="LiveId" clId="{9F2BEB09-8DC3-4CD1-B6B3-2ADC2BF56918}" dt="2026-10-20T13:52:54.177" v="3084" actId="164"/>
          <ac:spMkLst>
            <pc:docMk/>
            <pc:sldMk cId="1230420152" sldId="352"/>
            <ac:spMk id="399" creationId="{491C6FA2-2060-67FA-6F6E-913B5716EE14}"/>
          </ac:spMkLst>
        </pc:spChg>
        <pc:spChg chg="add mod">
          <ac:chgData name="Rene Sangacha" userId="a4e5b6bb3df78a73" providerId="LiveId" clId="{9F2BEB09-8DC3-4CD1-B6B3-2ADC2BF56918}" dt="2026-10-20T13:52:54.177" v="3084" actId="164"/>
          <ac:spMkLst>
            <pc:docMk/>
            <pc:sldMk cId="1230420152" sldId="352"/>
            <ac:spMk id="401" creationId="{E5FD65FD-61C0-C646-BE08-916210631484}"/>
          </ac:spMkLst>
        </pc:spChg>
        <pc:spChg chg="mod">
          <ac:chgData name="Rene Sangacha" userId="a4e5b6bb3df78a73" providerId="LiveId" clId="{9F2BEB09-8DC3-4CD1-B6B3-2ADC2BF56918}" dt="2026-10-20T13:58:00.312" v="3171" actId="207"/>
          <ac:spMkLst>
            <pc:docMk/>
            <pc:sldMk cId="1230420152" sldId="352"/>
            <ac:spMk id="415" creationId="{0F2743C8-F865-E3CF-419E-B30230A40EC0}"/>
          </ac:spMkLst>
        </pc:spChg>
        <pc:spChg chg="mod">
          <ac:chgData name="Rene Sangacha" userId="a4e5b6bb3df78a73" providerId="LiveId" clId="{9F2BEB09-8DC3-4CD1-B6B3-2ADC2BF56918}" dt="2026-10-20T13:58:49.412" v="3185"/>
          <ac:spMkLst>
            <pc:docMk/>
            <pc:sldMk cId="1230420152" sldId="352"/>
            <ac:spMk id="416" creationId="{40344D2D-BE85-FD89-F1A1-1E5412A0E88C}"/>
          </ac:spMkLst>
        </pc:spChg>
        <pc:spChg chg="mod">
          <ac:chgData name="Rene Sangacha" userId="a4e5b6bb3df78a73" providerId="LiveId" clId="{9F2BEB09-8DC3-4CD1-B6B3-2ADC2BF56918}" dt="2026-10-20T13:58:30.652" v="3174"/>
          <ac:spMkLst>
            <pc:docMk/>
            <pc:sldMk cId="1230420152" sldId="352"/>
            <ac:spMk id="419" creationId="{219924D6-3D3A-93DF-70F5-02F44C74654E}"/>
          </ac:spMkLst>
        </pc:spChg>
        <pc:spChg chg="mod">
          <ac:chgData name="Rene Sangacha" userId="a4e5b6bb3df78a73" providerId="LiveId" clId="{9F2BEB09-8DC3-4CD1-B6B3-2ADC2BF56918}" dt="2026-10-20T13:58:30.652" v="3174"/>
          <ac:spMkLst>
            <pc:docMk/>
            <pc:sldMk cId="1230420152" sldId="352"/>
            <ac:spMk id="420" creationId="{CFC156DF-D95D-69E4-1B49-EE54CAAA8CD5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22" creationId="{B345C57B-E719-A58A-72B3-C72FE69F0B01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29" creationId="{BB0971C8-B321-FF7C-90D5-67B4A02E5693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30" creationId="{206EDAAD-7F69-4C3A-0CE4-D071E00A93BE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33" creationId="{3EF94E79-3C3B-6A17-712D-9F0B6521C84D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36" creationId="{37F4003A-CA98-ECF0-BFF7-1465072036A1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40" creationId="{D5CF891F-B8CD-1E90-0019-2269D4A67FFD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46" creationId="{AA1D5662-79DD-208B-1887-872E7F9B45CB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53" creationId="{3DF5D08C-B924-E964-1786-80D82F756C7E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58" creationId="{A40DFF5E-9C45-3303-C3FB-ACD1570FA586}"/>
          </ac:spMkLst>
        </pc:spChg>
        <pc:spChg chg="add mod">
          <ac:chgData name="Rene Sangacha" userId="a4e5b6bb3df78a73" providerId="LiveId" clId="{9F2BEB09-8DC3-4CD1-B6B3-2ADC2BF56918}" dt="2026-10-20T14:05:08.367" v="3294"/>
          <ac:spMkLst>
            <pc:docMk/>
            <pc:sldMk cId="1230420152" sldId="352"/>
            <ac:spMk id="462" creationId="{67847A27-ACBD-DD44-C371-1A09F102D944}"/>
          </ac:spMkLst>
        </pc:spChg>
        <pc:spChg chg="add del">
          <ac:chgData name="Rene Sangacha" userId="a4e5b6bb3df78a73" providerId="LiveId" clId="{9F2BEB09-8DC3-4CD1-B6B3-2ADC2BF56918}" dt="2026-10-20T14:10:13.702" v="3356" actId="22"/>
          <ac:spMkLst>
            <pc:docMk/>
            <pc:sldMk cId="1230420152" sldId="352"/>
            <ac:spMk id="466" creationId="{4DA77E93-593E-14CE-41FC-030C6FBDCEC7}"/>
          </ac:spMkLst>
        </pc:spChg>
        <pc:grpChg chg="add del mod">
          <ac:chgData name="Rene Sangacha" userId="a4e5b6bb3df78a73" providerId="LiveId" clId="{9F2BEB09-8DC3-4CD1-B6B3-2ADC2BF56918}" dt="2026-10-20T13:05:19.082" v="2674" actId="478"/>
          <ac:grpSpMkLst>
            <pc:docMk/>
            <pc:sldMk cId="1230420152" sldId="352"/>
            <ac:grpSpMk id="8" creationId="{1B348AF4-1786-97C3-50C1-BA551665A461}"/>
          </ac:grpSpMkLst>
        </pc:grpChg>
        <pc:grpChg chg="add del mod">
          <ac:chgData name="Rene Sangacha" userId="a4e5b6bb3df78a73" providerId="LiveId" clId="{9F2BEB09-8DC3-4CD1-B6B3-2ADC2BF56918}" dt="2026-10-20T13:05:19.082" v="2674" actId="478"/>
          <ac:grpSpMkLst>
            <pc:docMk/>
            <pc:sldMk cId="1230420152" sldId="352"/>
            <ac:grpSpMk id="67" creationId="{34558477-8943-4AE7-4EAD-3709ECDDD12D}"/>
          </ac:grpSpMkLst>
        </pc:grpChg>
        <pc:grpChg chg="add del mod">
          <ac:chgData name="Rene Sangacha" userId="a4e5b6bb3df78a73" providerId="LiveId" clId="{9F2BEB09-8DC3-4CD1-B6B3-2ADC2BF56918}" dt="2026-10-20T13:05:19.082" v="2674" actId="478"/>
          <ac:grpSpMkLst>
            <pc:docMk/>
            <pc:sldMk cId="1230420152" sldId="352"/>
            <ac:grpSpMk id="68" creationId="{5185CAFB-E8E2-5254-7536-ADE80E79A32F}"/>
          </ac:grpSpMkLst>
        </pc:grpChg>
        <pc:grpChg chg="mod">
          <ac:chgData name="Rene Sangacha" userId="a4e5b6bb3df78a73" providerId="LiveId" clId="{9F2BEB09-8DC3-4CD1-B6B3-2ADC2BF56918}" dt="2026-10-20T13:18:04.187" v="2919" actId="164"/>
          <ac:grpSpMkLst>
            <pc:docMk/>
            <pc:sldMk cId="1230420152" sldId="352"/>
            <ac:grpSpMk id="386" creationId="{23DAFBAC-B2A3-608D-B4D3-D7C0F77C1B67}"/>
          </ac:grpSpMkLst>
        </pc:grpChg>
        <pc:grpChg chg="add mod">
          <ac:chgData name="Rene Sangacha" userId="a4e5b6bb3df78a73" providerId="LiveId" clId="{9F2BEB09-8DC3-4CD1-B6B3-2ADC2BF56918}" dt="2026-10-20T13:21:54.072" v="2943" actId="164"/>
          <ac:grpSpMkLst>
            <pc:docMk/>
            <pc:sldMk cId="1230420152" sldId="352"/>
            <ac:grpSpMk id="387" creationId="{F514F293-55E9-CDCC-D1B3-1BED980C365C}"/>
          </ac:grpSpMkLst>
        </pc:grpChg>
        <pc:grpChg chg="add mod">
          <ac:chgData name="Rene Sangacha" userId="a4e5b6bb3df78a73" providerId="LiveId" clId="{9F2BEB09-8DC3-4CD1-B6B3-2ADC2BF56918}" dt="2026-10-20T13:22:50.950" v="2954" actId="1076"/>
          <ac:grpSpMkLst>
            <pc:docMk/>
            <pc:sldMk cId="1230420152" sldId="352"/>
            <ac:grpSpMk id="388" creationId="{228485C5-E214-AE22-5C2C-02BC0D6A1A5F}"/>
          </ac:grpSpMkLst>
        </pc:grpChg>
        <pc:grpChg chg="add mod">
          <ac:chgData name="Rene Sangacha" userId="a4e5b6bb3df78a73" providerId="LiveId" clId="{9F2BEB09-8DC3-4CD1-B6B3-2ADC2BF56918}" dt="2026-10-20T13:22:46.470" v="2952" actId="1076"/>
          <ac:grpSpMkLst>
            <pc:docMk/>
            <pc:sldMk cId="1230420152" sldId="352"/>
            <ac:grpSpMk id="389" creationId="{9A824E9C-18C3-F7EC-6254-041B681F6542}"/>
          </ac:grpSpMkLst>
        </pc:grpChg>
        <pc:grpChg chg="add mod">
          <ac:chgData name="Rene Sangacha" userId="a4e5b6bb3df78a73" providerId="LiveId" clId="{9F2BEB09-8DC3-4CD1-B6B3-2ADC2BF56918}" dt="2026-10-20T13:22:38.692" v="2951" actId="1076"/>
          <ac:grpSpMkLst>
            <pc:docMk/>
            <pc:sldMk cId="1230420152" sldId="352"/>
            <ac:grpSpMk id="390" creationId="{C5849700-50E9-4AD4-5DBB-3B3D6BFE4028}"/>
          </ac:grpSpMkLst>
        </pc:grpChg>
        <pc:grpChg chg="add mod">
          <ac:chgData name="Rene Sangacha" userId="a4e5b6bb3df78a73" providerId="LiveId" clId="{9F2BEB09-8DC3-4CD1-B6B3-2ADC2BF56918}" dt="2026-10-20T13:22:27.740" v="2950" actId="12788"/>
          <ac:grpSpMkLst>
            <pc:docMk/>
            <pc:sldMk cId="1230420152" sldId="352"/>
            <ac:grpSpMk id="391" creationId="{43FBC21B-5959-229C-6A3E-845F767C316D}"/>
          </ac:grpSpMkLst>
        </pc:grpChg>
        <pc:grpChg chg="add del mod">
          <ac:chgData name="Rene Sangacha" userId="a4e5b6bb3df78a73" providerId="LiveId" clId="{9F2BEB09-8DC3-4CD1-B6B3-2ADC2BF56918}" dt="2026-10-20T13:51:00.032" v="3057" actId="165"/>
          <ac:grpSpMkLst>
            <pc:docMk/>
            <pc:sldMk cId="1230420152" sldId="352"/>
            <ac:grpSpMk id="402" creationId="{00323924-A737-6538-2C69-EC3CAD3CDC87}"/>
          </ac:grpSpMkLst>
        </pc:grpChg>
        <pc:grpChg chg="add mod">
          <ac:chgData name="Rene Sangacha" userId="a4e5b6bb3df78a73" providerId="LiveId" clId="{9F2BEB09-8DC3-4CD1-B6B3-2ADC2BF56918}" dt="2026-10-20T13:50:14.863" v="3051" actId="164"/>
          <ac:grpSpMkLst>
            <pc:docMk/>
            <pc:sldMk cId="1230420152" sldId="352"/>
            <ac:grpSpMk id="403" creationId="{AA6F1044-6A82-199F-4584-60CD38D7A401}"/>
          </ac:grpSpMkLst>
        </pc:grpChg>
        <pc:grpChg chg="add mod">
          <ac:chgData name="Rene Sangacha" userId="a4e5b6bb3df78a73" providerId="LiveId" clId="{9F2BEB09-8DC3-4CD1-B6B3-2ADC2BF56918}" dt="2026-10-20T13:49:50.971" v="3040" actId="338"/>
          <ac:grpSpMkLst>
            <pc:docMk/>
            <pc:sldMk cId="1230420152" sldId="352"/>
            <ac:grpSpMk id="404" creationId="{FEA1B1D5-E6C3-2019-73E6-2D1868466C7A}"/>
          </ac:grpSpMkLst>
        </pc:grpChg>
        <pc:grpChg chg="add mod">
          <ac:chgData name="Rene Sangacha" userId="a4e5b6bb3df78a73" providerId="LiveId" clId="{9F2BEB09-8DC3-4CD1-B6B3-2ADC2BF56918}" dt="2026-10-20T13:50:14.302" v="3050" actId="164"/>
          <ac:grpSpMkLst>
            <pc:docMk/>
            <pc:sldMk cId="1230420152" sldId="352"/>
            <ac:grpSpMk id="405" creationId="{FF384B33-C112-F25B-C4E8-AB95F2CF9379}"/>
          </ac:grpSpMkLst>
        </pc:grpChg>
        <pc:grpChg chg="add mod">
          <ac:chgData name="Rene Sangacha" userId="a4e5b6bb3df78a73" providerId="LiveId" clId="{9F2BEB09-8DC3-4CD1-B6B3-2ADC2BF56918}" dt="2026-10-20T13:50:13.788" v="3049" actId="164"/>
          <ac:grpSpMkLst>
            <pc:docMk/>
            <pc:sldMk cId="1230420152" sldId="352"/>
            <ac:grpSpMk id="406" creationId="{E90F5F4F-FB0D-C0B5-0814-A31967C57E84}"/>
          </ac:grpSpMkLst>
        </pc:grpChg>
        <pc:grpChg chg="add mod">
          <ac:chgData name="Rene Sangacha" userId="a4e5b6bb3df78a73" providerId="LiveId" clId="{9F2BEB09-8DC3-4CD1-B6B3-2ADC2BF56918}" dt="2026-10-20T13:54:45.874" v="3107" actId="164"/>
          <ac:grpSpMkLst>
            <pc:docMk/>
            <pc:sldMk cId="1230420152" sldId="352"/>
            <ac:grpSpMk id="407" creationId="{C41779A2-BBDA-476F-EF1C-917BA397E79D}"/>
          </ac:grpSpMkLst>
        </pc:grpChg>
        <pc:grpChg chg="add mod">
          <ac:chgData name="Rene Sangacha" userId="a4e5b6bb3df78a73" providerId="LiveId" clId="{9F2BEB09-8DC3-4CD1-B6B3-2ADC2BF56918}" dt="2026-10-20T13:54:45.874" v="3107" actId="164"/>
          <ac:grpSpMkLst>
            <pc:docMk/>
            <pc:sldMk cId="1230420152" sldId="352"/>
            <ac:grpSpMk id="408" creationId="{F8AC2C78-C5BB-81DA-AF9A-70113CDA030F}"/>
          </ac:grpSpMkLst>
        </pc:grpChg>
        <pc:grpChg chg="add mod">
          <ac:chgData name="Rene Sangacha" userId="a4e5b6bb3df78a73" providerId="LiveId" clId="{9F2BEB09-8DC3-4CD1-B6B3-2ADC2BF56918}" dt="2026-10-20T13:53:09.967" v="3090" actId="164"/>
          <ac:grpSpMkLst>
            <pc:docMk/>
            <pc:sldMk cId="1230420152" sldId="352"/>
            <ac:grpSpMk id="409" creationId="{FF7DC6EC-53B4-887C-44E1-3CBF8256CE3C}"/>
          </ac:grpSpMkLst>
        </pc:grpChg>
        <pc:grpChg chg="add mod">
          <ac:chgData name="Rene Sangacha" userId="a4e5b6bb3df78a73" providerId="LiveId" clId="{9F2BEB09-8DC3-4CD1-B6B3-2ADC2BF56918}" dt="2026-10-20T13:54:45.874" v="3107" actId="164"/>
          <ac:grpSpMkLst>
            <pc:docMk/>
            <pc:sldMk cId="1230420152" sldId="352"/>
            <ac:grpSpMk id="410" creationId="{4A93B7D6-6EBF-11EC-1D8B-6A2AE5F8112A}"/>
          </ac:grpSpMkLst>
        </pc:grpChg>
        <pc:grpChg chg="add mod">
          <ac:chgData name="Rene Sangacha" userId="a4e5b6bb3df78a73" providerId="LiveId" clId="{9F2BEB09-8DC3-4CD1-B6B3-2ADC2BF56918}" dt="2026-10-20T13:54:45.874" v="3107" actId="164"/>
          <ac:grpSpMkLst>
            <pc:docMk/>
            <pc:sldMk cId="1230420152" sldId="352"/>
            <ac:grpSpMk id="411" creationId="{D95EE3BB-5FB1-5214-5291-711553754572}"/>
          </ac:grpSpMkLst>
        </pc:grpChg>
        <pc:grpChg chg="add mod">
          <ac:chgData name="Rene Sangacha" userId="a4e5b6bb3df78a73" providerId="LiveId" clId="{9F2BEB09-8DC3-4CD1-B6B3-2ADC2BF56918}" dt="2026-10-20T13:57:37.202" v="3169" actId="1076"/>
          <ac:grpSpMkLst>
            <pc:docMk/>
            <pc:sldMk cId="1230420152" sldId="352"/>
            <ac:grpSpMk id="414" creationId="{DF49233C-EF20-AF29-B2FE-375C2D0A6850}"/>
          </ac:grpSpMkLst>
        </pc:grpChg>
        <pc:grpChg chg="add mod">
          <ac:chgData name="Rene Sangacha" userId="a4e5b6bb3df78a73" providerId="LiveId" clId="{9F2BEB09-8DC3-4CD1-B6B3-2ADC2BF56918}" dt="2026-10-20T13:58:30.652" v="3174"/>
          <ac:grpSpMkLst>
            <pc:docMk/>
            <pc:sldMk cId="1230420152" sldId="352"/>
            <ac:grpSpMk id="418" creationId="{0CF904AD-8657-C487-24CF-B54D005A8A31}"/>
          </ac:grpSpMkLst>
        </pc:grpChg>
        <pc:picChg chg="mod">
          <ac:chgData name="Rene Sangacha" userId="a4e5b6bb3df78a73" providerId="LiveId" clId="{9F2BEB09-8DC3-4CD1-B6B3-2ADC2BF56918}" dt="2026-10-20T13:21:50.258" v="2942" actId="164"/>
          <ac:picMkLst>
            <pc:docMk/>
            <pc:sldMk cId="1230420152" sldId="352"/>
            <ac:picMk id="319" creationId="{CD9A40A5-95BF-6389-7705-87712860BE36}"/>
          </ac:picMkLst>
        </pc:picChg>
        <pc:picChg chg="mod">
          <ac:chgData name="Rene Sangacha" userId="a4e5b6bb3df78a73" providerId="LiveId" clId="{9F2BEB09-8DC3-4CD1-B6B3-2ADC2BF56918}" dt="2026-10-20T13:21:58.002" v="2944" actId="164"/>
          <ac:picMkLst>
            <pc:docMk/>
            <pc:sldMk cId="1230420152" sldId="352"/>
            <ac:picMk id="321" creationId="{8E3007C6-482B-EBF5-FBA1-EE2CA58C60CA}"/>
          </ac:picMkLst>
        </pc:picChg>
        <pc:picChg chg="add del">
          <ac:chgData name="Rene Sangacha" userId="a4e5b6bb3df78a73" providerId="LiveId" clId="{9F2BEB09-8DC3-4CD1-B6B3-2ADC2BF56918}" dt="2026-10-20T13:45:51.882" v="2959" actId="478"/>
          <ac:picMkLst>
            <pc:docMk/>
            <pc:sldMk cId="1230420152" sldId="352"/>
            <ac:picMk id="393" creationId="{4B9EFBD1-553F-3891-64A2-1CD3DB950807}"/>
          </ac:picMkLst>
        </pc:picChg>
        <pc:picChg chg="add mod">
          <ac:chgData name="Rene Sangacha" userId="a4e5b6bb3df78a73" providerId="LiveId" clId="{9F2BEB09-8DC3-4CD1-B6B3-2ADC2BF56918}" dt="2026-10-20T14:00:50.334" v="3192" actId="1076"/>
          <ac:picMkLst>
            <pc:docMk/>
            <pc:sldMk cId="1230420152" sldId="352"/>
            <ac:picMk id="395" creationId="{1085AA2D-5FE7-ED28-0A88-780D250A3EBE}"/>
          </ac:picMkLst>
        </pc:picChg>
        <pc:picChg chg="add del">
          <ac:chgData name="Rene Sangacha" userId="a4e5b6bb3df78a73" providerId="LiveId" clId="{9F2BEB09-8DC3-4CD1-B6B3-2ADC2BF56918}" dt="2026-10-20T13:55:04.120" v="3109" actId="22"/>
          <ac:picMkLst>
            <pc:docMk/>
            <pc:sldMk cId="1230420152" sldId="352"/>
            <ac:picMk id="413" creationId="{B4A226F5-DEA9-0A04-B544-5EF1FF437496}"/>
          </ac:picMkLst>
        </pc:picChg>
        <pc:cxnChg chg="add mod">
          <ac:chgData name="Rene Sangacha" userId="a4e5b6bb3df78a73" providerId="LiveId" clId="{9F2BEB09-8DC3-4CD1-B6B3-2ADC2BF56918}" dt="2026-10-15T14:26:04.997" v="839"/>
          <ac:cxnSpMkLst>
            <pc:docMk/>
            <pc:sldMk cId="1230420152" sldId="352"/>
            <ac:cxnSpMk id="10" creationId="{46679A23-E477-A84F-FC3E-719F657F1E03}"/>
          </ac:cxnSpMkLst>
        </pc:cxnChg>
        <pc:cxnChg chg="del mod">
          <ac:chgData name="Rene Sangacha" userId="a4e5b6bb3df78a73" providerId="LiveId" clId="{9F2BEB09-8DC3-4CD1-B6B3-2ADC2BF56918}" dt="2026-10-20T13:51:15.632" v="3059" actId="478"/>
          <ac:cxnSpMkLst>
            <pc:docMk/>
            <pc:sldMk cId="1230420152" sldId="352"/>
            <ac:cxnSpMk id="351" creationId="{87DAF656-9286-CB09-95DA-F2582128CAA2}"/>
          </ac:cxnSpMkLst>
        </pc:cxnChg>
        <pc:cxnChg chg="del mod">
          <ac:chgData name="Rene Sangacha" userId="a4e5b6bb3df78a73" providerId="LiveId" clId="{9F2BEB09-8DC3-4CD1-B6B3-2ADC2BF56918}" dt="2026-10-20T13:51:20.103" v="3064" actId="478"/>
          <ac:cxnSpMkLst>
            <pc:docMk/>
            <pc:sldMk cId="1230420152" sldId="352"/>
            <ac:cxnSpMk id="356" creationId="{6EB77E86-EE8E-27CD-A41F-53E090158FD4}"/>
          </ac:cxnSpMkLst>
        </pc:cxnChg>
        <pc:cxnChg chg="del mod topLvl">
          <ac:chgData name="Rene Sangacha" userId="a4e5b6bb3df78a73" providerId="LiveId" clId="{9F2BEB09-8DC3-4CD1-B6B3-2ADC2BF56918}" dt="2026-10-20T13:51:18.372" v="3062" actId="478"/>
          <ac:cxnSpMkLst>
            <pc:docMk/>
            <pc:sldMk cId="1230420152" sldId="352"/>
            <ac:cxnSpMk id="363" creationId="{404CF1B0-EE41-41E9-E4ED-304FBBD3A6A0}"/>
          </ac:cxnSpMkLst>
        </pc:cxnChg>
        <pc:cxnChg chg="mod">
          <ac:chgData name="Rene Sangacha" userId="a4e5b6bb3df78a73" providerId="LiveId" clId="{9F2BEB09-8DC3-4CD1-B6B3-2ADC2BF56918}" dt="2026-10-20T13:56:43.764" v="3113"/>
          <ac:cxnSpMkLst>
            <pc:docMk/>
            <pc:sldMk cId="1230420152" sldId="352"/>
            <ac:cxnSpMk id="417" creationId="{9BEFD7FC-337E-DCC8-039C-A1406458CCE9}"/>
          </ac:cxnSpMkLst>
        </pc:cxnChg>
        <pc:cxnChg chg="mod">
          <ac:chgData name="Rene Sangacha" userId="a4e5b6bb3df78a73" providerId="LiveId" clId="{9F2BEB09-8DC3-4CD1-B6B3-2ADC2BF56918}" dt="2026-10-20T13:58:30.652" v="3174"/>
          <ac:cxnSpMkLst>
            <pc:docMk/>
            <pc:sldMk cId="1230420152" sldId="352"/>
            <ac:cxnSpMk id="421" creationId="{ED8769E0-9D29-2248-D684-4D5EA8DEA100}"/>
          </ac:cxnSpMkLst>
        </pc:cxnChg>
      </pc:sldChg>
      <pc:sldChg chg="addSp delSp modSp add del mod ord">
        <pc:chgData name="Rene Sangacha" userId="a4e5b6bb3df78a73" providerId="LiveId" clId="{9F2BEB09-8DC3-4CD1-B6B3-2ADC2BF56918}" dt="2026-10-20T14:22:31.882" v="3592" actId="47"/>
        <pc:sldMkLst>
          <pc:docMk/>
          <pc:sldMk cId="1444242209" sldId="353"/>
        </pc:sldMkLst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2" creationId="{46CFC6A9-E204-FD92-088A-AF1247617373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3" creationId="{D6C85FB2-A1D8-7A22-2C4F-FC24A10510E9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5" creationId="{4F3603E6-ADF5-F231-D6E7-F68A33980E05}"/>
          </ac:spMkLst>
        </pc:spChg>
        <pc:spChg chg="mod">
          <ac:chgData name="Rene Sangacha" userId="a4e5b6bb3df78a73" providerId="LiveId" clId="{9F2BEB09-8DC3-4CD1-B6B3-2ADC2BF56918}" dt="2026-10-20T14:05:16.002" v="3296" actId="20577"/>
          <ac:spMkLst>
            <pc:docMk/>
            <pc:sldMk cId="1444242209" sldId="353"/>
            <ac:spMk id="9" creationId="{C81DC842-10E9-9149-23D3-D69651512483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13" creationId="{C1CCBF67-6FF5-35C0-B2A9-BD53F8C4A045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16" creationId="{1077BF0C-C60B-8CEA-246F-9124F5FB6892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17" creationId="{FC4AEDD7-70E3-6261-7645-8F162D558040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21" creationId="{D6EBE1C0-60FE-CA1C-DE34-AB16E6C0942A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22" creationId="{6D317B07-187E-1092-6CD6-3EAC85194013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23" creationId="{C713E497-E1BD-2EE5-D294-F26BBFE27523}"/>
          </ac:spMkLst>
        </pc:spChg>
        <pc:spChg chg="add del mod">
          <ac:chgData name="Rene Sangacha" userId="a4e5b6bb3df78a73" providerId="LiveId" clId="{9F2BEB09-8DC3-4CD1-B6B3-2ADC2BF56918}" dt="2026-10-20T14:04:35.009" v="3287" actId="478"/>
          <ac:spMkLst>
            <pc:docMk/>
            <pc:sldMk cId="1444242209" sldId="353"/>
            <ac:spMk id="26" creationId="{DC2BFD75-E29C-BED2-266E-8C98B629E21A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35" creationId="{52BE4CAD-941E-8458-1EBC-05950678B8B2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36" creationId="{D279F712-9811-A786-3B69-3087901AABAD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39" creationId="{37F8056E-76FA-8FE2-72DC-CA2158E98475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47" creationId="{5B7024DD-D430-7637-EBCD-1897A7879A19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51" creationId="{147ECB4E-4919-E1DE-0CB1-CFABAB60B7DB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58" creationId="{A80F6997-F9BC-43E8-0584-6F921995F898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62" creationId="{BBEC747A-0B89-4740-BF8A-CF33271CA164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65" creationId="{64B1B399-942A-A496-2C97-CF5D4844987A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73" creationId="{F25D2DCA-6DD6-7892-D4D6-2D0E85103680}"/>
          </ac:spMkLst>
        </pc:spChg>
        <pc:spChg chg="add mod">
          <ac:chgData name="Rene Sangacha" userId="a4e5b6bb3df78a73" providerId="LiveId" clId="{9F2BEB09-8DC3-4CD1-B6B3-2ADC2BF56918}" dt="2026-10-20T14:04:33.120" v="3286" actId="1076"/>
          <ac:spMkLst>
            <pc:docMk/>
            <pc:sldMk cId="1444242209" sldId="353"/>
            <ac:spMk id="77" creationId="{1F5C76D0-8D60-C85B-8D96-63A51A70234A}"/>
          </ac:spMkLst>
        </pc:spChg>
        <pc:spChg chg="mod">
          <ac:chgData name="Rene Sangacha" userId="a4e5b6bb3df78a73" providerId="LiveId" clId="{9F2BEB09-8DC3-4CD1-B6B3-2ADC2BF56918}" dt="2026-10-20T14:06:38.970" v="3350" actId="14100"/>
          <ac:spMkLst>
            <pc:docMk/>
            <pc:sldMk cId="1444242209" sldId="353"/>
            <ac:spMk id="79" creationId="{7C5A5BCE-E1D1-73A8-35B7-06E7E38A6161}"/>
          </ac:spMkLst>
        </pc:spChg>
        <pc:spChg chg="add mod">
          <ac:chgData name="Rene Sangacha" userId="a4e5b6bb3df78a73" providerId="LiveId" clId="{9F2BEB09-8DC3-4CD1-B6B3-2ADC2BF56918}" dt="2026-10-20T14:06:29.137" v="3336" actId="14100"/>
          <ac:spMkLst>
            <pc:docMk/>
            <pc:sldMk cId="1444242209" sldId="353"/>
            <ac:spMk id="80" creationId="{A052EEB3-4091-B7CF-5E7E-6DF1030948DA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92" creationId="{2D640236-7C1F-B771-24F9-47E5DB82E563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94" creationId="{72D9736C-3C89-0D47-4FEE-123385E13F41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97" creationId="{179C5D8D-15D7-1233-F2F7-4A3F54223EB0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98" creationId="{A1589F28-08B2-8663-3EA6-22FE5AE953E1}"/>
          </ac:spMkLst>
        </pc:spChg>
        <pc:spChg chg="mod">
          <ac:chgData name="Rene Sangacha" userId="a4e5b6bb3df78a73" providerId="LiveId" clId="{9F2BEB09-8DC3-4CD1-B6B3-2ADC2BF56918}" dt="2026-10-20T14:07:15.295" v="3354" actId="20577"/>
          <ac:spMkLst>
            <pc:docMk/>
            <pc:sldMk cId="1444242209" sldId="353"/>
            <ac:spMk id="102" creationId="{19E336D3-0334-F12F-C1DC-DB5FAA51BC26}"/>
          </ac:spMkLst>
        </pc:spChg>
        <pc:spChg chg="mod">
          <ac:chgData name="Rene Sangacha" userId="a4e5b6bb3df78a73" providerId="LiveId" clId="{9F2BEB09-8DC3-4CD1-B6B3-2ADC2BF56918}" dt="2026-10-20T14:06:06.336" v="3311" actId="20577"/>
          <ac:spMkLst>
            <pc:docMk/>
            <pc:sldMk cId="1444242209" sldId="353"/>
            <ac:spMk id="104" creationId="{20EFAC6A-2B53-4F9E-8B3B-3D4EB4E6242F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106" creationId="{BE2A2E17-E30C-259E-35CB-F349A6E7A9F1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109" creationId="{DFE308CC-9D71-FDAA-2AB7-56D099AE5AB2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110" creationId="{29A1BF25-1515-4621-BF2C-850D4CAEE9D0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111" creationId="{6EEB006D-E27A-ECD2-1003-7F7DD5506C08}"/>
          </ac:spMkLst>
        </pc:spChg>
        <pc:spChg chg="add mod">
          <ac:chgData name="Rene Sangacha" userId="a4e5b6bb3df78a73" providerId="LiveId" clId="{9F2BEB09-8DC3-4CD1-B6B3-2ADC2BF56918}" dt="2026-10-20T14:04:40.135" v="3289" actId="1076"/>
          <ac:spMkLst>
            <pc:docMk/>
            <pc:sldMk cId="1444242209" sldId="353"/>
            <ac:spMk id="112" creationId="{B7A55D51-4AE0-228F-5D2A-905A52F9FFF7}"/>
          </ac:spMkLst>
        </pc:spChg>
      </pc:sldChg>
      <pc:sldChg chg="modSp add del mod">
        <pc:chgData name="Rene Sangacha" userId="a4e5b6bb3df78a73" providerId="LiveId" clId="{9F2BEB09-8DC3-4CD1-B6B3-2ADC2BF56918}" dt="2026-10-20T14:33:18.757" v="3762" actId="47"/>
        <pc:sldMkLst>
          <pc:docMk/>
          <pc:sldMk cId="957228853" sldId="354"/>
        </pc:sldMkLst>
        <pc:spChg chg="mod">
          <ac:chgData name="Rene Sangacha" userId="a4e5b6bb3df78a73" providerId="LiveId" clId="{9F2BEB09-8DC3-4CD1-B6B3-2ADC2BF56918}" dt="2026-10-20T13:05:38.889" v="2690" actId="20577"/>
          <ac:spMkLst>
            <pc:docMk/>
            <pc:sldMk cId="957228853" sldId="354"/>
            <ac:spMk id="9" creationId="{FD33F760-99E3-06A8-19BC-99B0F660F8DC}"/>
          </ac:spMkLst>
        </pc:spChg>
      </pc:sldChg>
      <pc:sldChg chg="addSp delSp modSp add del mod ord">
        <pc:chgData name="Rene Sangacha" userId="a4e5b6bb3df78a73" providerId="LiveId" clId="{9F2BEB09-8DC3-4CD1-B6B3-2ADC2BF56918}" dt="2026-10-20T13:05:23.513" v="2675" actId="47"/>
        <pc:sldMkLst>
          <pc:docMk/>
          <pc:sldMk cId="3210288402" sldId="354"/>
        </pc:sldMkLst>
      </pc:sldChg>
      <pc:sldChg chg="addSp delSp modSp add del mod ord">
        <pc:chgData name="Rene Sangacha" userId="a4e5b6bb3df78a73" providerId="LiveId" clId="{9F2BEB09-8DC3-4CD1-B6B3-2ADC2BF56918}" dt="2026-10-20T13:05:23.513" v="2675" actId="47"/>
        <pc:sldMkLst>
          <pc:docMk/>
          <pc:sldMk cId="1958023026" sldId="355"/>
        </pc:sldMkLst>
      </pc:sldChg>
      <pc:sldChg chg="modSp add del mod">
        <pc:chgData name="Rene Sangacha" userId="a4e5b6bb3df78a73" providerId="LiveId" clId="{9F2BEB09-8DC3-4CD1-B6B3-2ADC2BF56918}" dt="2026-10-20T13:58:56.487" v="3186" actId="47"/>
        <pc:sldMkLst>
          <pc:docMk/>
          <pc:sldMk cId="2506957811" sldId="355"/>
        </pc:sldMkLst>
        <pc:spChg chg="mod">
          <ac:chgData name="Rene Sangacha" userId="a4e5b6bb3df78a73" providerId="LiveId" clId="{9F2BEB09-8DC3-4CD1-B6B3-2ADC2BF56918}" dt="2026-10-20T13:55:08.486" v="3112" actId="20577"/>
          <ac:spMkLst>
            <pc:docMk/>
            <pc:sldMk cId="2506957811" sldId="355"/>
            <ac:spMk id="9" creationId="{3CF39B2E-DBD5-6858-2DA3-8E885C322D68}"/>
          </ac:spMkLst>
        </pc:spChg>
      </pc:sldChg>
      <pc:sldChg chg="addSp delSp modSp add mod">
        <pc:chgData name="Rene Sangacha" userId="a4e5b6bb3df78a73" providerId="LiveId" clId="{9F2BEB09-8DC3-4CD1-B6B3-2ADC2BF56918}" dt="2026-10-20T15:05:11.569" v="3811" actId="20577"/>
        <pc:sldMkLst>
          <pc:docMk/>
          <pc:sldMk cId="3451441449" sldId="355"/>
        </pc:sldMkLst>
        <pc:spChg chg="mod">
          <ac:chgData name="Rene Sangacha" userId="a4e5b6bb3df78a73" providerId="LiveId" clId="{9F2BEB09-8DC3-4CD1-B6B3-2ADC2BF56918}" dt="2026-10-20T14:05:27.118" v="3304" actId="20577"/>
          <ac:spMkLst>
            <pc:docMk/>
            <pc:sldMk cId="3451441449" sldId="355"/>
            <ac:spMk id="9" creationId="{357D60F7-6D75-7595-2857-FACF980D44BE}"/>
          </ac:spMkLst>
        </pc:spChg>
        <pc:spChg chg="mod">
          <ac:chgData name="Rene Sangacha" userId="a4e5b6bb3df78a73" providerId="LiveId" clId="{9F2BEB09-8DC3-4CD1-B6B3-2ADC2BF56918}" dt="2026-10-20T15:05:11.569" v="3811" actId="20577"/>
          <ac:spMkLst>
            <pc:docMk/>
            <pc:sldMk cId="3451441449" sldId="355"/>
            <ac:spMk id="322" creationId="{EB598490-C08D-E56E-E051-17BB9D50D219}"/>
          </ac:spMkLst>
        </pc:spChg>
        <pc:spChg chg="mod">
          <ac:chgData name="Rene Sangacha" userId="a4e5b6bb3df78a73" providerId="LiveId" clId="{9F2BEB09-8DC3-4CD1-B6B3-2ADC2BF56918}" dt="2026-10-20T14:01:10.778" v="3203" actId="20577"/>
          <ac:spMkLst>
            <pc:docMk/>
            <pc:sldMk cId="3451441449" sldId="355"/>
            <ac:spMk id="352" creationId="{383A87B0-AF1E-CADB-4499-429EDF8BDE02}"/>
          </ac:spMkLst>
        </pc:spChg>
        <pc:spChg chg="mod">
          <ac:chgData name="Rene Sangacha" userId="a4e5b6bb3df78a73" providerId="LiveId" clId="{9F2BEB09-8DC3-4CD1-B6B3-2ADC2BF56918}" dt="2026-10-20T14:01:29.426" v="3213" actId="20577"/>
          <ac:spMkLst>
            <pc:docMk/>
            <pc:sldMk cId="3451441449" sldId="355"/>
            <ac:spMk id="358" creationId="{BC30C521-3D9C-2622-3D48-C44BC32DFB93}"/>
          </ac:spMkLst>
        </pc:spChg>
        <pc:spChg chg="mod">
          <ac:chgData name="Rene Sangacha" userId="a4e5b6bb3df78a73" providerId="LiveId" clId="{9F2BEB09-8DC3-4CD1-B6B3-2ADC2BF56918}" dt="2026-10-20T14:01:18.832" v="3208" actId="20577"/>
          <ac:spMkLst>
            <pc:docMk/>
            <pc:sldMk cId="3451441449" sldId="355"/>
            <ac:spMk id="365" creationId="{57007590-754E-3E31-FD2B-E4FE6DCE03FB}"/>
          </ac:spMkLst>
        </pc:spChg>
        <pc:picChg chg="add mod">
          <ac:chgData name="Rene Sangacha" userId="a4e5b6bb3df78a73" providerId="LiveId" clId="{9F2BEB09-8DC3-4CD1-B6B3-2ADC2BF56918}" dt="2026-10-20T14:00:55.212" v="3193" actId="1076"/>
          <ac:picMkLst>
            <pc:docMk/>
            <pc:sldMk cId="3451441449" sldId="355"/>
            <ac:picMk id="3" creationId="{266045A1-7EEF-46CB-D6B5-024FE60D7272}"/>
          </ac:picMkLst>
        </pc:picChg>
        <pc:picChg chg="del">
          <ac:chgData name="Rene Sangacha" userId="a4e5b6bb3df78a73" providerId="LiveId" clId="{9F2BEB09-8DC3-4CD1-B6B3-2ADC2BF56918}" dt="2026-10-20T13:59:06.412" v="3188" actId="478"/>
          <ac:picMkLst>
            <pc:docMk/>
            <pc:sldMk cId="3451441449" sldId="355"/>
            <ac:picMk id="395" creationId="{6562A3EE-DD20-B396-231D-0084587EE3F9}"/>
          </ac:picMkLst>
        </pc:picChg>
      </pc:sldChg>
      <pc:sldChg chg="addSp delSp modSp add mod">
        <pc:chgData name="Rene Sangacha" userId="a4e5b6bb3df78a73" providerId="LiveId" clId="{9F2BEB09-8DC3-4CD1-B6B3-2ADC2BF56918}" dt="2026-10-20T14:57:54.532" v="3804" actId="1076"/>
        <pc:sldMkLst>
          <pc:docMk/>
          <pc:sldMk cId="707465044" sldId="356"/>
        </pc:sldMkLst>
        <pc:spChg chg="add mod">
          <ac:chgData name="Rene Sangacha" userId="a4e5b6bb3df78a73" providerId="LiveId" clId="{9F2BEB09-8DC3-4CD1-B6B3-2ADC2BF56918}" dt="2026-10-20T14:19:44.582" v="3569" actId="1076"/>
          <ac:spMkLst>
            <pc:docMk/>
            <pc:sldMk cId="707465044" sldId="356"/>
            <ac:spMk id="3" creationId="{7368EA14-DB32-DEF1-3186-9A52E568EACA}"/>
          </ac:spMkLst>
        </pc:spChg>
        <pc:spChg chg="add mod">
          <ac:chgData name="Rene Sangacha" userId="a4e5b6bb3df78a73" providerId="LiveId" clId="{9F2BEB09-8DC3-4CD1-B6B3-2ADC2BF56918}" dt="2026-10-20T14:22:53.252" v="3598" actId="1076"/>
          <ac:spMkLst>
            <pc:docMk/>
            <pc:sldMk cId="707465044" sldId="356"/>
            <ac:spMk id="5" creationId="{2B246249-9D32-3526-22B0-938C5B3142AD}"/>
          </ac:spMkLst>
        </pc:spChg>
        <pc:spChg chg="add mod">
          <ac:chgData name="Rene Sangacha" userId="a4e5b6bb3df78a73" providerId="LiveId" clId="{9F2BEB09-8DC3-4CD1-B6B3-2ADC2BF56918}" dt="2026-10-20T14:19:55.662" v="3572" actId="1076"/>
          <ac:spMkLst>
            <pc:docMk/>
            <pc:sldMk cId="707465044" sldId="356"/>
            <ac:spMk id="7" creationId="{C5A5AA3F-F401-79B1-14EB-884E61A0E274}"/>
          </ac:spMkLst>
        </pc:spChg>
        <pc:spChg chg="mod">
          <ac:chgData name="Rene Sangacha" userId="a4e5b6bb3df78a73" providerId="LiveId" clId="{9F2BEB09-8DC3-4CD1-B6B3-2ADC2BF56918}" dt="2026-10-20T14:10:18.556" v="3359" actId="20577"/>
          <ac:spMkLst>
            <pc:docMk/>
            <pc:sldMk cId="707465044" sldId="356"/>
            <ac:spMk id="9" creationId="{DE042871-27F5-369B-F4F7-FEF50F8E90D7}"/>
          </ac:spMkLst>
        </pc:spChg>
        <pc:spChg chg="mod">
          <ac:chgData name="Rene Sangacha" userId="a4e5b6bb3df78a73" providerId="LiveId" clId="{9F2BEB09-8DC3-4CD1-B6B3-2ADC2BF56918}" dt="2026-10-20T14:57:54.532" v="3804" actId="1076"/>
          <ac:spMkLst>
            <pc:docMk/>
            <pc:sldMk cId="707465044" sldId="356"/>
            <ac:spMk id="78" creationId="{A707DF9F-9CBB-EE1E-AD74-DF8A44241D93}"/>
          </ac:spMkLst>
        </pc:spChg>
        <pc:spChg chg="mod">
          <ac:chgData name="Rene Sangacha" userId="a4e5b6bb3df78a73" providerId="LiveId" clId="{9F2BEB09-8DC3-4CD1-B6B3-2ADC2BF56918}" dt="2026-10-20T14:57:54.532" v="3804" actId="1076"/>
          <ac:spMkLst>
            <pc:docMk/>
            <pc:sldMk cId="707465044" sldId="356"/>
            <ac:spMk id="79" creationId="{753A5166-011F-4276-863E-639E0A0D96CE}"/>
          </ac:spMkLst>
        </pc:spChg>
        <pc:spChg chg="mod">
          <ac:chgData name="Rene Sangacha" userId="a4e5b6bb3df78a73" providerId="LiveId" clId="{9F2BEB09-8DC3-4CD1-B6B3-2ADC2BF56918}" dt="2026-10-20T14:57:54.532" v="3804" actId="1076"/>
          <ac:spMkLst>
            <pc:docMk/>
            <pc:sldMk cId="707465044" sldId="356"/>
            <ac:spMk id="80" creationId="{A74AADBE-C178-BA98-6A98-5A16A4463966}"/>
          </ac:spMkLst>
        </pc:spChg>
        <pc:spChg chg="mod">
          <ac:chgData name="Rene Sangacha" userId="a4e5b6bb3df78a73" providerId="LiveId" clId="{9F2BEB09-8DC3-4CD1-B6B3-2ADC2BF56918}" dt="2026-10-20T14:57:54.532" v="3804" actId="1076"/>
          <ac:spMkLst>
            <pc:docMk/>
            <pc:sldMk cId="707465044" sldId="356"/>
            <ac:spMk id="81" creationId="{4438C9AF-4323-AF92-FEC3-22BA6920BDA6}"/>
          </ac:spMkLst>
        </pc:spChg>
        <pc:spChg chg="mod">
          <ac:chgData name="Rene Sangacha" userId="a4e5b6bb3df78a73" providerId="LiveId" clId="{9F2BEB09-8DC3-4CD1-B6B3-2ADC2BF56918}" dt="2026-10-20T14:18:19.837" v="3534" actId="20577"/>
          <ac:spMkLst>
            <pc:docMk/>
            <pc:sldMk cId="707465044" sldId="356"/>
            <ac:spMk id="82" creationId="{76327A7F-7089-B3E4-67D9-E07275F5BD19}"/>
          </ac:spMkLst>
        </pc:spChg>
        <pc:spChg chg="mod">
          <ac:chgData name="Rene Sangacha" userId="a4e5b6bb3df78a73" providerId="LiveId" clId="{9F2BEB09-8DC3-4CD1-B6B3-2ADC2BF56918}" dt="2026-10-20T14:22:53.252" v="3598" actId="1076"/>
          <ac:spMkLst>
            <pc:docMk/>
            <pc:sldMk cId="707465044" sldId="356"/>
            <ac:spMk id="83" creationId="{D7D0F2CA-9695-C7A9-26EE-93CD7A90C4E9}"/>
          </ac:spMkLst>
        </pc:spChg>
        <pc:spChg chg="mod">
          <ac:chgData name="Rene Sangacha" userId="a4e5b6bb3df78a73" providerId="LiveId" clId="{9F2BEB09-8DC3-4CD1-B6B3-2ADC2BF56918}" dt="2026-10-20T14:18:30.561" v="3541" actId="20577"/>
          <ac:spMkLst>
            <pc:docMk/>
            <pc:sldMk cId="707465044" sldId="356"/>
            <ac:spMk id="84" creationId="{6D4E5A09-64E5-18C3-1566-B8132E9ABEFB}"/>
          </ac:spMkLst>
        </pc:spChg>
        <pc:spChg chg="mod">
          <ac:chgData name="Rene Sangacha" userId="a4e5b6bb3df78a73" providerId="LiveId" clId="{9F2BEB09-8DC3-4CD1-B6B3-2ADC2BF56918}" dt="2026-10-20T14:22:53.252" v="3598" actId="1076"/>
          <ac:spMkLst>
            <pc:docMk/>
            <pc:sldMk cId="707465044" sldId="356"/>
            <ac:spMk id="85" creationId="{96038AA7-024E-5902-C945-FF8E9019EB78}"/>
          </ac:spMkLst>
        </pc:spChg>
        <pc:spChg chg="mod">
          <ac:chgData name="Rene Sangacha" userId="a4e5b6bb3df78a73" providerId="LiveId" clId="{9F2BEB09-8DC3-4CD1-B6B3-2ADC2BF56918}" dt="2026-10-20T14:22:53.252" v="3598" actId="1076"/>
          <ac:spMkLst>
            <pc:docMk/>
            <pc:sldMk cId="707465044" sldId="356"/>
            <ac:spMk id="86" creationId="{9BE74853-54A0-B90D-9F67-902C4B4EC7D0}"/>
          </ac:spMkLst>
        </pc:spChg>
        <pc:spChg chg="del">
          <ac:chgData name="Rene Sangacha" userId="a4e5b6bb3df78a73" providerId="LiveId" clId="{9F2BEB09-8DC3-4CD1-B6B3-2ADC2BF56918}" dt="2026-10-20T14:15:09.992" v="3495" actId="478"/>
          <ac:spMkLst>
            <pc:docMk/>
            <pc:sldMk cId="707465044" sldId="356"/>
            <ac:spMk id="87" creationId="{FF14BD06-548F-84C6-B97C-0DA7816ACA68}"/>
          </ac:spMkLst>
        </pc:spChg>
        <pc:spChg chg="mod">
          <ac:chgData name="Rene Sangacha" userId="a4e5b6bb3df78a73" providerId="LiveId" clId="{9F2BEB09-8DC3-4CD1-B6B3-2ADC2BF56918}" dt="2026-10-20T14:28:08.608" v="3629" actId="255"/>
          <ac:spMkLst>
            <pc:docMk/>
            <pc:sldMk cId="707465044" sldId="356"/>
            <ac:spMk id="89" creationId="{E520D104-324D-D5B1-4981-75D776D1ED9E}"/>
          </ac:spMkLst>
        </pc:spChg>
        <pc:spChg chg="mod">
          <ac:chgData name="Rene Sangacha" userId="a4e5b6bb3df78a73" providerId="LiveId" clId="{9F2BEB09-8DC3-4CD1-B6B3-2ADC2BF56918}" dt="2026-10-20T14:28:08.608" v="3629" actId="255"/>
          <ac:spMkLst>
            <pc:docMk/>
            <pc:sldMk cId="707465044" sldId="356"/>
            <ac:spMk id="90" creationId="{3A8087F4-4024-67B6-FDAE-11BA4CBBB77B}"/>
          </ac:spMkLst>
        </pc:spChg>
        <pc:spChg chg="mod">
          <ac:chgData name="Rene Sangacha" userId="a4e5b6bb3df78a73" providerId="LiveId" clId="{9F2BEB09-8DC3-4CD1-B6B3-2ADC2BF56918}" dt="2026-10-20T14:28:08.608" v="3629" actId="255"/>
          <ac:spMkLst>
            <pc:docMk/>
            <pc:sldMk cId="707465044" sldId="356"/>
            <ac:spMk id="91" creationId="{947F64CA-DDA3-6183-CD13-6DA06DC1D72A}"/>
          </ac:spMkLst>
        </pc:spChg>
        <pc:spChg chg="mod">
          <ac:chgData name="Rene Sangacha" userId="a4e5b6bb3df78a73" providerId="LiveId" clId="{9F2BEB09-8DC3-4CD1-B6B3-2ADC2BF56918}" dt="2026-10-20T14:28:08.608" v="3629" actId="255"/>
          <ac:spMkLst>
            <pc:docMk/>
            <pc:sldMk cId="707465044" sldId="356"/>
            <ac:spMk id="92" creationId="{665F6793-3C27-6433-8DB5-9EFB3B447610}"/>
          </ac:spMkLst>
        </pc:spChg>
        <pc:spChg chg="mod">
          <ac:chgData name="Rene Sangacha" userId="a4e5b6bb3df78a73" providerId="LiveId" clId="{9F2BEB09-8DC3-4CD1-B6B3-2ADC2BF56918}" dt="2026-10-20T14:28:08.608" v="3629" actId="255"/>
          <ac:spMkLst>
            <pc:docMk/>
            <pc:sldMk cId="707465044" sldId="356"/>
            <ac:spMk id="93" creationId="{FD342A1C-052C-B7F9-EAEE-86BEDB1C9C9A}"/>
          </ac:spMkLst>
        </pc:spChg>
        <pc:spChg chg="mod">
          <ac:chgData name="Rene Sangacha" userId="a4e5b6bb3df78a73" providerId="LiveId" clId="{9F2BEB09-8DC3-4CD1-B6B3-2ADC2BF56918}" dt="2026-10-20T14:28:08.608" v="3629" actId="255"/>
          <ac:spMkLst>
            <pc:docMk/>
            <pc:sldMk cId="707465044" sldId="356"/>
            <ac:spMk id="94" creationId="{68EB776F-ADC5-9F84-4EC0-69D524398467}"/>
          </ac:spMkLst>
        </pc:spChg>
        <pc:spChg chg="mod">
          <ac:chgData name="Rene Sangacha" userId="a4e5b6bb3df78a73" providerId="LiveId" clId="{9F2BEB09-8DC3-4CD1-B6B3-2ADC2BF56918}" dt="2026-10-20T14:28:08.608" v="3629" actId="255"/>
          <ac:spMkLst>
            <pc:docMk/>
            <pc:sldMk cId="707465044" sldId="356"/>
            <ac:spMk id="95" creationId="{54A1F0BA-AA8D-D85E-B8EE-ECA7A0F89751}"/>
          </ac:spMkLst>
        </pc:spChg>
        <pc:spChg chg="del">
          <ac:chgData name="Rene Sangacha" userId="a4e5b6bb3df78a73" providerId="LiveId" clId="{9F2BEB09-8DC3-4CD1-B6B3-2ADC2BF56918}" dt="2026-10-20T14:15:05.856" v="3494" actId="478"/>
          <ac:spMkLst>
            <pc:docMk/>
            <pc:sldMk cId="707465044" sldId="356"/>
            <ac:spMk id="96" creationId="{895C8536-8C61-18E8-46F2-F95C4D6F57B8}"/>
          </ac:spMkLst>
        </pc:spChg>
        <pc:spChg chg="del">
          <ac:chgData name="Rene Sangacha" userId="a4e5b6bb3df78a73" providerId="LiveId" clId="{9F2BEB09-8DC3-4CD1-B6B3-2ADC2BF56918}" dt="2026-10-20T14:15:09.992" v="3495" actId="478"/>
          <ac:spMkLst>
            <pc:docMk/>
            <pc:sldMk cId="707465044" sldId="356"/>
            <ac:spMk id="97" creationId="{35EDB1C8-CFAD-C295-59CD-D31AF827A397}"/>
          </ac:spMkLst>
        </pc:spChg>
        <pc:spChg chg="del">
          <ac:chgData name="Rene Sangacha" userId="a4e5b6bb3df78a73" providerId="LiveId" clId="{9F2BEB09-8DC3-4CD1-B6B3-2ADC2BF56918}" dt="2026-10-20T14:21:45.502" v="3589" actId="478"/>
          <ac:spMkLst>
            <pc:docMk/>
            <pc:sldMk cId="707465044" sldId="356"/>
            <ac:spMk id="98" creationId="{EC5F552D-77E8-98A2-358C-D3170E85D159}"/>
          </ac:spMkLst>
        </pc:spChg>
        <pc:spChg chg="mod">
          <ac:chgData name="Rene Sangacha" userId="a4e5b6bb3df78a73" providerId="LiveId" clId="{9F2BEB09-8DC3-4CD1-B6B3-2ADC2BF56918}" dt="2026-10-20T14:18:43.571" v="3551" actId="20577"/>
          <ac:spMkLst>
            <pc:docMk/>
            <pc:sldMk cId="707465044" sldId="356"/>
            <ac:spMk id="99" creationId="{EC22E3B2-070B-2A7A-7D9A-A127C9C4FDD9}"/>
          </ac:spMkLst>
        </pc:spChg>
        <pc:spChg chg="mod">
          <ac:chgData name="Rene Sangacha" userId="a4e5b6bb3df78a73" providerId="LiveId" clId="{9F2BEB09-8DC3-4CD1-B6B3-2ADC2BF56918}" dt="2026-10-20T14:22:53.252" v="3598" actId="1076"/>
          <ac:spMkLst>
            <pc:docMk/>
            <pc:sldMk cId="707465044" sldId="356"/>
            <ac:spMk id="100" creationId="{8B363754-AF12-CB87-7D3A-BC8447CF0634}"/>
          </ac:spMkLst>
        </pc:spChg>
        <pc:spChg chg="del">
          <ac:chgData name="Rene Sangacha" userId="a4e5b6bb3df78a73" providerId="LiveId" clId="{9F2BEB09-8DC3-4CD1-B6B3-2ADC2BF56918}" dt="2026-10-20T14:15:05.856" v="3494" actId="478"/>
          <ac:spMkLst>
            <pc:docMk/>
            <pc:sldMk cId="707465044" sldId="356"/>
            <ac:spMk id="101" creationId="{DEF687CA-0C13-710E-871E-8C22225AB2DC}"/>
          </ac:spMkLst>
        </pc:spChg>
        <pc:spChg chg="mod">
          <ac:chgData name="Rene Sangacha" userId="a4e5b6bb3df78a73" providerId="LiveId" clId="{9F2BEB09-8DC3-4CD1-B6B3-2ADC2BF56918}" dt="2026-10-20T14:28:16.052" v="3630" actId="255"/>
          <ac:spMkLst>
            <pc:docMk/>
            <pc:sldMk cId="707465044" sldId="356"/>
            <ac:spMk id="102" creationId="{0C1133A0-4B3E-3757-8CA8-8625F898A783}"/>
          </ac:spMkLst>
        </pc:spChg>
        <pc:spChg chg="mod">
          <ac:chgData name="Rene Sangacha" userId="a4e5b6bb3df78a73" providerId="LiveId" clId="{9F2BEB09-8DC3-4CD1-B6B3-2ADC2BF56918}" dt="2026-10-20T14:28:16.052" v="3630" actId="255"/>
          <ac:spMkLst>
            <pc:docMk/>
            <pc:sldMk cId="707465044" sldId="356"/>
            <ac:spMk id="103" creationId="{31924195-6C96-F0BD-74C4-DC460D004BAE}"/>
          </ac:spMkLst>
        </pc:spChg>
        <pc:spChg chg="del">
          <ac:chgData name="Rene Sangacha" userId="a4e5b6bb3df78a73" providerId="LiveId" clId="{9F2BEB09-8DC3-4CD1-B6B3-2ADC2BF56918}" dt="2026-10-20T14:21:45.502" v="3589" actId="478"/>
          <ac:spMkLst>
            <pc:docMk/>
            <pc:sldMk cId="707465044" sldId="356"/>
            <ac:spMk id="104" creationId="{C02D634E-879D-CB83-F4C4-87FCA7CAA6B3}"/>
          </ac:spMkLst>
        </pc:spChg>
        <pc:spChg chg="del">
          <ac:chgData name="Rene Sangacha" userId="a4e5b6bb3df78a73" providerId="LiveId" clId="{9F2BEB09-8DC3-4CD1-B6B3-2ADC2BF56918}" dt="2026-10-20T14:21:45.502" v="3589" actId="478"/>
          <ac:spMkLst>
            <pc:docMk/>
            <pc:sldMk cId="707465044" sldId="356"/>
            <ac:spMk id="105" creationId="{1CF2E249-E582-1E63-AF15-7EC2577B719D}"/>
          </ac:spMkLst>
        </pc:spChg>
        <pc:spChg chg="del">
          <ac:chgData name="Rene Sangacha" userId="a4e5b6bb3df78a73" providerId="LiveId" clId="{9F2BEB09-8DC3-4CD1-B6B3-2ADC2BF56918}" dt="2026-10-20T14:15:09.992" v="3495" actId="478"/>
          <ac:spMkLst>
            <pc:docMk/>
            <pc:sldMk cId="707465044" sldId="356"/>
            <ac:spMk id="106" creationId="{C5D3DE4A-856C-712E-3739-71E54FFBC38C}"/>
          </ac:spMkLst>
        </pc:spChg>
        <pc:spChg chg="del">
          <ac:chgData name="Rene Sangacha" userId="a4e5b6bb3df78a73" providerId="LiveId" clId="{9F2BEB09-8DC3-4CD1-B6B3-2ADC2BF56918}" dt="2026-10-20T14:15:05.856" v="3494" actId="478"/>
          <ac:spMkLst>
            <pc:docMk/>
            <pc:sldMk cId="707465044" sldId="356"/>
            <ac:spMk id="107" creationId="{A220937E-74AC-414E-05BB-130B96C39A59}"/>
          </ac:spMkLst>
        </pc:spChg>
        <pc:spChg chg="del mod">
          <ac:chgData name="Rene Sangacha" userId="a4e5b6bb3df78a73" providerId="LiveId" clId="{9F2BEB09-8DC3-4CD1-B6B3-2ADC2BF56918}" dt="2026-10-20T14:21:45.502" v="3589" actId="478"/>
          <ac:spMkLst>
            <pc:docMk/>
            <pc:sldMk cId="707465044" sldId="356"/>
            <ac:spMk id="108" creationId="{56D201D7-CF69-FAA7-9DD2-CE11339D8206}"/>
          </ac:spMkLst>
        </pc:spChg>
        <pc:spChg chg="del">
          <ac:chgData name="Rene Sangacha" userId="a4e5b6bb3df78a73" providerId="LiveId" clId="{9F2BEB09-8DC3-4CD1-B6B3-2ADC2BF56918}" dt="2026-10-20T14:21:45.502" v="3589" actId="478"/>
          <ac:spMkLst>
            <pc:docMk/>
            <pc:sldMk cId="707465044" sldId="356"/>
            <ac:spMk id="109" creationId="{22BD484A-F2D2-C59C-B8D5-9FC93E91C359}"/>
          </ac:spMkLst>
        </pc:spChg>
        <pc:spChg chg="del mod">
          <ac:chgData name="Rene Sangacha" userId="a4e5b6bb3df78a73" providerId="LiveId" clId="{9F2BEB09-8DC3-4CD1-B6B3-2ADC2BF56918}" dt="2026-10-20T14:21:45.502" v="3589" actId="478"/>
          <ac:spMkLst>
            <pc:docMk/>
            <pc:sldMk cId="707465044" sldId="356"/>
            <ac:spMk id="110" creationId="{C6F79416-DDD4-B978-1898-139788D9BAB2}"/>
          </ac:spMkLst>
        </pc:spChg>
        <pc:spChg chg="del">
          <ac:chgData name="Rene Sangacha" userId="a4e5b6bb3df78a73" providerId="LiveId" clId="{9F2BEB09-8DC3-4CD1-B6B3-2ADC2BF56918}" dt="2026-10-20T14:21:45.502" v="3589" actId="478"/>
          <ac:spMkLst>
            <pc:docMk/>
            <pc:sldMk cId="707465044" sldId="356"/>
            <ac:spMk id="111" creationId="{A7BD5AC7-F384-99F3-4866-FB38E9D95E83}"/>
          </ac:spMkLst>
        </pc:spChg>
        <pc:spChg chg="del">
          <ac:chgData name="Rene Sangacha" userId="a4e5b6bb3df78a73" providerId="LiveId" clId="{9F2BEB09-8DC3-4CD1-B6B3-2ADC2BF56918}" dt="2026-10-20T14:21:45.502" v="3589" actId="478"/>
          <ac:spMkLst>
            <pc:docMk/>
            <pc:sldMk cId="707465044" sldId="356"/>
            <ac:spMk id="112" creationId="{A63FA6F5-B2B2-181E-D651-EC1E79AA79D6}"/>
          </ac:spMkLst>
        </pc:spChg>
        <pc:spChg chg="add del mod">
          <ac:chgData name="Rene Sangacha" userId="a4e5b6bb3df78a73" providerId="LiveId" clId="{9F2BEB09-8DC3-4CD1-B6B3-2ADC2BF56918}" dt="2026-10-20T14:20:23.418" v="3577" actId="478"/>
          <ac:spMkLst>
            <pc:docMk/>
            <pc:sldMk cId="707465044" sldId="356"/>
            <ac:spMk id="113" creationId="{A169EE31-EAA1-2C62-E2D3-661E2D2B73A5}"/>
          </ac:spMkLst>
        </pc:spChg>
        <pc:spChg chg="add del mod">
          <ac:chgData name="Rene Sangacha" userId="a4e5b6bb3df78a73" providerId="LiveId" clId="{9F2BEB09-8DC3-4CD1-B6B3-2ADC2BF56918}" dt="2026-10-20T14:20:19.326" v="3576" actId="478"/>
          <ac:spMkLst>
            <pc:docMk/>
            <pc:sldMk cId="707465044" sldId="356"/>
            <ac:spMk id="114" creationId="{29EA9949-0ED1-2F2D-F71D-BEB153E2A6EC}"/>
          </ac:spMkLst>
        </pc:spChg>
        <pc:spChg chg="mod">
          <ac:chgData name="Rene Sangacha" userId="a4e5b6bb3df78a73" providerId="LiveId" clId="{9F2BEB09-8DC3-4CD1-B6B3-2ADC2BF56918}" dt="2026-10-20T14:22:53.252" v="3598" actId="1076"/>
          <ac:spMkLst>
            <pc:docMk/>
            <pc:sldMk cId="707465044" sldId="356"/>
            <ac:spMk id="115" creationId="{1CA0CF08-F989-C1D1-44BC-619A045D9691}"/>
          </ac:spMkLst>
        </pc:spChg>
        <pc:spChg chg="mod">
          <ac:chgData name="Rene Sangacha" userId="a4e5b6bb3df78a73" providerId="LiveId" clId="{9F2BEB09-8DC3-4CD1-B6B3-2ADC2BF56918}" dt="2026-10-20T14:20:03.952" v="3573" actId="1076"/>
          <ac:spMkLst>
            <pc:docMk/>
            <pc:sldMk cId="707465044" sldId="356"/>
            <ac:spMk id="116" creationId="{64E95370-A6B4-4368-1951-317C8C228BAA}"/>
          </ac:spMkLst>
        </pc:spChg>
        <pc:spChg chg="mod">
          <ac:chgData name="Rene Sangacha" userId="a4e5b6bb3df78a73" providerId="LiveId" clId="{9F2BEB09-8DC3-4CD1-B6B3-2ADC2BF56918}" dt="2026-10-20T14:19:05.628" v="3560" actId="1076"/>
          <ac:spMkLst>
            <pc:docMk/>
            <pc:sldMk cId="707465044" sldId="356"/>
            <ac:spMk id="117" creationId="{49B6A4FC-41F7-E9D2-3134-3B4178708745}"/>
          </ac:spMkLst>
        </pc:spChg>
        <pc:spChg chg="add del mod">
          <ac:chgData name="Rene Sangacha" userId="a4e5b6bb3df78a73" providerId="LiveId" clId="{9F2BEB09-8DC3-4CD1-B6B3-2ADC2BF56918}" dt="2026-10-20T14:20:23.418" v="3577" actId="478"/>
          <ac:spMkLst>
            <pc:docMk/>
            <pc:sldMk cId="707465044" sldId="356"/>
            <ac:spMk id="118" creationId="{B49397DE-B125-C0DE-F9FF-01DA167E3F7A}"/>
          </ac:spMkLst>
        </pc:spChg>
        <pc:spChg chg="del">
          <ac:chgData name="Rene Sangacha" userId="a4e5b6bb3df78a73" providerId="LiveId" clId="{9F2BEB09-8DC3-4CD1-B6B3-2ADC2BF56918}" dt="2026-10-20T14:15:05.856" v="3494" actId="478"/>
          <ac:spMkLst>
            <pc:docMk/>
            <pc:sldMk cId="707465044" sldId="356"/>
            <ac:spMk id="119" creationId="{720A52DA-D5C9-6F8B-46B1-14999528F104}"/>
          </ac:spMkLst>
        </pc:spChg>
        <pc:spChg chg="del">
          <ac:chgData name="Rene Sangacha" userId="a4e5b6bb3df78a73" providerId="LiveId" clId="{9F2BEB09-8DC3-4CD1-B6B3-2ADC2BF56918}" dt="2026-10-20T14:15:05.856" v="3494" actId="478"/>
          <ac:spMkLst>
            <pc:docMk/>
            <pc:sldMk cId="707465044" sldId="356"/>
            <ac:spMk id="120" creationId="{EC2B76BD-85F6-0608-6841-7AD58D602954}"/>
          </ac:spMkLst>
        </pc:spChg>
        <pc:cxnChg chg="mod">
          <ac:chgData name="Rene Sangacha" userId="a4e5b6bb3df78a73" providerId="LiveId" clId="{9F2BEB09-8DC3-4CD1-B6B3-2ADC2BF56918}" dt="2026-10-20T14:21:15.783" v="3587" actId="14100"/>
          <ac:cxnSpMkLst>
            <pc:docMk/>
            <pc:sldMk cId="707465044" sldId="356"/>
            <ac:cxnSpMk id="88" creationId="{039C34B5-F710-AF96-6E69-00C784253EF5}"/>
          </ac:cxnSpMkLst>
        </pc:cxnChg>
      </pc:sldChg>
      <pc:sldChg chg="modSp add del mod ord">
        <pc:chgData name="Rene Sangacha" userId="a4e5b6bb3df78a73" providerId="LiveId" clId="{9F2BEB09-8DC3-4CD1-B6B3-2ADC2BF56918}" dt="2026-10-20T14:24:07.011" v="3612" actId="47"/>
        <pc:sldMkLst>
          <pc:docMk/>
          <pc:sldMk cId="2628533863" sldId="357"/>
        </pc:sldMkLst>
        <pc:spChg chg="mod">
          <ac:chgData name="Rene Sangacha" userId="a4e5b6bb3df78a73" providerId="LiveId" clId="{9F2BEB09-8DC3-4CD1-B6B3-2ADC2BF56918}" dt="2026-10-20T14:22:37.812" v="3597" actId="20577"/>
          <ac:spMkLst>
            <pc:docMk/>
            <pc:sldMk cId="2628533863" sldId="357"/>
            <ac:spMk id="9" creationId="{826DFF6D-AB59-54B2-F4D7-4C64F1984682}"/>
          </ac:spMkLst>
        </pc:spChg>
      </pc:sldChg>
      <pc:sldChg chg="addSp delSp modSp add mod ord">
        <pc:chgData name="Rene Sangacha" userId="a4e5b6bb3df78a73" providerId="LiveId" clId="{9F2BEB09-8DC3-4CD1-B6B3-2ADC2BF56918}" dt="2026-10-20T15:00:22.979" v="3809" actId="478"/>
        <pc:sldMkLst>
          <pc:docMk/>
          <pc:sldMk cId="2842333107" sldId="358"/>
        </pc:sldMkLst>
        <pc:spChg chg="mod">
          <ac:chgData name="Rene Sangacha" userId="a4e5b6bb3df78a73" providerId="LiveId" clId="{9F2BEB09-8DC3-4CD1-B6B3-2ADC2BF56918}" dt="2026-10-20T14:32:16.932" v="3753" actId="1076"/>
          <ac:spMkLst>
            <pc:docMk/>
            <pc:sldMk cId="2842333107" sldId="358"/>
            <ac:spMk id="3" creationId="{F9B62944-D7DA-0F7A-68E8-8B3C2C33A722}"/>
          </ac:spMkLst>
        </pc:spChg>
        <pc:spChg chg="add mod">
          <ac:chgData name="Rene Sangacha" userId="a4e5b6bb3df78a73" providerId="LiveId" clId="{9F2BEB09-8DC3-4CD1-B6B3-2ADC2BF56918}" dt="2026-10-20T14:58:27.457" v="3807" actId="1076"/>
          <ac:spMkLst>
            <pc:docMk/>
            <pc:sldMk cId="2842333107" sldId="358"/>
            <ac:spMk id="4" creationId="{0139A7CB-8372-F9D8-C8C8-4B634AE5270E}"/>
          </ac:spMkLst>
        </pc:spChg>
        <pc:spChg chg="mod">
          <ac:chgData name="Rene Sangacha" userId="a4e5b6bb3df78a73" providerId="LiveId" clId="{9F2BEB09-8DC3-4CD1-B6B3-2ADC2BF56918}" dt="2026-10-20T14:32:08.692" v="3751" actId="1076"/>
          <ac:spMkLst>
            <pc:docMk/>
            <pc:sldMk cId="2842333107" sldId="358"/>
            <ac:spMk id="5" creationId="{FB955BDC-B833-0A40-E7A3-F760520106FA}"/>
          </ac:spMkLst>
        </pc:spChg>
        <pc:spChg chg="mod">
          <ac:chgData name="Rene Sangacha" userId="a4e5b6bb3df78a73" providerId="LiveId" clId="{9F2BEB09-8DC3-4CD1-B6B3-2ADC2BF56918}" dt="2026-10-20T14:32:11.757" v="3752" actId="1076"/>
          <ac:spMkLst>
            <pc:docMk/>
            <pc:sldMk cId="2842333107" sldId="358"/>
            <ac:spMk id="7" creationId="{E15DE8A6-4BD9-5C24-BF7E-3247F9B676A4}"/>
          </ac:spMkLst>
        </pc:spChg>
        <pc:spChg chg="add mod">
          <ac:chgData name="Rene Sangacha" userId="a4e5b6bb3df78a73" providerId="LiveId" clId="{9F2BEB09-8DC3-4CD1-B6B3-2ADC2BF56918}" dt="2026-10-20T14:58:27.457" v="3807" actId="1076"/>
          <ac:spMkLst>
            <pc:docMk/>
            <pc:sldMk cId="2842333107" sldId="358"/>
            <ac:spMk id="8" creationId="{358B0406-CF36-7235-5A80-D3E9045475BF}"/>
          </ac:spMkLst>
        </pc:spChg>
        <pc:spChg chg="mod">
          <ac:chgData name="Rene Sangacha" userId="a4e5b6bb3df78a73" providerId="LiveId" clId="{9F2BEB09-8DC3-4CD1-B6B3-2ADC2BF56918}" dt="2026-10-20T14:24:09.944" v="3614" actId="20577"/>
          <ac:spMkLst>
            <pc:docMk/>
            <pc:sldMk cId="2842333107" sldId="358"/>
            <ac:spMk id="9" creationId="{D510010A-650F-BF43-7F81-26908F8C1190}"/>
          </ac:spMkLst>
        </pc:spChg>
        <pc:spChg chg="add mod">
          <ac:chgData name="Rene Sangacha" userId="a4e5b6bb3df78a73" providerId="LiveId" clId="{9F2BEB09-8DC3-4CD1-B6B3-2ADC2BF56918}" dt="2026-10-20T14:58:27.457" v="3807" actId="1076"/>
          <ac:spMkLst>
            <pc:docMk/>
            <pc:sldMk cId="2842333107" sldId="358"/>
            <ac:spMk id="12" creationId="{85B04D84-6949-8780-B83F-2C3A826D87EE}"/>
          </ac:spMkLst>
        </pc:spChg>
        <pc:spChg chg="add mod">
          <ac:chgData name="Rene Sangacha" userId="a4e5b6bb3df78a73" providerId="LiveId" clId="{9F2BEB09-8DC3-4CD1-B6B3-2ADC2BF56918}" dt="2026-10-20T14:58:27.457" v="3807" actId="1076"/>
          <ac:spMkLst>
            <pc:docMk/>
            <pc:sldMk cId="2842333107" sldId="358"/>
            <ac:spMk id="14" creationId="{6748F292-E05B-6272-03E5-8A3B28178250}"/>
          </ac:spMkLst>
        </pc:spChg>
        <pc:spChg chg="del mod">
          <ac:chgData name="Rene Sangacha" userId="a4e5b6bb3df78a73" providerId="LiveId" clId="{9F2BEB09-8DC3-4CD1-B6B3-2ADC2BF56918}" dt="2026-10-20T14:58:23.082" v="3805" actId="478"/>
          <ac:spMkLst>
            <pc:docMk/>
            <pc:sldMk cId="2842333107" sldId="358"/>
            <ac:spMk id="78" creationId="{C26EED99-EF55-2402-BEC9-A04659155A4D}"/>
          </ac:spMkLst>
        </pc:spChg>
        <pc:spChg chg="add del mod">
          <ac:chgData name="Rene Sangacha" userId="a4e5b6bb3df78a73" providerId="LiveId" clId="{9F2BEB09-8DC3-4CD1-B6B3-2ADC2BF56918}" dt="2026-10-20T14:58:23.082" v="3805" actId="478"/>
          <ac:spMkLst>
            <pc:docMk/>
            <pc:sldMk cId="2842333107" sldId="358"/>
            <ac:spMk id="79" creationId="{C8E4E7C6-7CF8-9F6E-C35D-39C79506A82F}"/>
          </ac:spMkLst>
        </pc:spChg>
        <pc:spChg chg="del mod">
          <ac:chgData name="Rene Sangacha" userId="a4e5b6bb3df78a73" providerId="LiveId" clId="{9F2BEB09-8DC3-4CD1-B6B3-2ADC2BF56918}" dt="2026-10-20T14:58:23.082" v="3805" actId="478"/>
          <ac:spMkLst>
            <pc:docMk/>
            <pc:sldMk cId="2842333107" sldId="358"/>
            <ac:spMk id="80" creationId="{8D8C3EF8-6C2E-2D0F-A29F-725156D58D7F}"/>
          </ac:spMkLst>
        </pc:spChg>
        <pc:spChg chg="del mod">
          <ac:chgData name="Rene Sangacha" userId="a4e5b6bb3df78a73" providerId="LiveId" clId="{9F2BEB09-8DC3-4CD1-B6B3-2ADC2BF56918}" dt="2026-10-20T14:58:23.082" v="3805" actId="478"/>
          <ac:spMkLst>
            <pc:docMk/>
            <pc:sldMk cId="2842333107" sldId="358"/>
            <ac:spMk id="81" creationId="{A171E67B-EF66-8E7C-6B60-62BAF8DA1164}"/>
          </ac:spMkLst>
        </pc:spChg>
        <pc:spChg chg="mod">
          <ac:chgData name="Rene Sangacha" userId="a4e5b6bb3df78a73" providerId="LiveId" clId="{9F2BEB09-8DC3-4CD1-B6B3-2ADC2BF56918}" dt="2026-10-20T14:31:28.236" v="3698" actId="14100"/>
          <ac:spMkLst>
            <pc:docMk/>
            <pc:sldMk cId="2842333107" sldId="358"/>
            <ac:spMk id="82" creationId="{2DFD4EB6-CD39-30D0-0FBB-AB8489C5B5FC}"/>
          </ac:spMkLst>
        </pc:spChg>
        <pc:spChg chg="mod">
          <ac:chgData name="Rene Sangacha" userId="a4e5b6bb3df78a73" providerId="LiveId" clId="{9F2BEB09-8DC3-4CD1-B6B3-2ADC2BF56918}" dt="2026-10-20T14:31:35.543" v="3699" actId="14100"/>
          <ac:spMkLst>
            <pc:docMk/>
            <pc:sldMk cId="2842333107" sldId="358"/>
            <ac:spMk id="83" creationId="{768E49FD-E517-59AD-5992-641EF090A393}"/>
          </ac:spMkLst>
        </pc:spChg>
        <pc:spChg chg="mod">
          <ac:chgData name="Rene Sangacha" userId="a4e5b6bb3df78a73" providerId="LiveId" clId="{9F2BEB09-8DC3-4CD1-B6B3-2ADC2BF56918}" dt="2026-10-20T14:30:40.525" v="3684" actId="20577"/>
          <ac:spMkLst>
            <pc:docMk/>
            <pc:sldMk cId="2842333107" sldId="358"/>
            <ac:spMk id="84" creationId="{1AACEF3F-D67C-26F4-4148-260261ACDC44}"/>
          </ac:spMkLst>
        </pc:spChg>
        <pc:spChg chg="mod">
          <ac:chgData name="Rene Sangacha" userId="a4e5b6bb3df78a73" providerId="LiveId" clId="{9F2BEB09-8DC3-4CD1-B6B3-2ADC2BF56918}" dt="2026-10-20T14:30:26.417" v="3681" actId="20577"/>
          <ac:spMkLst>
            <pc:docMk/>
            <pc:sldMk cId="2842333107" sldId="358"/>
            <ac:spMk id="85" creationId="{9AC22B67-66CE-0104-E9C3-9492C6865FF3}"/>
          </ac:spMkLst>
        </pc:spChg>
        <pc:spChg chg="del">
          <ac:chgData name="Rene Sangacha" userId="a4e5b6bb3df78a73" providerId="LiveId" clId="{9F2BEB09-8DC3-4CD1-B6B3-2ADC2BF56918}" dt="2026-10-20T14:27:31.794" v="3615" actId="478"/>
          <ac:spMkLst>
            <pc:docMk/>
            <pc:sldMk cId="2842333107" sldId="358"/>
            <ac:spMk id="86" creationId="{AF0F2142-0EA7-8A9A-C82E-52B3BBF66AA6}"/>
          </ac:spMkLst>
        </pc:spChg>
        <pc:spChg chg="mod">
          <ac:chgData name="Rene Sangacha" userId="a4e5b6bb3df78a73" providerId="LiveId" clId="{9F2BEB09-8DC3-4CD1-B6B3-2ADC2BF56918}" dt="2026-10-20T14:28:39.880" v="3634" actId="20577"/>
          <ac:spMkLst>
            <pc:docMk/>
            <pc:sldMk cId="2842333107" sldId="358"/>
            <ac:spMk id="89" creationId="{020E354A-04F8-0006-130F-749773A48066}"/>
          </ac:spMkLst>
        </pc:spChg>
        <pc:spChg chg="mod">
          <ac:chgData name="Rene Sangacha" userId="a4e5b6bb3df78a73" providerId="LiveId" clId="{9F2BEB09-8DC3-4CD1-B6B3-2ADC2BF56918}" dt="2026-10-20T14:28:46.990" v="3640" actId="20577"/>
          <ac:spMkLst>
            <pc:docMk/>
            <pc:sldMk cId="2842333107" sldId="358"/>
            <ac:spMk id="90" creationId="{5F7AE3D5-D3B8-13A4-51E4-1494508F9894}"/>
          </ac:spMkLst>
        </pc:spChg>
        <pc:spChg chg="mod">
          <ac:chgData name="Rene Sangacha" userId="a4e5b6bb3df78a73" providerId="LiveId" clId="{9F2BEB09-8DC3-4CD1-B6B3-2ADC2BF56918}" dt="2026-10-20T14:29:13.585" v="3643" actId="20577"/>
          <ac:spMkLst>
            <pc:docMk/>
            <pc:sldMk cId="2842333107" sldId="358"/>
            <ac:spMk id="91" creationId="{4696F029-A03E-0EF4-16BF-18EE020B2ED9}"/>
          </ac:spMkLst>
        </pc:spChg>
        <pc:spChg chg="mod">
          <ac:chgData name="Rene Sangacha" userId="a4e5b6bb3df78a73" providerId="LiveId" clId="{9F2BEB09-8DC3-4CD1-B6B3-2ADC2BF56918}" dt="2026-10-20T14:29:23.596" v="3646" actId="20577"/>
          <ac:spMkLst>
            <pc:docMk/>
            <pc:sldMk cId="2842333107" sldId="358"/>
            <ac:spMk id="92" creationId="{F07A1999-C6AA-6A13-19A5-4918F2575649}"/>
          </ac:spMkLst>
        </pc:spChg>
        <pc:spChg chg="mod">
          <ac:chgData name="Rene Sangacha" userId="a4e5b6bb3df78a73" providerId="LiveId" clId="{9F2BEB09-8DC3-4CD1-B6B3-2ADC2BF56918}" dt="2026-10-20T14:28:25.348" v="3631" actId="255"/>
          <ac:spMkLst>
            <pc:docMk/>
            <pc:sldMk cId="2842333107" sldId="358"/>
            <ac:spMk id="93" creationId="{87E2F51A-D429-9EC3-F00D-6776C030FD59}"/>
          </ac:spMkLst>
        </pc:spChg>
        <pc:spChg chg="mod">
          <ac:chgData name="Rene Sangacha" userId="a4e5b6bb3df78a73" providerId="LiveId" clId="{9F2BEB09-8DC3-4CD1-B6B3-2ADC2BF56918}" dt="2026-10-20T14:29:10.122" v="3642"/>
          <ac:spMkLst>
            <pc:docMk/>
            <pc:sldMk cId="2842333107" sldId="358"/>
            <ac:spMk id="94" creationId="{B4A3E3AF-72CF-C081-B952-146DA54ED490}"/>
          </ac:spMkLst>
        </pc:spChg>
        <pc:spChg chg="del">
          <ac:chgData name="Rene Sangacha" userId="a4e5b6bb3df78a73" providerId="LiveId" clId="{9F2BEB09-8DC3-4CD1-B6B3-2ADC2BF56918}" dt="2026-10-20T14:27:31.794" v="3615" actId="478"/>
          <ac:spMkLst>
            <pc:docMk/>
            <pc:sldMk cId="2842333107" sldId="358"/>
            <ac:spMk id="95" creationId="{9BB66A4F-4A0F-9439-5D47-22B7666A93A2}"/>
          </ac:spMkLst>
        </pc:spChg>
        <pc:spChg chg="mod">
          <ac:chgData name="Rene Sangacha" userId="a4e5b6bb3df78a73" providerId="LiveId" clId="{9F2BEB09-8DC3-4CD1-B6B3-2ADC2BF56918}" dt="2026-10-20T14:29:55.997" v="3674" actId="20577"/>
          <ac:spMkLst>
            <pc:docMk/>
            <pc:sldMk cId="2842333107" sldId="358"/>
            <ac:spMk id="99" creationId="{D5C45E2F-FBD3-1480-7844-8E983CE55A65}"/>
          </ac:spMkLst>
        </pc:spChg>
        <pc:spChg chg="mod">
          <ac:chgData name="Rene Sangacha" userId="a4e5b6bb3df78a73" providerId="LiveId" clId="{9F2BEB09-8DC3-4CD1-B6B3-2ADC2BF56918}" dt="2026-10-20T14:30:06.326" v="3677" actId="20577"/>
          <ac:spMkLst>
            <pc:docMk/>
            <pc:sldMk cId="2842333107" sldId="358"/>
            <ac:spMk id="100" creationId="{1AF57DCC-3E63-233A-6C98-2A9B0305C284}"/>
          </ac:spMkLst>
        </pc:spChg>
        <pc:spChg chg="mod">
          <ac:chgData name="Rene Sangacha" userId="a4e5b6bb3df78a73" providerId="LiveId" clId="{9F2BEB09-8DC3-4CD1-B6B3-2ADC2BF56918}" dt="2026-10-20T14:28:30.544" v="3632" actId="255"/>
          <ac:spMkLst>
            <pc:docMk/>
            <pc:sldMk cId="2842333107" sldId="358"/>
            <ac:spMk id="102" creationId="{89D60E6B-5B70-8C4B-BC70-0C7E0D52B7AD}"/>
          </ac:spMkLst>
        </pc:spChg>
        <pc:spChg chg="mod">
          <ac:chgData name="Rene Sangacha" userId="a4e5b6bb3df78a73" providerId="LiveId" clId="{9F2BEB09-8DC3-4CD1-B6B3-2ADC2BF56918}" dt="2026-10-20T14:28:30.544" v="3632" actId="255"/>
          <ac:spMkLst>
            <pc:docMk/>
            <pc:sldMk cId="2842333107" sldId="358"/>
            <ac:spMk id="103" creationId="{ECEBF4EC-9B8C-A124-7B0A-21C0C3FC7D6D}"/>
          </ac:spMkLst>
        </pc:spChg>
        <pc:spChg chg="mod">
          <ac:chgData name="Rene Sangacha" userId="a4e5b6bb3df78a73" providerId="LiveId" clId="{9F2BEB09-8DC3-4CD1-B6B3-2ADC2BF56918}" dt="2026-10-20T14:31:44.455" v="3701" actId="1076"/>
          <ac:spMkLst>
            <pc:docMk/>
            <pc:sldMk cId="2842333107" sldId="358"/>
            <ac:spMk id="114" creationId="{4CF0D3C9-375D-C675-9D4B-EB2B12B22C64}"/>
          </ac:spMkLst>
        </pc:spChg>
        <pc:spChg chg="mod">
          <ac:chgData name="Rene Sangacha" userId="a4e5b6bb3df78a73" providerId="LiveId" clId="{9F2BEB09-8DC3-4CD1-B6B3-2ADC2BF56918}" dt="2026-10-20T14:32:07.053" v="3750" actId="1076"/>
          <ac:spMkLst>
            <pc:docMk/>
            <pc:sldMk cId="2842333107" sldId="358"/>
            <ac:spMk id="115" creationId="{D98988F8-21D2-DD22-E519-D0DE457475D9}"/>
          </ac:spMkLst>
        </pc:spChg>
        <pc:spChg chg="mod">
          <ac:chgData name="Rene Sangacha" userId="a4e5b6bb3df78a73" providerId="LiveId" clId="{9F2BEB09-8DC3-4CD1-B6B3-2ADC2BF56918}" dt="2026-10-20T14:31:56.058" v="3746" actId="1038"/>
          <ac:spMkLst>
            <pc:docMk/>
            <pc:sldMk cId="2842333107" sldId="358"/>
            <ac:spMk id="116" creationId="{31EE65F9-7D76-6462-7545-91DAC99D9C2F}"/>
          </ac:spMkLst>
        </pc:spChg>
        <pc:spChg chg="del">
          <ac:chgData name="Rene Sangacha" userId="a4e5b6bb3df78a73" providerId="LiveId" clId="{9F2BEB09-8DC3-4CD1-B6B3-2ADC2BF56918}" dt="2026-10-20T14:27:31.794" v="3615" actId="478"/>
          <ac:spMkLst>
            <pc:docMk/>
            <pc:sldMk cId="2842333107" sldId="358"/>
            <ac:spMk id="117" creationId="{5D8DFAA7-4B08-B28B-F190-A76C51EE442A}"/>
          </ac:spMkLst>
        </pc:spChg>
        <pc:picChg chg="add del">
          <ac:chgData name="Rene Sangacha" userId="a4e5b6bb3df78a73" providerId="LiveId" clId="{9F2BEB09-8DC3-4CD1-B6B3-2ADC2BF56918}" dt="2026-10-20T15:00:22.979" v="3809" actId="478"/>
          <ac:picMkLst>
            <pc:docMk/>
            <pc:sldMk cId="2842333107" sldId="358"/>
            <ac:picMk id="16" creationId="{08F5DB4D-A108-5590-B90B-08536134D31C}"/>
          </ac:picMkLst>
        </pc:picChg>
        <pc:cxnChg chg="mod">
          <ac:chgData name="Rene Sangacha" userId="a4e5b6bb3df78a73" providerId="LiveId" clId="{9F2BEB09-8DC3-4CD1-B6B3-2ADC2BF56918}" dt="2026-10-20T14:32:50.714" v="3761" actId="14100"/>
          <ac:cxnSpMkLst>
            <pc:docMk/>
            <pc:sldMk cId="2842333107" sldId="358"/>
            <ac:cxnSpMk id="88" creationId="{2EB429AB-E156-9868-E468-53DD6A3A3A85}"/>
          </ac:cxnSpMkLst>
        </pc:cxnChg>
      </pc:sldChg>
      <pc:sldChg chg="add del">
        <pc:chgData name="Rene Sangacha" userId="a4e5b6bb3df78a73" providerId="LiveId" clId="{9F2BEB09-8DC3-4CD1-B6B3-2ADC2BF56918}" dt="2026-10-20T14:23:59.052" v="3608" actId="47"/>
        <pc:sldMkLst>
          <pc:docMk/>
          <pc:sldMk cId="2922229705" sldId="358"/>
        </pc:sldMkLst>
      </pc:sldChg>
      <pc:sldChg chg="delSp modSp add del mod">
        <pc:chgData name="Rene Sangacha" userId="a4e5b6bb3df78a73" providerId="LiveId" clId="{9F2BEB09-8DC3-4CD1-B6B3-2ADC2BF56918}" dt="2026-10-20T15:13:10.960" v="3935" actId="47"/>
        <pc:sldMkLst>
          <pc:docMk/>
          <pc:sldMk cId="2713025240" sldId="359"/>
        </pc:sldMkLst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7" creationId="{B927C690-74A3-B10E-6569-E5720F4489BB}"/>
          </ac:spMkLst>
        </pc:spChg>
        <pc:spChg chg="mod">
          <ac:chgData name="Rene Sangacha" userId="a4e5b6bb3df78a73" providerId="LiveId" clId="{9F2BEB09-8DC3-4CD1-B6B3-2ADC2BF56918}" dt="2026-10-20T15:07:37.296" v="3823" actId="20577"/>
          <ac:spMkLst>
            <pc:docMk/>
            <pc:sldMk cId="2713025240" sldId="359"/>
            <ac:spMk id="9" creationId="{EA62F4FA-26EE-FF88-B3FF-43D9B5F1F865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82" creationId="{DCEF28C2-9893-EB8F-B4B0-AC6F9AAB898E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89" creationId="{D41EE9E7-3F18-B2C9-8CA3-283937F7EACA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90" creationId="{7E5956D7-C811-7258-703C-79CE8C78595B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91" creationId="{4B34C33F-0CA9-BEDD-2449-D0ECAB27E0D9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93" creationId="{C01CDBEE-D200-81D7-330C-5E3363D66DD8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94" creationId="{7420E3B0-C3D3-162C-50BB-16938745D21E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99" creationId="{C10E310F-B804-0510-98B3-41F31D3BC676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102" creationId="{BAC98ABF-E508-C854-D244-2D9EA63BE047}"/>
          </ac:spMkLst>
        </pc:spChg>
        <pc:spChg chg="del">
          <ac:chgData name="Rene Sangacha" userId="a4e5b6bb3df78a73" providerId="LiveId" clId="{9F2BEB09-8DC3-4CD1-B6B3-2ADC2BF56918}" dt="2026-10-20T15:07:30.818" v="3813" actId="478"/>
          <ac:spMkLst>
            <pc:docMk/>
            <pc:sldMk cId="2713025240" sldId="359"/>
            <ac:spMk id="115" creationId="{6C55381E-5E60-F601-7321-BD7B248F7337}"/>
          </ac:spMkLst>
        </pc:spChg>
      </pc:sldChg>
      <pc:sldChg chg="add del">
        <pc:chgData name="Rene Sangacha" userId="a4e5b6bb3df78a73" providerId="LiveId" clId="{9F2BEB09-8DC3-4CD1-B6B3-2ADC2BF56918}" dt="2026-10-20T15:13:10.960" v="3935" actId="47"/>
        <pc:sldMkLst>
          <pc:docMk/>
          <pc:sldMk cId="2526290167" sldId="360"/>
        </pc:sldMkLst>
      </pc:sldChg>
      <pc:sldChg chg="add del">
        <pc:chgData name="Rene Sangacha" userId="a4e5b6bb3df78a73" providerId="LiveId" clId="{9F2BEB09-8DC3-4CD1-B6B3-2ADC2BF56918}" dt="2026-10-20T15:07:43.128" v="3825"/>
        <pc:sldMkLst>
          <pc:docMk/>
          <pc:sldMk cId="2584162973" sldId="360"/>
        </pc:sldMkLst>
      </pc:sldChg>
      <pc:sldChg chg="add del">
        <pc:chgData name="Rene Sangacha" userId="a4e5b6bb3df78a73" providerId="LiveId" clId="{9F2BEB09-8DC3-4CD1-B6B3-2ADC2BF56918}" dt="2026-10-20T15:13:10.960" v="3935" actId="47"/>
        <pc:sldMkLst>
          <pc:docMk/>
          <pc:sldMk cId="690374095" sldId="361"/>
        </pc:sldMkLst>
      </pc:sldChg>
      <pc:sldChg chg="addSp delSp modSp add mod">
        <pc:chgData name="Rene Sangacha" userId="a4e5b6bb3df78a73" providerId="LiveId" clId="{9F2BEB09-8DC3-4CD1-B6B3-2ADC2BF56918}" dt="2026-10-20T15:16:09.957" v="3979" actId="20577"/>
        <pc:sldMkLst>
          <pc:docMk/>
          <pc:sldMk cId="2720668934" sldId="362"/>
        </pc:sldMkLst>
        <pc:spChg chg="mod">
          <ac:chgData name="Rene Sangacha" userId="a4e5b6bb3df78a73" providerId="LiveId" clId="{9F2BEB09-8DC3-4CD1-B6B3-2ADC2BF56918}" dt="2026-10-20T15:16:09.957" v="3979" actId="20577"/>
          <ac:spMkLst>
            <pc:docMk/>
            <pc:sldMk cId="2720668934" sldId="362"/>
            <ac:spMk id="9" creationId="{301110D8-C754-E982-F2B4-985E0BC6CE30}"/>
          </ac:spMkLst>
        </pc:spChg>
        <pc:picChg chg="add del mod">
          <ac:chgData name="Rene Sangacha" userId="a4e5b6bb3df78a73" providerId="LiveId" clId="{9F2BEB09-8DC3-4CD1-B6B3-2ADC2BF56918}" dt="2026-10-20T15:10:48.701" v="3917" actId="478"/>
          <ac:picMkLst>
            <pc:docMk/>
            <pc:sldMk cId="2720668934" sldId="362"/>
            <ac:picMk id="3" creationId="{E4A305B3-E5EE-19B4-5526-211201D86642}"/>
          </ac:picMkLst>
        </pc:picChg>
        <pc:picChg chg="add del mod">
          <ac:chgData name="Rene Sangacha" userId="a4e5b6bb3df78a73" providerId="LiveId" clId="{9F2BEB09-8DC3-4CD1-B6B3-2ADC2BF56918}" dt="2026-10-20T15:10:48.701" v="3917" actId="478"/>
          <ac:picMkLst>
            <pc:docMk/>
            <pc:sldMk cId="2720668934" sldId="362"/>
            <ac:picMk id="5" creationId="{25963215-7A9C-3CD1-78FE-748BDE300970}"/>
          </ac:picMkLst>
        </pc:picChg>
        <pc:picChg chg="add del">
          <ac:chgData name="Rene Sangacha" userId="a4e5b6bb3df78a73" providerId="LiveId" clId="{9F2BEB09-8DC3-4CD1-B6B3-2ADC2BF56918}" dt="2026-10-20T15:08:47.175" v="3847" actId="478"/>
          <ac:picMkLst>
            <pc:docMk/>
            <pc:sldMk cId="2720668934" sldId="362"/>
            <ac:picMk id="7" creationId="{ED55E010-1B9F-35C4-3CED-4CA8C771101E}"/>
          </ac:picMkLst>
        </pc:picChg>
        <pc:picChg chg="add del mod">
          <ac:chgData name="Rene Sangacha" userId="a4e5b6bb3df78a73" providerId="LiveId" clId="{9F2BEB09-8DC3-4CD1-B6B3-2ADC2BF56918}" dt="2026-10-20T15:15:28.396" v="3944" actId="478"/>
          <ac:picMkLst>
            <pc:docMk/>
            <pc:sldMk cId="2720668934" sldId="362"/>
            <ac:picMk id="11" creationId="{D4FA485C-B857-33F9-4560-92D9CCF385F7}"/>
          </ac:picMkLst>
        </pc:picChg>
        <pc:picChg chg="add del mod">
          <ac:chgData name="Rene Sangacha" userId="a4e5b6bb3df78a73" providerId="LiveId" clId="{9F2BEB09-8DC3-4CD1-B6B3-2ADC2BF56918}" dt="2026-10-20T15:15:28.396" v="3944" actId="478"/>
          <ac:picMkLst>
            <pc:docMk/>
            <pc:sldMk cId="2720668934" sldId="362"/>
            <ac:picMk id="13" creationId="{8DE01A4D-765A-A0B5-2891-435B1BFAA8F3}"/>
          </ac:picMkLst>
        </pc:picChg>
        <pc:picChg chg="add mod">
          <ac:chgData name="Rene Sangacha" userId="a4e5b6bb3df78a73" providerId="LiveId" clId="{9F2BEB09-8DC3-4CD1-B6B3-2ADC2BF56918}" dt="2026-10-20T15:15:47.157" v="3949" actId="1076"/>
          <ac:picMkLst>
            <pc:docMk/>
            <pc:sldMk cId="2720668934" sldId="362"/>
            <ac:picMk id="15" creationId="{8F3DA4F3-F479-79A9-A66F-909F0CA37782}"/>
          </ac:picMkLst>
        </pc:picChg>
        <pc:picChg chg="add mod">
          <ac:chgData name="Rene Sangacha" userId="a4e5b6bb3df78a73" providerId="LiveId" clId="{9F2BEB09-8DC3-4CD1-B6B3-2ADC2BF56918}" dt="2026-10-20T15:15:47.157" v="3949" actId="1076"/>
          <ac:picMkLst>
            <pc:docMk/>
            <pc:sldMk cId="2720668934" sldId="362"/>
            <ac:picMk id="17" creationId="{0A59F584-B359-61E5-64C7-E3F329A2C21F}"/>
          </ac:picMkLst>
        </pc:picChg>
        <pc:cxnChg chg="mod">
          <ac:chgData name="Rene Sangacha" userId="a4e5b6bb3df78a73" providerId="LiveId" clId="{9F2BEB09-8DC3-4CD1-B6B3-2ADC2BF56918}" dt="2026-10-20T15:09:20.027" v="3897" actId="1076"/>
          <ac:cxnSpMkLst>
            <pc:docMk/>
            <pc:sldMk cId="2720668934" sldId="362"/>
            <ac:cxnSpMk id="10" creationId="{BB614F2F-1220-A036-861B-F20C0EB56DF3}"/>
          </ac:cxnSpMkLst>
        </pc:cxnChg>
      </pc:sldChg>
      <pc:sldChg chg="addSp delSp modSp add mod">
        <pc:chgData name="Rene Sangacha" userId="a4e5b6bb3df78a73" providerId="LiveId" clId="{9F2BEB09-8DC3-4CD1-B6B3-2ADC2BF56918}" dt="2026-10-20T15:17:44.376" v="3994" actId="1076"/>
        <pc:sldMkLst>
          <pc:docMk/>
          <pc:sldMk cId="726340695" sldId="363"/>
        </pc:sldMkLst>
        <pc:spChg chg="mod">
          <ac:chgData name="Rene Sangacha" userId="a4e5b6bb3df78a73" providerId="LiveId" clId="{9F2BEB09-8DC3-4CD1-B6B3-2ADC2BF56918}" dt="2026-10-20T15:16:17.345" v="3980"/>
          <ac:spMkLst>
            <pc:docMk/>
            <pc:sldMk cId="726340695" sldId="363"/>
            <ac:spMk id="9" creationId="{FE71DA83-ED27-A2B4-EDB3-465E191C77A0}"/>
          </ac:spMkLst>
        </pc:spChg>
        <pc:picChg chg="del">
          <ac:chgData name="Rene Sangacha" userId="a4e5b6bb3df78a73" providerId="LiveId" clId="{9F2BEB09-8DC3-4CD1-B6B3-2ADC2BF56918}" dt="2026-10-20T15:10:03.766" v="3903" actId="478"/>
          <ac:picMkLst>
            <pc:docMk/>
            <pc:sldMk cId="726340695" sldId="363"/>
            <ac:picMk id="3" creationId="{79218966-B46D-B9CE-F254-570D6923D4D5}"/>
          </ac:picMkLst>
        </pc:picChg>
        <pc:picChg chg="add del mod">
          <ac:chgData name="Rene Sangacha" userId="a4e5b6bb3df78a73" providerId="LiveId" clId="{9F2BEB09-8DC3-4CD1-B6B3-2ADC2BF56918}" dt="2026-10-20T15:15:10.757" v="3936" actId="478"/>
          <ac:picMkLst>
            <pc:docMk/>
            <pc:sldMk cId="726340695" sldId="363"/>
            <ac:picMk id="4" creationId="{CE658D84-B565-D387-7FFD-334A069A2017}"/>
          </ac:picMkLst>
        </pc:picChg>
        <pc:picChg chg="del">
          <ac:chgData name="Rene Sangacha" userId="a4e5b6bb3df78a73" providerId="LiveId" clId="{9F2BEB09-8DC3-4CD1-B6B3-2ADC2BF56918}" dt="2026-10-20T15:09:57.383" v="3900" actId="478"/>
          <ac:picMkLst>
            <pc:docMk/>
            <pc:sldMk cId="726340695" sldId="363"/>
            <ac:picMk id="5" creationId="{5B81B866-F0F5-5408-F479-829DD8D296BB}"/>
          </ac:picMkLst>
        </pc:picChg>
        <pc:picChg chg="add del mod">
          <ac:chgData name="Rene Sangacha" userId="a4e5b6bb3df78a73" providerId="LiveId" clId="{9F2BEB09-8DC3-4CD1-B6B3-2ADC2BF56918}" dt="2026-10-20T15:15:10.757" v="3936" actId="478"/>
          <ac:picMkLst>
            <pc:docMk/>
            <pc:sldMk cId="726340695" sldId="363"/>
            <ac:picMk id="7" creationId="{D49A89B9-B60D-FCD8-BDFA-91B633F94DB5}"/>
          </ac:picMkLst>
        </pc:picChg>
        <pc:picChg chg="add del mod">
          <ac:chgData name="Rene Sangacha" userId="a4e5b6bb3df78a73" providerId="LiveId" clId="{9F2BEB09-8DC3-4CD1-B6B3-2ADC2BF56918}" dt="2026-10-20T15:15:26.195" v="3943" actId="478"/>
          <ac:picMkLst>
            <pc:docMk/>
            <pc:sldMk cId="726340695" sldId="363"/>
            <ac:picMk id="11" creationId="{7F1DDA83-6F59-BE80-B60C-AE3D39C7EBD0}"/>
          </ac:picMkLst>
        </pc:picChg>
        <pc:picChg chg="add del mod">
          <ac:chgData name="Rene Sangacha" userId="a4e5b6bb3df78a73" providerId="LiveId" clId="{9F2BEB09-8DC3-4CD1-B6B3-2ADC2BF56918}" dt="2026-10-20T15:15:26.195" v="3943" actId="478"/>
          <ac:picMkLst>
            <pc:docMk/>
            <pc:sldMk cId="726340695" sldId="363"/>
            <ac:picMk id="13" creationId="{A158FEE4-B2F9-ABBF-0A00-89B4D2F5F96F}"/>
          </ac:picMkLst>
        </pc:picChg>
        <pc:picChg chg="add mod">
          <ac:chgData name="Rene Sangacha" userId="a4e5b6bb3df78a73" providerId="LiveId" clId="{9F2BEB09-8DC3-4CD1-B6B3-2ADC2BF56918}" dt="2026-10-20T15:17:44.376" v="3994" actId="1076"/>
          <ac:picMkLst>
            <pc:docMk/>
            <pc:sldMk cId="726340695" sldId="363"/>
            <ac:picMk id="15" creationId="{763CB0FE-D23D-8CB6-13CE-67F136CD2E33}"/>
          </ac:picMkLst>
        </pc:picChg>
        <pc:picChg chg="add mod">
          <ac:chgData name="Rene Sangacha" userId="a4e5b6bb3df78a73" providerId="LiveId" clId="{9F2BEB09-8DC3-4CD1-B6B3-2ADC2BF56918}" dt="2026-10-20T15:17:44.376" v="3994" actId="1076"/>
          <ac:picMkLst>
            <pc:docMk/>
            <pc:sldMk cId="726340695" sldId="363"/>
            <ac:picMk id="17" creationId="{AA852B42-F64F-8D91-45AE-65D72340BF9B}"/>
          </ac:picMkLst>
        </pc:picChg>
      </pc:sldChg>
      <pc:sldChg chg="addSp delSp modSp add del mod">
        <pc:chgData name="Rene Sangacha" userId="a4e5b6bb3df78a73" providerId="LiveId" clId="{9F2BEB09-8DC3-4CD1-B6B3-2ADC2BF56918}" dt="2026-10-20T13:05:23.513" v="2675" actId="47"/>
        <pc:sldMkLst>
          <pc:docMk/>
          <pc:sldMk cId="1327255101" sldId="2147483550"/>
        </pc:sldMkLst>
      </pc:sldChg>
      <pc:sldChg chg="addSp delSp modSp add del mod">
        <pc:chgData name="Rene Sangacha" userId="a4e5b6bb3df78a73" providerId="LiveId" clId="{9F2BEB09-8DC3-4CD1-B6B3-2ADC2BF56918}" dt="2026-10-20T13:05:29.042" v="2676" actId="47"/>
        <pc:sldMkLst>
          <pc:docMk/>
          <pc:sldMk cId="2654026792" sldId="2147483551"/>
        </pc:sldMkLst>
      </pc:sldChg>
      <pc:sldChg chg="addSp delSp modSp add del mod">
        <pc:chgData name="Rene Sangacha" userId="a4e5b6bb3df78a73" providerId="LiveId" clId="{9F2BEB09-8DC3-4CD1-B6B3-2ADC2BF56918}" dt="2026-10-20T13:05:29.042" v="2676" actId="47"/>
        <pc:sldMkLst>
          <pc:docMk/>
          <pc:sldMk cId="2582872710" sldId="2147483552"/>
        </pc:sldMkLst>
      </pc:sldChg>
      <pc:sldChg chg="addSp delSp modSp add del mod">
        <pc:chgData name="Rene Sangacha" userId="a4e5b6bb3df78a73" providerId="LiveId" clId="{9F2BEB09-8DC3-4CD1-B6B3-2ADC2BF56918}" dt="2026-10-20T13:05:29.042" v="2676" actId="47"/>
        <pc:sldMkLst>
          <pc:docMk/>
          <pc:sldMk cId="2035057264" sldId="2147483553"/>
        </pc:sldMkLst>
      </pc:sldChg>
      <pc:sldChg chg="addSp delSp modSp add del mod ord">
        <pc:chgData name="Rene Sangacha" userId="a4e5b6bb3df78a73" providerId="LiveId" clId="{9F2BEB09-8DC3-4CD1-B6B3-2ADC2BF56918}" dt="2026-10-20T13:05:29.042" v="2676" actId="47"/>
        <pc:sldMkLst>
          <pc:docMk/>
          <pc:sldMk cId="567442462" sldId="2147483555"/>
        </pc:sldMkLst>
      </pc:sldChg>
      <pc:sldMasterChg chg="delSldLayout">
        <pc:chgData name="Rene Sangacha" userId="a4e5b6bb3df78a73" providerId="LiveId" clId="{9F2BEB09-8DC3-4CD1-B6B3-2ADC2BF56918}" dt="2026-10-15T15:10:01.376" v="1643" actId="47"/>
        <pc:sldMasterMkLst>
          <pc:docMk/>
          <pc:sldMasterMk cId="0" sldId="2147483648"/>
        </pc:sldMasterMkLst>
      </pc:sldMasterChg>
      <pc:sldMasterChg chg="delSldLayout">
        <pc:chgData name="Rene Sangacha" userId="a4e5b6bb3df78a73" providerId="LiveId" clId="{9F2BEB09-8DC3-4CD1-B6B3-2ADC2BF56918}" dt="2026-10-15T15:31:33.268" v="1847" actId="47"/>
        <pc:sldMasterMkLst>
          <pc:docMk/>
          <pc:sldMasterMk cId="0" sldId="214748365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6833C-8BD1-CEE3-97AE-4DC87653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9BA3AA-D663-D0B1-A623-20970502B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DB4BDC1-D47D-A61D-CB0B-D6D01B04F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27D7A3-0139-571D-FA0F-931E7C524C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3465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18B67-1799-0FF9-DE20-5AF0528D5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400D54D-6DC7-792B-BF61-251F11A22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86A317B-341F-10B7-C9FC-2921146BA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9F6392-B7C2-AE58-59DC-BF73E7FB6E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0408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54774-ACF9-9892-77FC-0E8862008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797AE3-403C-43B4-578F-78ECB332B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ADA472-EFF9-8DEE-0C18-AA55135A5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DC23101-0105-7F80-48EB-032ED32964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05594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25A64-D0C4-0FD7-32A7-DF87FEDC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A86947-4B4D-5255-5A46-CF5898D05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A48AC2-0D47-2FA5-8691-B08D2C1B0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85105C-30B5-B0F2-3470-75DA6AF491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56757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7D713-11B4-A4AC-B9DC-8E9F4BA8C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BC2B12-D3D2-9D08-4E8D-BE270004A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EA34CFC-683C-296D-3994-1F847C3FA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9323B63-8F1B-E109-A97C-603240BA38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42254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2AFE7-AA10-3A11-6813-804A90F1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ACE507-9AA4-E1F6-A0F6-A3492635F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C7096D-31AA-B803-91FA-75D814131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C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ACEC07-B702-78D6-2520-08EACCEA81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8024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seño personalizado">
  <p:cSld name="Diseño personalizado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66876" y="3472511"/>
            <a:ext cx="4826049" cy="2288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dc7b7adb69_0_1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dc7b7adb69_0_14"/>
          <p:cNvSpPr/>
          <p:nvPr/>
        </p:nvSpPr>
        <p:spPr>
          <a:xfrm>
            <a:off x="76200" y="198475"/>
            <a:ext cx="16256000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01575" tIns="101575" rIns="101575" bIns="1015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g3dc7b7adb69_0_1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265795" y="8610600"/>
            <a:ext cx="1914005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7"/>
          <p:cNvPicPr preferRelativeResize="0"/>
          <p:nvPr/>
        </p:nvPicPr>
        <p:blipFill rotWithShape="1">
          <a:blip r:embed="rId2">
            <a:alphaModFix/>
          </a:blip>
          <a:srcRect l="44" t="12409" r="12441"/>
          <a:stretch/>
        </p:blipFill>
        <p:spPr>
          <a:xfrm>
            <a:off x="-1" y="0"/>
            <a:ext cx="16256001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7"/>
          <p:cNvSpPr txBox="1">
            <a:spLocks noGrp="1"/>
          </p:cNvSpPr>
          <p:nvPr>
            <p:ph type="ctrTitle"/>
          </p:nvPr>
        </p:nvSpPr>
        <p:spPr>
          <a:xfrm>
            <a:off x="1955800" y="31210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ubTitle" idx="1"/>
          </p:nvPr>
        </p:nvSpPr>
        <p:spPr>
          <a:xfrm>
            <a:off x="1955800" y="4876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ABA8"/>
              </a:buClr>
              <a:buSzPts val="3200"/>
              <a:buNone/>
              <a:defRPr>
                <a:solidFill>
                  <a:srgbClr val="88ABA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ABA8"/>
              </a:buClr>
              <a:buSzPts val="2800"/>
              <a:buNone/>
              <a:defRPr>
                <a:solidFill>
                  <a:srgbClr val="88ABA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ABA8"/>
              </a:buClr>
              <a:buSzPts val="2400"/>
              <a:buNone/>
              <a:defRPr>
                <a:solidFill>
                  <a:srgbClr val="88ABA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>
                <a:solidFill>
                  <a:srgbClr val="88ABA8"/>
                </a:solidFill>
              </a:defRPr>
            </a:lvl9pPr>
          </a:lstStyle>
          <a:p>
            <a:endParaRPr/>
          </a:p>
        </p:txBody>
      </p:sp>
      <p:pic>
        <p:nvPicPr>
          <p:cNvPr id="33" name="Google Shape;33;p17"/>
          <p:cNvPicPr preferRelativeResize="0"/>
          <p:nvPr/>
        </p:nvPicPr>
        <p:blipFill rotWithShape="1">
          <a:blip r:embed="rId3">
            <a:alphaModFix/>
          </a:blip>
          <a:srcRect r="22"/>
          <a:stretch/>
        </p:blipFill>
        <p:spPr>
          <a:xfrm>
            <a:off x="13995400" y="7894320"/>
            <a:ext cx="1955800" cy="103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ABA8"/>
              </a:buClr>
              <a:buSzPts val="2000"/>
              <a:buNone/>
              <a:defRPr sz="2000">
                <a:solidFill>
                  <a:srgbClr val="88ABA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ABA8"/>
              </a:buClr>
              <a:buSzPts val="1800"/>
              <a:buNone/>
              <a:defRPr sz="1800">
                <a:solidFill>
                  <a:srgbClr val="88ABA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ABA8"/>
              </a:buClr>
              <a:buSzPts val="1600"/>
              <a:buNone/>
              <a:defRPr sz="1600">
                <a:solidFill>
                  <a:srgbClr val="88ABA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ABA8"/>
              </a:buClr>
              <a:buSzPts val="1400"/>
              <a:buNone/>
              <a:defRPr sz="1400">
                <a:solidFill>
                  <a:srgbClr val="88ABA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3807B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13807B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seño personalizado">
  <p:cSld name="Diseño personalizado">
    <p:bg>
      <p:bgPr>
        <a:solidFill>
          <a:schemeClr val="dk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66876" y="3472511"/>
            <a:ext cx="4826049" cy="2288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0"/>
          </a:scheme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1"/>
          <p:cNvPicPr preferRelativeResize="0"/>
          <p:nvPr/>
        </p:nvPicPr>
        <p:blipFill rotWithShape="1">
          <a:blip r:embed="rId4">
            <a:alphaModFix/>
          </a:blip>
          <a:srcRect l="44" r="44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1"/>
          <p:cNvPicPr preferRelativeResize="0"/>
          <p:nvPr/>
        </p:nvPicPr>
        <p:blipFill rotWithShape="1">
          <a:blip r:embed="rId5">
            <a:alphaModFix/>
          </a:blip>
          <a:srcRect b="5385"/>
          <a:stretch/>
        </p:blipFill>
        <p:spPr>
          <a:xfrm>
            <a:off x="15151100" y="152400"/>
            <a:ext cx="8890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3807B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2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72">
          <p15:clr>
            <a:srgbClr val="F26B43"/>
          </p15:clr>
        </p15:guide>
        <p15:guide id="4" pos="996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>
            <a:alpha val="0"/>
          </a:schemeClr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0"/>
          <p:cNvPicPr preferRelativeResize="0"/>
          <p:nvPr/>
        </p:nvPicPr>
        <p:blipFill rotWithShape="1">
          <a:blip r:embed="rId9">
            <a:alphaModFix/>
          </a:blip>
          <a:srcRect l="44" r="44"/>
          <a:stretch/>
        </p:blipFill>
        <p:spPr>
          <a:xfrm>
            <a:off x="0" y="0"/>
            <a:ext cx="16256000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0"/>
          <p:cNvPicPr preferRelativeResize="0"/>
          <p:nvPr/>
        </p:nvPicPr>
        <p:blipFill rotWithShape="1">
          <a:blip r:embed="rId10">
            <a:alphaModFix/>
          </a:blip>
          <a:srcRect b="5385"/>
          <a:stretch/>
        </p:blipFill>
        <p:spPr>
          <a:xfrm>
            <a:off x="15151100" y="152400"/>
            <a:ext cx="8890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807B"/>
              </a:buClr>
              <a:buSzPts val="4400"/>
              <a:buFont typeface="Calibri"/>
              <a:buNone/>
              <a:defRPr sz="4400" b="1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3807B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3807B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3807B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3807B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rgbClr val="13807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120">
          <p15:clr>
            <a:srgbClr val="F26B43"/>
          </p15:clr>
        </p15:guide>
        <p15:guide id="2" orient="horz" pos="2880">
          <p15:clr>
            <a:srgbClr val="F26B43"/>
          </p15:clr>
        </p15:guide>
        <p15:guide id="3" pos="272">
          <p15:clr>
            <a:srgbClr val="F26B43"/>
          </p15:clr>
        </p15:guide>
        <p15:guide id="4" pos="99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"/>
          <p:cNvSpPr txBox="1"/>
          <p:nvPr/>
        </p:nvSpPr>
        <p:spPr>
          <a:xfrm>
            <a:off x="8459850" y="3801596"/>
            <a:ext cx="6996600" cy="154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s-MX" sz="4800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Modulo de Sensibilidad</a:t>
            </a:r>
            <a:endParaRPr dirty="0"/>
          </a:p>
        </p:txBody>
      </p:sp>
      <p:sp>
        <p:nvSpPr>
          <p:cNvPr id="58" name="Google Shape;58;p1"/>
          <p:cNvSpPr/>
          <p:nvPr/>
        </p:nvSpPr>
        <p:spPr>
          <a:xfrm>
            <a:off x="0" y="0"/>
            <a:ext cx="101600" cy="9144000"/>
          </a:xfrm>
          <a:prstGeom prst="rect">
            <a:avLst/>
          </a:prstGeom>
          <a:solidFill>
            <a:srgbClr val="C6E9E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1270000" y="8051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C6E9E7"/>
                </a:solidFill>
                <a:latin typeface="Poppins"/>
                <a:ea typeface="Poppins"/>
                <a:cs typeface="Poppins"/>
                <a:sym typeface="Poppins"/>
              </a:rPr>
              <a:t>SEPTIEMBRE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/>
          <p:nvPr/>
        </p:nvSpPr>
        <p:spPr>
          <a:xfrm>
            <a:off x="1270000" y="8382000"/>
            <a:ext cx="762000" cy="50800"/>
          </a:xfrm>
          <a:prstGeom prst="rect">
            <a:avLst/>
          </a:prstGeom>
          <a:solidFill>
            <a:srgbClr val="C6E9E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21AB1-8156-16DB-05E7-8C81241ED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7;g3ed063acbfe_1_0">
            <a:extLst>
              <a:ext uri="{FF2B5EF4-FFF2-40B4-BE49-F238E27FC236}">
                <a16:creationId xmlns:a16="http://schemas.microsoft.com/office/drawing/2014/main" id="{21F0A3AB-15F2-3A2D-BFD8-544EE3D3FAF7}"/>
              </a:ext>
            </a:extLst>
          </p:cNvPr>
          <p:cNvSpPr txBox="1"/>
          <p:nvPr/>
        </p:nvSpPr>
        <p:spPr>
          <a:xfrm>
            <a:off x="658348" y="329547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Modelo de </a:t>
            </a:r>
            <a:r>
              <a:rPr lang="es-ES_tradnl" sz="3200" b="1" kern="1200" noProof="0" dirty="0" err="1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Propensió</a:t>
            </a:r>
            <a:r>
              <a:rPr lang="es-ES_tradnl" sz="3200" b="1" kern="120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n | Propuesta A</a:t>
            </a:r>
            <a:endParaRPr lang="es-ES_tradnl" sz="3200" b="1" kern="1200" noProof="0" dirty="0">
              <a:solidFill>
                <a:srgbClr val="13807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46679A23-E477-A84F-FC3E-719F657F1E03}"/>
              </a:ext>
            </a:extLst>
          </p:cNvPr>
          <p:cNvCxnSpPr/>
          <p:nvPr/>
        </p:nvCxnSpPr>
        <p:spPr>
          <a:xfrm>
            <a:off x="658368" y="1343774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Google Shape;467;p3">
            <a:extLst>
              <a:ext uri="{FF2B5EF4-FFF2-40B4-BE49-F238E27FC236}">
                <a16:creationId xmlns:a16="http://schemas.microsoft.com/office/drawing/2014/main" id="{CB47F649-CD97-79F2-3520-57AB0984758A}"/>
              </a:ext>
            </a:extLst>
          </p:cNvPr>
          <p:cNvSpPr/>
          <p:nvPr/>
        </p:nvSpPr>
        <p:spPr>
          <a:xfrm>
            <a:off x="5656169" y="1740861"/>
            <a:ext cx="10010638" cy="504000"/>
          </a:xfrm>
          <a:prstGeom prst="rect">
            <a:avLst/>
          </a:prstGeom>
          <a:solidFill>
            <a:schemeClr val="dk1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450" tIns="34275" rIns="684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487;p3">
            <a:extLst>
              <a:ext uri="{FF2B5EF4-FFF2-40B4-BE49-F238E27FC236}">
                <a16:creationId xmlns:a16="http://schemas.microsoft.com/office/drawing/2014/main" id="{0E9EA842-5BDA-77B9-F08A-08BED77CB01E}"/>
              </a:ext>
            </a:extLst>
          </p:cNvPr>
          <p:cNvSpPr/>
          <p:nvPr/>
        </p:nvSpPr>
        <p:spPr>
          <a:xfrm>
            <a:off x="506946" y="1744843"/>
            <a:ext cx="4947984" cy="511753"/>
          </a:xfrm>
          <a:prstGeom prst="rect">
            <a:avLst/>
          </a:prstGeom>
          <a:solidFill>
            <a:schemeClr val="dk1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450" tIns="34275" rIns="684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Ficha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técnica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rupo 389">
            <a:extLst>
              <a:ext uri="{FF2B5EF4-FFF2-40B4-BE49-F238E27FC236}">
                <a16:creationId xmlns:a16="http://schemas.microsoft.com/office/drawing/2014/main" id="{C5849700-50E9-4AD4-5DBB-3B3D6BFE4028}"/>
              </a:ext>
            </a:extLst>
          </p:cNvPr>
          <p:cNvGrpSpPr/>
          <p:nvPr/>
        </p:nvGrpSpPr>
        <p:grpSpPr>
          <a:xfrm>
            <a:off x="611944" y="4249624"/>
            <a:ext cx="4697928" cy="1267814"/>
            <a:chOff x="593704" y="4204852"/>
            <a:chExt cx="4697928" cy="1267814"/>
          </a:xfrm>
        </p:grpSpPr>
        <p:sp>
          <p:nvSpPr>
            <p:cNvPr id="311" name="Google Shape;484;p3">
              <a:extLst>
                <a:ext uri="{FF2B5EF4-FFF2-40B4-BE49-F238E27FC236}">
                  <a16:creationId xmlns:a16="http://schemas.microsoft.com/office/drawing/2014/main" id="{2C862403-952A-45C3-0F6A-DD8E3149B6EC}"/>
                </a:ext>
              </a:extLst>
            </p:cNvPr>
            <p:cNvSpPr/>
            <p:nvPr/>
          </p:nvSpPr>
          <p:spPr>
            <a:xfrm>
              <a:off x="729509" y="4204852"/>
              <a:ext cx="4562123" cy="126589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485;p3">
              <a:extLst>
                <a:ext uri="{FF2B5EF4-FFF2-40B4-BE49-F238E27FC236}">
                  <a16:creationId xmlns:a16="http://schemas.microsoft.com/office/drawing/2014/main" id="{692BFB9D-FFE3-DFC9-A1F0-5FA8D13B9432}"/>
                </a:ext>
              </a:extLst>
            </p:cNvPr>
            <p:cNvSpPr/>
            <p:nvPr/>
          </p:nvSpPr>
          <p:spPr>
            <a:xfrm>
              <a:off x="671129" y="4209594"/>
              <a:ext cx="80920" cy="1263072"/>
            </a:xfrm>
            <a:prstGeom prst="round1Rect">
              <a:avLst>
                <a:gd name="adj" fmla="val 16667"/>
              </a:avLst>
            </a:prstGeom>
            <a:solidFill>
              <a:srgbClr val="0038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493;p3">
              <a:extLst>
                <a:ext uri="{FF2B5EF4-FFF2-40B4-BE49-F238E27FC236}">
                  <a16:creationId xmlns:a16="http://schemas.microsoft.com/office/drawing/2014/main" id="{03B69EB8-C3A8-0A67-5525-1BB789928D6C}"/>
                </a:ext>
              </a:extLst>
            </p:cNvPr>
            <p:cNvSpPr txBox="1"/>
            <p:nvPr/>
          </p:nvSpPr>
          <p:spPr>
            <a:xfrm>
              <a:off x="593704" y="4819601"/>
              <a:ext cx="1116000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05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Variable </a:t>
              </a:r>
              <a:r>
                <a:rPr lang="en-US" sz="1200" b="1" i="0" u="none" strike="noStrike" cap="none" dirty="0" err="1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Objetivo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1" name="Google Shape;494;p3" descr="Diana con relleno sólido">
              <a:extLst>
                <a:ext uri="{FF2B5EF4-FFF2-40B4-BE49-F238E27FC236}">
                  <a16:creationId xmlns:a16="http://schemas.microsoft.com/office/drawing/2014/main" id="{8E3007C6-482B-EBF5-FBA1-EE2CA58C60C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4805" y="4254251"/>
              <a:ext cx="596707" cy="5967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2" name="Google Shape;495;p3">
            <a:extLst>
              <a:ext uri="{FF2B5EF4-FFF2-40B4-BE49-F238E27FC236}">
                <a16:creationId xmlns:a16="http://schemas.microsoft.com/office/drawing/2014/main" id="{24644A94-CCAE-E29E-57B9-2C925015C7AD}"/>
              </a:ext>
            </a:extLst>
          </p:cNvPr>
          <p:cNvSpPr/>
          <p:nvPr/>
        </p:nvSpPr>
        <p:spPr>
          <a:xfrm>
            <a:off x="1730146" y="4808439"/>
            <a:ext cx="414682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100"/>
            </a:pPr>
            <a:r>
              <a:rPr lang="es-EC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Aceptación del crédito ofertado</a:t>
            </a:r>
            <a:endParaRPr sz="120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91" name="Grupo 390">
            <a:extLst>
              <a:ext uri="{FF2B5EF4-FFF2-40B4-BE49-F238E27FC236}">
                <a16:creationId xmlns:a16="http://schemas.microsoft.com/office/drawing/2014/main" id="{43FBC21B-5959-229C-6A3E-845F767C316D}"/>
              </a:ext>
            </a:extLst>
          </p:cNvPr>
          <p:cNvGrpSpPr/>
          <p:nvPr/>
        </p:nvGrpSpPr>
        <p:grpSpPr>
          <a:xfrm>
            <a:off x="629830" y="2562666"/>
            <a:ext cx="4702217" cy="1444261"/>
            <a:chOff x="586469" y="2562666"/>
            <a:chExt cx="4702217" cy="1444261"/>
          </a:xfrm>
        </p:grpSpPr>
        <p:sp>
          <p:nvSpPr>
            <p:cNvPr id="313" name="Google Shape;486;p3">
              <a:extLst>
                <a:ext uri="{FF2B5EF4-FFF2-40B4-BE49-F238E27FC236}">
                  <a16:creationId xmlns:a16="http://schemas.microsoft.com/office/drawing/2014/main" id="{F19DF80E-3695-AE91-DAB1-18674299414A}"/>
                </a:ext>
              </a:extLst>
            </p:cNvPr>
            <p:cNvSpPr/>
            <p:nvPr/>
          </p:nvSpPr>
          <p:spPr>
            <a:xfrm>
              <a:off x="715590" y="2562666"/>
              <a:ext cx="4543569" cy="144274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489;p3">
              <a:extLst>
                <a:ext uri="{FF2B5EF4-FFF2-40B4-BE49-F238E27FC236}">
                  <a16:creationId xmlns:a16="http://schemas.microsoft.com/office/drawing/2014/main" id="{C426629B-3616-F286-2313-82D4EDF8EC4F}"/>
                </a:ext>
              </a:extLst>
            </p:cNvPr>
            <p:cNvSpPr txBox="1"/>
            <p:nvPr/>
          </p:nvSpPr>
          <p:spPr>
            <a:xfrm>
              <a:off x="586469" y="3182521"/>
              <a:ext cx="12240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05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Población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490;p3">
              <a:extLst>
                <a:ext uri="{FF2B5EF4-FFF2-40B4-BE49-F238E27FC236}">
                  <a16:creationId xmlns:a16="http://schemas.microsoft.com/office/drawing/2014/main" id="{9399F003-ED3F-F677-EBAA-6F06F992EE7C}"/>
                </a:ext>
              </a:extLst>
            </p:cNvPr>
            <p:cNvSpPr/>
            <p:nvPr/>
          </p:nvSpPr>
          <p:spPr>
            <a:xfrm>
              <a:off x="1745167" y="2725651"/>
              <a:ext cx="20866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491;p3">
              <a:extLst>
                <a:ext uri="{FF2B5EF4-FFF2-40B4-BE49-F238E27FC236}">
                  <a16:creationId xmlns:a16="http://schemas.microsoft.com/office/drawing/2014/main" id="{7D807BDC-CE85-BC8B-3615-189CDBDA768A}"/>
                </a:ext>
              </a:extLst>
            </p:cNvPr>
            <p:cNvSpPr/>
            <p:nvPr/>
          </p:nvSpPr>
          <p:spPr>
            <a:xfrm>
              <a:off x="1640246" y="2896202"/>
              <a:ext cx="3648440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1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Éxitos: desembolsos en Interbank.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100"/>
                <a:buFont typeface="Arial"/>
                <a:buNone/>
              </a:pPr>
              <a:endParaRPr lang="es-MX" sz="120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1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Fracasos: desembolsos en la competencia por monto similar y con gestión, la misma base del share relevante</a:t>
              </a:r>
            </a:p>
          </p:txBody>
        </p:sp>
        <p:sp>
          <p:nvSpPr>
            <p:cNvPr id="323" name="Google Shape;496;p3" descr="Hombre con relleno sólido">
              <a:extLst>
                <a:ext uri="{FF2B5EF4-FFF2-40B4-BE49-F238E27FC236}">
                  <a16:creationId xmlns:a16="http://schemas.microsoft.com/office/drawing/2014/main" id="{469C920F-6F57-CAA5-C7CA-0B0AFD5AE587}"/>
                </a:ext>
              </a:extLst>
            </p:cNvPr>
            <p:cNvSpPr/>
            <p:nvPr/>
          </p:nvSpPr>
          <p:spPr>
            <a:xfrm>
              <a:off x="838762" y="2684308"/>
              <a:ext cx="641777" cy="64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498;p3">
              <a:extLst>
                <a:ext uri="{FF2B5EF4-FFF2-40B4-BE49-F238E27FC236}">
                  <a16:creationId xmlns:a16="http://schemas.microsoft.com/office/drawing/2014/main" id="{4D64C8D9-850F-DE31-FD40-1B9ECBC7CF0B}"/>
                </a:ext>
              </a:extLst>
            </p:cNvPr>
            <p:cNvSpPr/>
            <p:nvPr/>
          </p:nvSpPr>
          <p:spPr>
            <a:xfrm>
              <a:off x="639510" y="2567408"/>
              <a:ext cx="91302" cy="1439519"/>
            </a:xfrm>
            <a:prstGeom prst="round1Rect">
              <a:avLst>
                <a:gd name="adj" fmla="val 16667"/>
              </a:avLst>
            </a:prstGeom>
            <a:solidFill>
              <a:srgbClr val="0038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rupo 387">
            <a:extLst>
              <a:ext uri="{FF2B5EF4-FFF2-40B4-BE49-F238E27FC236}">
                <a16:creationId xmlns:a16="http://schemas.microsoft.com/office/drawing/2014/main" id="{228485C5-E214-AE22-5C2C-02BC0D6A1A5F}"/>
              </a:ext>
            </a:extLst>
          </p:cNvPr>
          <p:cNvGrpSpPr/>
          <p:nvPr/>
        </p:nvGrpSpPr>
        <p:grpSpPr>
          <a:xfrm>
            <a:off x="652748" y="7048551"/>
            <a:ext cx="4657868" cy="1031234"/>
            <a:chOff x="639510" y="6901200"/>
            <a:chExt cx="4657868" cy="1031234"/>
          </a:xfrm>
        </p:grpSpPr>
        <p:sp>
          <p:nvSpPr>
            <p:cNvPr id="307" name="Google Shape;480;p3">
              <a:extLst>
                <a:ext uri="{FF2B5EF4-FFF2-40B4-BE49-F238E27FC236}">
                  <a16:creationId xmlns:a16="http://schemas.microsoft.com/office/drawing/2014/main" id="{AAAA63F7-6348-4EA8-9189-FCEC226A6011}"/>
                </a:ext>
              </a:extLst>
            </p:cNvPr>
            <p:cNvSpPr/>
            <p:nvPr/>
          </p:nvSpPr>
          <p:spPr>
            <a:xfrm>
              <a:off x="735255" y="6901200"/>
              <a:ext cx="4562123" cy="102879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481;p3">
              <a:extLst>
                <a:ext uri="{FF2B5EF4-FFF2-40B4-BE49-F238E27FC236}">
                  <a16:creationId xmlns:a16="http://schemas.microsoft.com/office/drawing/2014/main" id="{003D3C37-1FCF-27C0-0AC6-EFEF51198604}"/>
                </a:ext>
              </a:extLst>
            </p:cNvPr>
            <p:cNvSpPr/>
            <p:nvPr/>
          </p:nvSpPr>
          <p:spPr>
            <a:xfrm>
              <a:off x="676875" y="6905941"/>
              <a:ext cx="80920" cy="1026493"/>
            </a:xfrm>
            <a:prstGeom prst="round1Rect">
              <a:avLst>
                <a:gd name="adj" fmla="val 16667"/>
              </a:avLst>
            </a:prstGeom>
            <a:solidFill>
              <a:srgbClr val="0038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9" name="Google Shape;492;p3" descr="Machine learning icon artificial intelligence Vector Image">
              <a:extLst>
                <a:ext uri="{FF2B5EF4-FFF2-40B4-BE49-F238E27FC236}">
                  <a16:creationId xmlns:a16="http://schemas.microsoft.com/office/drawing/2014/main" id="{CD9A40A5-95BF-6389-7705-87712860BE3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1181" t="13144" r="18671" b="38124"/>
            <a:stretch/>
          </p:blipFill>
          <p:spPr>
            <a:xfrm>
              <a:off x="892392" y="7066611"/>
              <a:ext cx="549784" cy="481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497;p3">
              <a:extLst>
                <a:ext uri="{FF2B5EF4-FFF2-40B4-BE49-F238E27FC236}">
                  <a16:creationId xmlns:a16="http://schemas.microsoft.com/office/drawing/2014/main" id="{6F821D8B-A93D-C0CD-20B6-C0F726DCDE32}"/>
                </a:ext>
              </a:extLst>
            </p:cNvPr>
            <p:cNvSpPr txBox="1"/>
            <p:nvPr/>
          </p:nvSpPr>
          <p:spPr>
            <a:xfrm>
              <a:off x="639510" y="7587648"/>
              <a:ext cx="1300232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050"/>
                <a:buFont typeface="Arial"/>
                <a:buNone/>
              </a:pPr>
              <a:r>
                <a:rPr lang="en-US" sz="1200" b="1" i="0" u="none" strike="noStrike" cap="none" dirty="0" err="1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Metodología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499;p3">
              <a:extLst>
                <a:ext uri="{FF2B5EF4-FFF2-40B4-BE49-F238E27FC236}">
                  <a16:creationId xmlns:a16="http://schemas.microsoft.com/office/drawing/2014/main" id="{621A1C97-FDED-305E-5C33-8C32BD8E88D4}"/>
                </a:ext>
              </a:extLst>
            </p:cNvPr>
            <p:cNvSpPr/>
            <p:nvPr/>
          </p:nvSpPr>
          <p:spPr>
            <a:xfrm>
              <a:off x="2097701" y="7261475"/>
              <a:ext cx="2416541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Regresión</a:t>
              </a:r>
              <a:r>
                <a:rPr lang="en-US" sz="1200" b="0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Logística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rupo 388">
            <a:extLst>
              <a:ext uri="{FF2B5EF4-FFF2-40B4-BE49-F238E27FC236}">
                <a16:creationId xmlns:a16="http://schemas.microsoft.com/office/drawing/2014/main" id="{9A824E9C-18C3-F7EC-6254-041B681F6542}"/>
              </a:ext>
            </a:extLst>
          </p:cNvPr>
          <p:cNvGrpSpPr/>
          <p:nvPr/>
        </p:nvGrpSpPr>
        <p:grpSpPr>
          <a:xfrm>
            <a:off x="682017" y="5779460"/>
            <a:ext cx="4620503" cy="1031234"/>
            <a:chOff x="668183" y="5666619"/>
            <a:chExt cx="4620503" cy="1031234"/>
          </a:xfrm>
        </p:grpSpPr>
        <p:sp>
          <p:nvSpPr>
            <p:cNvPr id="309" name="Google Shape;482;p3">
              <a:extLst>
                <a:ext uri="{FF2B5EF4-FFF2-40B4-BE49-F238E27FC236}">
                  <a16:creationId xmlns:a16="http://schemas.microsoft.com/office/drawing/2014/main" id="{E466B6FC-C003-D68C-425E-68AAF55A7378}"/>
                </a:ext>
              </a:extLst>
            </p:cNvPr>
            <p:cNvSpPr/>
            <p:nvPr/>
          </p:nvSpPr>
          <p:spPr>
            <a:xfrm>
              <a:off x="726563" y="5666619"/>
              <a:ext cx="4562123" cy="102879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483;p3">
              <a:extLst>
                <a:ext uri="{FF2B5EF4-FFF2-40B4-BE49-F238E27FC236}">
                  <a16:creationId xmlns:a16="http://schemas.microsoft.com/office/drawing/2014/main" id="{F61F5CA7-DDB4-94E7-0907-A7C027493B35}"/>
                </a:ext>
              </a:extLst>
            </p:cNvPr>
            <p:cNvSpPr/>
            <p:nvPr/>
          </p:nvSpPr>
          <p:spPr>
            <a:xfrm>
              <a:off x="668183" y="5671360"/>
              <a:ext cx="80920" cy="1026493"/>
            </a:xfrm>
            <a:prstGeom prst="round1Rect">
              <a:avLst>
                <a:gd name="adj" fmla="val 16667"/>
              </a:avLst>
            </a:prstGeom>
            <a:solidFill>
              <a:srgbClr val="0038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7" name="Grupo 386">
              <a:extLst>
                <a:ext uri="{FF2B5EF4-FFF2-40B4-BE49-F238E27FC236}">
                  <a16:creationId xmlns:a16="http://schemas.microsoft.com/office/drawing/2014/main" id="{F514F293-55E9-CDCC-D1B3-1BED980C365C}"/>
                </a:ext>
              </a:extLst>
            </p:cNvPr>
            <p:cNvGrpSpPr/>
            <p:nvPr/>
          </p:nvGrpSpPr>
          <p:grpSpPr>
            <a:xfrm>
              <a:off x="749103" y="5761062"/>
              <a:ext cx="4460462" cy="861726"/>
              <a:chOff x="691929" y="5987146"/>
              <a:chExt cx="4460462" cy="861726"/>
            </a:xfrm>
          </p:grpSpPr>
          <p:sp>
            <p:nvSpPr>
              <p:cNvPr id="334" name="Google Shape;507;p3">
                <a:extLst>
                  <a:ext uri="{FF2B5EF4-FFF2-40B4-BE49-F238E27FC236}">
                    <a16:creationId xmlns:a16="http://schemas.microsoft.com/office/drawing/2014/main" id="{7656E44B-553B-29E4-EB15-242A8C367E12}"/>
                  </a:ext>
                </a:extLst>
              </p:cNvPr>
              <p:cNvSpPr txBox="1"/>
              <p:nvPr/>
            </p:nvSpPr>
            <p:spPr>
              <a:xfrm>
                <a:off x="4566325" y="6256533"/>
                <a:ext cx="58606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8A6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 dirty="0" err="1">
                    <a:solidFill>
                      <a:srgbClr val="0038A6"/>
                    </a:solidFill>
                    <a:latin typeface="Geom"/>
                    <a:ea typeface="Geom"/>
                    <a:cs typeface="Geom"/>
                    <a:sym typeface="Geom"/>
                  </a:rPr>
                  <a:t>Abr</a:t>
                </a:r>
                <a:r>
                  <a:rPr lang="en-US" sz="900" b="1" i="0" u="none" strike="noStrike" cap="none" dirty="0">
                    <a:solidFill>
                      <a:srgbClr val="0038A6"/>
                    </a:solidFill>
                    <a:latin typeface="Geom"/>
                    <a:ea typeface="Geom"/>
                    <a:cs typeface="Geom"/>
                    <a:sym typeface="Geom"/>
                  </a:rPr>
                  <a:t> 26</a:t>
                </a:r>
                <a:endParaRPr sz="900" b="1" i="0" u="none" strike="noStrike" cap="none" dirty="0">
                  <a:solidFill>
                    <a:srgbClr val="0038A6"/>
                  </a:solidFill>
                  <a:latin typeface="Geom"/>
                  <a:ea typeface="Geom"/>
                  <a:cs typeface="Geom"/>
                  <a:sym typeface="Geom"/>
                </a:endParaRPr>
              </a:p>
            </p:txBody>
          </p:sp>
          <p:sp>
            <p:nvSpPr>
              <p:cNvPr id="341" name="Google Shape;514;p3">
                <a:extLst>
                  <a:ext uri="{FF2B5EF4-FFF2-40B4-BE49-F238E27FC236}">
                    <a16:creationId xmlns:a16="http://schemas.microsoft.com/office/drawing/2014/main" id="{A66C50DA-25A0-2C46-9E6C-4492D9568D48}"/>
                  </a:ext>
                </a:extLst>
              </p:cNvPr>
              <p:cNvSpPr txBox="1"/>
              <p:nvPr/>
            </p:nvSpPr>
            <p:spPr>
              <a:xfrm>
                <a:off x="4209884" y="6526439"/>
                <a:ext cx="90924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8D3B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rgbClr val="068D3B"/>
                    </a:solidFill>
                    <a:latin typeface="Geom"/>
                    <a:ea typeface="Geom"/>
                    <a:cs typeface="Geom"/>
                    <a:sym typeface="Geom"/>
                  </a:rPr>
                  <a:t>Backtest (OOT)</a:t>
                </a:r>
                <a:endParaRPr sz="800" b="1" i="0" u="none" strike="noStrike" cap="none">
                  <a:solidFill>
                    <a:srgbClr val="068D3B"/>
                  </a:solidFill>
                  <a:latin typeface="Geom"/>
                  <a:ea typeface="Geom"/>
                  <a:cs typeface="Geom"/>
                  <a:sym typeface="Geom"/>
                </a:endParaRPr>
              </a:p>
            </p:txBody>
          </p:sp>
          <p:grpSp>
            <p:nvGrpSpPr>
              <p:cNvPr id="386" name="Grupo 385">
                <a:extLst>
                  <a:ext uri="{FF2B5EF4-FFF2-40B4-BE49-F238E27FC236}">
                    <a16:creationId xmlns:a16="http://schemas.microsoft.com/office/drawing/2014/main" id="{23DAFBAC-B2A3-608D-B4D3-D7C0F77C1B67}"/>
                  </a:ext>
                </a:extLst>
              </p:cNvPr>
              <p:cNvGrpSpPr/>
              <p:nvPr/>
            </p:nvGrpSpPr>
            <p:grpSpPr>
              <a:xfrm>
                <a:off x="691929" y="5987146"/>
                <a:ext cx="4365516" cy="861726"/>
                <a:chOff x="691929" y="5987146"/>
                <a:chExt cx="4365516" cy="861726"/>
              </a:xfrm>
            </p:grpSpPr>
            <p:pic>
              <p:nvPicPr>
                <p:cNvPr id="327" name="Google Shape;500;p3" descr="calendar-icon - BCSM">
                  <a:extLst>
                    <a:ext uri="{FF2B5EF4-FFF2-40B4-BE49-F238E27FC236}">
                      <a16:creationId xmlns:a16="http://schemas.microsoft.com/office/drawing/2014/main" id="{13233556-99BC-8913-A1CC-FEE1AF96A1C3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903086" y="6096050"/>
                  <a:ext cx="459747" cy="4597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8" name="Google Shape;501;p3">
                  <a:extLst>
                    <a:ext uri="{FF2B5EF4-FFF2-40B4-BE49-F238E27FC236}">
                      <a16:creationId xmlns:a16="http://schemas.microsoft.com/office/drawing/2014/main" id="{A6CDEFC7-AE7A-4CDD-75E7-072DCA52E65F}"/>
                    </a:ext>
                  </a:extLst>
                </p:cNvPr>
                <p:cNvSpPr txBox="1"/>
                <p:nvPr/>
              </p:nvSpPr>
              <p:spPr>
                <a:xfrm>
                  <a:off x="691929" y="6571913"/>
                  <a:ext cx="897521" cy="2769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38A6"/>
                    </a:buClr>
                    <a:buSzPts val="1100"/>
                    <a:buFont typeface="Arial"/>
                    <a:buNone/>
                  </a:pPr>
                  <a:r>
                    <a:rPr lang="en-US" sz="1200" b="1" i="0" u="none" strike="noStrike" cap="none" dirty="0" err="1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Periodos</a:t>
                  </a:r>
                  <a:endParaRPr sz="12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502;p3">
                  <a:extLst>
                    <a:ext uri="{FF2B5EF4-FFF2-40B4-BE49-F238E27FC236}">
                      <a16:creationId xmlns:a16="http://schemas.microsoft.com/office/drawing/2014/main" id="{876114C3-FCB0-208B-8E11-1AA69C090353}"/>
                    </a:ext>
                  </a:extLst>
                </p:cNvPr>
                <p:cNvSpPr/>
                <p:nvPr/>
              </p:nvSpPr>
              <p:spPr>
                <a:xfrm>
                  <a:off x="1840364" y="6191066"/>
                  <a:ext cx="3217081" cy="49301"/>
                </a:xfrm>
                <a:prstGeom prst="rect">
                  <a:avLst/>
                </a:prstGeom>
                <a:solidFill>
                  <a:srgbClr val="08BD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503;p3">
                  <a:extLst>
                    <a:ext uri="{FF2B5EF4-FFF2-40B4-BE49-F238E27FC236}">
                      <a16:creationId xmlns:a16="http://schemas.microsoft.com/office/drawing/2014/main" id="{3A251646-4FC8-9F1E-9C71-D9CFC3F69A03}"/>
                    </a:ext>
                  </a:extLst>
                </p:cNvPr>
                <p:cNvSpPr txBox="1"/>
                <p:nvPr/>
              </p:nvSpPr>
              <p:spPr>
                <a:xfrm>
                  <a:off x="1713275" y="6256533"/>
                  <a:ext cx="586066" cy="2307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algn="ctr">
                    <a:buClr>
                      <a:srgbClr val="002060"/>
                    </a:buClr>
                    <a:buSzPts val="900"/>
                  </a:pPr>
                  <a:r>
                    <a:rPr lang="en-US" sz="900" b="1" dirty="0" err="1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Abr</a:t>
                  </a:r>
                  <a:r>
                    <a:rPr lang="en-US" sz="900" b="1" dirty="0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 25</a:t>
                  </a:r>
                </a:p>
              </p:txBody>
            </p:sp>
            <p:sp>
              <p:nvSpPr>
                <p:cNvPr id="331" name="Google Shape;504;p3">
                  <a:extLst>
                    <a:ext uri="{FF2B5EF4-FFF2-40B4-BE49-F238E27FC236}">
                      <a16:creationId xmlns:a16="http://schemas.microsoft.com/office/drawing/2014/main" id="{010305E4-9588-D0A7-96FE-BFACAC0827AB}"/>
                    </a:ext>
                  </a:extLst>
                </p:cNvPr>
                <p:cNvSpPr txBox="1"/>
                <p:nvPr/>
              </p:nvSpPr>
              <p:spPr>
                <a:xfrm>
                  <a:off x="2456359" y="6541621"/>
                  <a:ext cx="780676" cy="2154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8D3B"/>
                    </a:buClr>
                    <a:buSzPts val="800"/>
                    <a:buFont typeface="Arial"/>
                    <a:buNone/>
                  </a:pPr>
                  <a:r>
                    <a:rPr lang="en-US" sz="800" b="1" i="0" u="none" strike="noStrike" cap="none">
                      <a:solidFill>
                        <a:srgbClr val="068D3B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Train/Test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505;p3">
                  <a:extLst>
                    <a:ext uri="{FF2B5EF4-FFF2-40B4-BE49-F238E27FC236}">
                      <a16:creationId xmlns:a16="http://schemas.microsoft.com/office/drawing/2014/main" id="{9C076FAF-2698-6ECD-184A-0830137D90EC}"/>
                    </a:ext>
                  </a:extLst>
                </p:cNvPr>
                <p:cNvSpPr/>
                <p:nvPr/>
              </p:nvSpPr>
              <p:spPr>
                <a:xfrm rot="-5400000" flipH="1">
                  <a:off x="2772204" y="5431571"/>
                  <a:ext cx="114651" cy="2114362"/>
                </a:xfrm>
                <a:prstGeom prst="rightBrace">
                  <a:avLst>
                    <a:gd name="adj1" fmla="val 44325"/>
                    <a:gd name="adj2" fmla="val 50000"/>
                  </a:avLst>
                </a:prstGeom>
                <a:noFill/>
                <a:ln w="19050" cap="flat" cmpd="sng">
                  <a:solidFill>
                    <a:srgbClr val="EB0046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38A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506;p3">
                  <a:extLst>
                    <a:ext uri="{FF2B5EF4-FFF2-40B4-BE49-F238E27FC236}">
                      <a16:creationId xmlns:a16="http://schemas.microsoft.com/office/drawing/2014/main" id="{151BC7E9-88F6-B867-ED14-55F61C5733C8}"/>
                    </a:ext>
                  </a:extLst>
                </p:cNvPr>
                <p:cNvSpPr txBox="1"/>
                <p:nvPr/>
              </p:nvSpPr>
              <p:spPr>
                <a:xfrm>
                  <a:off x="2475158" y="5987146"/>
                  <a:ext cx="772885" cy="2351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A5A5A5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 dirty="0">
                      <a:solidFill>
                        <a:srgbClr val="A5A5A5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10 meses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510;p3">
                  <a:extLst>
                    <a:ext uri="{FF2B5EF4-FFF2-40B4-BE49-F238E27FC236}">
                      <a16:creationId xmlns:a16="http://schemas.microsoft.com/office/drawing/2014/main" id="{9DAFC877-D55E-77A3-258D-251C15C042CE}"/>
                    </a:ext>
                  </a:extLst>
                </p:cNvPr>
                <p:cNvSpPr txBox="1"/>
                <p:nvPr/>
              </p:nvSpPr>
              <p:spPr>
                <a:xfrm>
                  <a:off x="3439517" y="6256533"/>
                  <a:ext cx="586066" cy="2307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38A6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 dirty="0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Ene 26</a:t>
                  </a:r>
                  <a:endParaRPr sz="900" b="1" i="0" u="none" strike="noStrike" cap="none" dirty="0">
                    <a:solidFill>
                      <a:srgbClr val="0038A6"/>
                    </a:solidFill>
                    <a:latin typeface="Geom"/>
                    <a:ea typeface="Geom"/>
                    <a:cs typeface="Geom"/>
                    <a:sym typeface="Geom"/>
                  </a:endParaRPr>
                </a:p>
              </p:txBody>
            </p:sp>
            <p:sp>
              <p:nvSpPr>
                <p:cNvPr id="340" name="Google Shape;513;p3">
                  <a:extLst>
                    <a:ext uri="{FF2B5EF4-FFF2-40B4-BE49-F238E27FC236}">
                      <a16:creationId xmlns:a16="http://schemas.microsoft.com/office/drawing/2014/main" id="{9756EBCD-597B-AA30-8476-6AC91597E4EF}"/>
                    </a:ext>
                  </a:extLst>
                </p:cNvPr>
                <p:cNvSpPr txBox="1"/>
                <p:nvPr/>
              </p:nvSpPr>
              <p:spPr>
                <a:xfrm>
                  <a:off x="4146957" y="5991494"/>
                  <a:ext cx="68744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A5A5A5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 dirty="0">
                      <a:solidFill>
                        <a:srgbClr val="A5A5A5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3 meses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515;p3">
                  <a:extLst>
                    <a:ext uri="{FF2B5EF4-FFF2-40B4-BE49-F238E27FC236}">
                      <a16:creationId xmlns:a16="http://schemas.microsoft.com/office/drawing/2014/main" id="{48033D65-5E2E-7789-AAF6-ED98E5B5E2D3}"/>
                    </a:ext>
                  </a:extLst>
                </p:cNvPr>
                <p:cNvSpPr txBox="1"/>
                <p:nvPr/>
              </p:nvSpPr>
              <p:spPr>
                <a:xfrm>
                  <a:off x="3853294" y="6256533"/>
                  <a:ext cx="58606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38A6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 dirty="0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Feb 26</a:t>
                  </a:r>
                  <a:endParaRPr sz="900" b="1" i="0" u="none" strike="noStrike" cap="none" dirty="0">
                    <a:solidFill>
                      <a:srgbClr val="0038A6"/>
                    </a:solidFill>
                    <a:latin typeface="Geom"/>
                    <a:ea typeface="Geom"/>
                    <a:cs typeface="Geom"/>
                    <a:sym typeface="Geom"/>
                  </a:endParaRPr>
                </a:p>
              </p:txBody>
            </p:sp>
            <p:sp>
              <p:nvSpPr>
                <p:cNvPr id="343" name="Google Shape;516;p3">
                  <a:extLst>
                    <a:ext uri="{FF2B5EF4-FFF2-40B4-BE49-F238E27FC236}">
                      <a16:creationId xmlns:a16="http://schemas.microsoft.com/office/drawing/2014/main" id="{737A146B-B6C9-EC8F-6357-8145227E7931}"/>
                    </a:ext>
                  </a:extLst>
                </p:cNvPr>
                <p:cNvSpPr/>
                <p:nvPr/>
              </p:nvSpPr>
              <p:spPr>
                <a:xfrm rot="-5400000" flipH="1">
                  <a:off x="4445596" y="5975317"/>
                  <a:ext cx="114646" cy="1039299"/>
                </a:xfrm>
                <a:prstGeom prst="rightBrace">
                  <a:avLst>
                    <a:gd name="adj1" fmla="val 44325"/>
                    <a:gd name="adj2" fmla="val 50000"/>
                  </a:avLst>
                </a:prstGeom>
                <a:noFill/>
                <a:ln w="19050" cap="flat" cmpd="sng">
                  <a:solidFill>
                    <a:srgbClr val="EB0046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38A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7" name="Google Shape;532;p3">
            <a:extLst>
              <a:ext uri="{FF2B5EF4-FFF2-40B4-BE49-F238E27FC236}">
                <a16:creationId xmlns:a16="http://schemas.microsoft.com/office/drawing/2014/main" id="{0625DAD7-B1FC-53FE-4C6A-8E5CD6FD9DA0}"/>
              </a:ext>
            </a:extLst>
          </p:cNvPr>
          <p:cNvSpPr/>
          <p:nvPr/>
        </p:nvSpPr>
        <p:spPr>
          <a:xfrm>
            <a:off x="15154287" y="2369366"/>
            <a:ext cx="464007" cy="411403"/>
          </a:xfrm>
          <a:custGeom>
            <a:avLst/>
            <a:gdLst/>
            <a:ahLst/>
            <a:cxnLst/>
            <a:rect l="l" t="t" r="r" b="b"/>
            <a:pathLst>
              <a:path w="444" h="462" extrusionOk="0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endParaRPr sz="4800" b="0" i="0" u="none" strike="noStrike" cap="none" dirty="0">
              <a:solidFill>
                <a:schemeClr val="accent6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59" name="Google Shape;534;p3">
            <a:extLst>
              <a:ext uri="{FF2B5EF4-FFF2-40B4-BE49-F238E27FC236}">
                <a16:creationId xmlns:a16="http://schemas.microsoft.com/office/drawing/2014/main" id="{9B3E8137-3616-04D9-0861-5F2CA2B71DA5}"/>
              </a:ext>
            </a:extLst>
          </p:cNvPr>
          <p:cNvSpPr txBox="1"/>
          <p:nvPr/>
        </p:nvSpPr>
        <p:spPr>
          <a:xfrm>
            <a:off x="5870329" y="2780769"/>
            <a:ext cx="127043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sng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Gini</a:t>
            </a:r>
            <a:endParaRPr sz="11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364" name="Google Shape;539;p3">
            <a:extLst>
              <a:ext uri="{FF2B5EF4-FFF2-40B4-BE49-F238E27FC236}">
                <a16:creationId xmlns:a16="http://schemas.microsoft.com/office/drawing/2014/main" id="{3651B58D-DD97-CE52-5506-C13CF6C5623C}"/>
              </a:ext>
            </a:extLst>
          </p:cNvPr>
          <p:cNvSpPr txBox="1"/>
          <p:nvPr/>
        </p:nvSpPr>
        <p:spPr>
          <a:xfrm>
            <a:off x="5876969" y="2385287"/>
            <a:ext cx="1918902" cy="307736"/>
          </a:xfrm>
          <a:prstGeom prst="rect">
            <a:avLst/>
          </a:prstGeom>
          <a:solidFill>
            <a:srgbClr val="EFF9F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1" i="0" u="none" strike="noStrike" cap="none" dirty="0" err="1">
                <a:solidFill>
                  <a:srgbClr val="006699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Ordenamiento</a:t>
            </a:r>
            <a:endParaRPr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pic>
        <p:nvPicPr>
          <p:cNvPr id="395" name="Imagen 394">
            <a:extLst>
              <a:ext uri="{FF2B5EF4-FFF2-40B4-BE49-F238E27FC236}">
                <a16:creationId xmlns:a16="http://schemas.microsoft.com/office/drawing/2014/main" id="{1085AA2D-5FE7-ED28-0A88-780D250A3E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203" y="3776645"/>
            <a:ext cx="8311380" cy="3749786"/>
          </a:xfrm>
          <a:prstGeom prst="rect">
            <a:avLst/>
          </a:prstGeom>
        </p:spPr>
      </p:pic>
      <p:grpSp>
        <p:nvGrpSpPr>
          <p:cNvPr id="411" name="Grupo 410">
            <a:extLst>
              <a:ext uri="{FF2B5EF4-FFF2-40B4-BE49-F238E27FC236}">
                <a16:creationId xmlns:a16="http://schemas.microsoft.com/office/drawing/2014/main" id="{D95EE3BB-5FB1-5214-5291-711553754572}"/>
              </a:ext>
            </a:extLst>
          </p:cNvPr>
          <p:cNvGrpSpPr/>
          <p:nvPr/>
        </p:nvGrpSpPr>
        <p:grpSpPr>
          <a:xfrm>
            <a:off x="6241481" y="3232606"/>
            <a:ext cx="9144810" cy="342813"/>
            <a:chOff x="6241481" y="3232606"/>
            <a:chExt cx="9144810" cy="342813"/>
          </a:xfrm>
        </p:grpSpPr>
        <p:grpSp>
          <p:nvGrpSpPr>
            <p:cNvPr id="407" name="Grupo 406">
              <a:extLst>
                <a:ext uri="{FF2B5EF4-FFF2-40B4-BE49-F238E27FC236}">
                  <a16:creationId xmlns:a16="http://schemas.microsoft.com/office/drawing/2014/main" id="{C41779A2-BBDA-476F-EF1C-917BA397E79D}"/>
                </a:ext>
              </a:extLst>
            </p:cNvPr>
            <p:cNvGrpSpPr/>
            <p:nvPr/>
          </p:nvGrpSpPr>
          <p:grpSpPr>
            <a:xfrm>
              <a:off x="6241481" y="3234755"/>
              <a:ext cx="2855972" cy="338514"/>
              <a:chOff x="5872250" y="3210728"/>
              <a:chExt cx="2855972" cy="338514"/>
            </a:xfrm>
          </p:grpSpPr>
          <p:sp>
            <p:nvSpPr>
              <p:cNvPr id="349" name="Google Shape;524;p3">
                <a:extLst>
                  <a:ext uri="{FF2B5EF4-FFF2-40B4-BE49-F238E27FC236}">
                    <a16:creationId xmlns:a16="http://schemas.microsoft.com/office/drawing/2014/main" id="{C9DB447E-CCE6-1354-8832-E40BDDBA251E}"/>
                  </a:ext>
                </a:extLst>
              </p:cNvPr>
              <p:cNvSpPr/>
              <p:nvPr/>
            </p:nvSpPr>
            <p:spPr>
              <a:xfrm>
                <a:off x="5872250" y="3242628"/>
                <a:ext cx="45719" cy="274714"/>
              </a:xfrm>
              <a:prstGeom prst="round1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accent6"/>
                  </a:solidFill>
                  <a:latin typeface="Poppins" panose="00000500000000000000" pitchFamily="2" charset="0"/>
                  <a:ea typeface="Calibri"/>
                  <a:cs typeface="Poppins" panose="00000500000000000000" pitchFamily="2" charset="0"/>
                  <a:sym typeface="Calibri"/>
                </a:endParaRPr>
              </a:p>
            </p:txBody>
          </p:sp>
          <p:sp>
            <p:nvSpPr>
              <p:cNvPr id="348" name="Google Shape;523;p3">
                <a:extLst>
                  <a:ext uri="{FF2B5EF4-FFF2-40B4-BE49-F238E27FC236}">
                    <a16:creationId xmlns:a16="http://schemas.microsoft.com/office/drawing/2014/main" id="{943D4910-E363-46A2-3E7D-08238FC5935C}"/>
                  </a:ext>
                </a:extLst>
              </p:cNvPr>
              <p:cNvSpPr/>
              <p:nvPr/>
            </p:nvSpPr>
            <p:spPr>
              <a:xfrm>
                <a:off x="5903399" y="3241486"/>
                <a:ext cx="1523241" cy="276999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 dirty="0" err="1">
                    <a:solidFill>
                      <a:schemeClr val="accent6"/>
                    </a:solidFill>
                    <a:latin typeface="Poppins" panose="00000500000000000000" pitchFamily="2" charset="0"/>
                    <a:ea typeface="Geom"/>
                    <a:cs typeface="Poppins" panose="00000500000000000000" pitchFamily="2" charset="0"/>
                    <a:sym typeface="Geom"/>
                  </a:rPr>
                  <a:t>Entrenamiento</a:t>
                </a:r>
                <a:endParaRPr sz="1400" b="0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"/>
                  <a:cs typeface="Poppins" panose="00000500000000000000" pitchFamily="2" charset="0"/>
                  <a:sym typeface="Geom"/>
                </a:endParaRPr>
              </a:p>
            </p:txBody>
          </p:sp>
          <p:sp>
            <p:nvSpPr>
              <p:cNvPr id="352" name="Google Shape;527;p3">
                <a:extLst>
                  <a:ext uri="{FF2B5EF4-FFF2-40B4-BE49-F238E27FC236}">
                    <a16:creationId xmlns:a16="http://schemas.microsoft.com/office/drawing/2014/main" id="{6B7A4034-1371-26F3-D240-59EAD784853A}"/>
                  </a:ext>
                </a:extLst>
              </p:cNvPr>
              <p:cNvSpPr txBox="1"/>
              <p:nvPr/>
            </p:nvSpPr>
            <p:spPr>
              <a:xfrm>
                <a:off x="7457789" y="3210728"/>
                <a:ext cx="1270433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20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accent6"/>
                    </a:solidFill>
                    <a:latin typeface="Poppins" panose="00000500000000000000" pitchFamily="2" charset="0"/>
                    <a:ea typeface="Geom Medium"/>
                    <a:cs typeface="Poppins" panose="00000500000000000000" pitchFamily="2" charset="0"/>
                    <a:sym typeface="Geom Medium"/>
                  </a:rPr>
                  <a:t>65,36%</a:t>
                </a:r>
                <a:endParaRPr sz="1600" b="1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 Medium"/>
                  <a:cs typeface="Poppins" panose="00000500000000000000" pitchFamily="2" charset="0"/>
                  <a:sym typeface="Geom Medium"/>
                </a:endParaRPr>
              </a:p>
            </p:txBody>
          </p:sp>
        </p:grpSp>
        <p:grpSp>
          <p:nvGrpSpPr>
            <p:cNvPr id="408" name="Grupo 407">
              <a:extLst>
                <a:ext uri="{FF2B5EF4-FFF2-40B4-BE49-F238E27FC236}">
                  <a16:creationId xmlns:a16="http://schemas.microsoft.com/office/drawing/2014/main" id="{F8AC2C78-C5BB-81DA-AF9A-70113CDA030F}"/>
                </a:ext>
              </a:extLst>
            </p:cNvPr>
            <p:cNvGrpSpPr/>
            <p:nvPr/>
          </p:nvGrpSpPr>
          <p:grpSpPr>
            <a:xfrm>
              <a:off x="9413226" y="3234755"/>
              <a:ext cx="2855972" cy="338514"/>
              <a:chOff x="9294913" y="3210728"/>
              <a:chExt cx="2855972" cy="338514"/>
            </a:xfrm>
          </p:grpSpPr>
          <p:sp>
            <p:nvSpPr>
              <p:cNvPr id="361" name="Google Shape;536;p3">
                <a:extLst>
                  <a:ext uri="{FF2B5EF4-FFF2-40B4-BE49-F238E27FC236}">
                    <a16:creationId xmlns:a16="http://schemas.microsoft.com/office/drawing/2014/main" id="{8F20800A-5C01-A40F-65C0-1D919DCC268E}"/>
                  </a:ext>
                </a:extLst>
              </p:cNvPr>
              <p:cNvSpPr/>
              <p:nvPr/>
            </p:nvSpPr>
            <p:spPr>
              <a:xfrm>
                <a:off x="9294913" y="3242628"/>
                <a:ext cx="45719" cy="274714"/>
              </a:xfrm>
              <a:prstGeom prst="round1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accent6"/>
                  </a:solidFill>
                  <a:latin typeface="Poppins" panose="00000500000000000000" pitchFamily="2" charset="0"/>
                  <a:ea typeface="Calibri"/>
                  <a:cs typeface="Poppins" panose="00000500000000000000" pitchFamily="2" charset="0"/>
                  <a:sym typeface="Calibri"/>
                </a:endParaRPr>
              </a:p>
            </p:txBody>
          </p:sp>
          <p:sp>
            <p:nvSpPr>
              <p:cNvPr id="360" name="Google Shape;535;p3">
                <a:extLst>
                  <a:ext uri="{FF2B5EF4-FFF2-40B4-BE49-F238E27FC236}">
                    <a16:creationId xmlns:a16="http://schemas.microsoft.com/office/drawing/2014/main" id="{6C1F488C-57E3-6BA9-D23D-765BFDA69B3F}"/>
                  </a:ext>
                </a:extLst>
              </p:cNvPr>
              <p:cNvSpPr/>
              <p:nvPr/>
            </p:nvSpPr>
            <p:spPr>
              <a:xfrm>
                <a:off x="9326062" y="3241486"/>
                <a:ext cx="1523241" cy="276999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 dirty="0" err="1">
                    <a:solidFill>
                      <a:schemeClr val="accent6"/>
                    </a:solidFill>
                    <a:latin typeface="Poppins" panose="00000500000000000000" pitchFamily="2" charset="0"/>
                    <a:ea typeface="Geom"/>
                    <a:cs typeface="Poppins" panose="00000500000000000000" pitchFamily="2" charset="0"/>
                    <a:sym typeface="Geom"/>
                  </a:rPr>
                  <a:t>Validación</a:t>
                </a:r>
                <a:endParaRPr sz="1400" b="0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"/>
                  <a:cs typeface="Poppins" panose="00000500000000000000" pitchFamily="2" charset="0"/>
                  <a:sym typeface="Geom"/>
                </a:endParaRPr>
              </a:p>
            </p:txBody>
          </p:sp>
          <p:sp>
            <p:nvSpPr>
              <p:cNvPr id="365" name="Google Shape;540;p3">
                <a:extLst>
                  <a:ext uri="{FF2B5EF4-FFF2-40B4-BE49-F238E27FC236}">
                    <a16:creationId xmlns:a16="http://schemas.microsoft.com/office/drawing/2014/main" id="{E10CBC79-382B-2B9F-EE41-912A5A089CBA}"/>
                  </a:ext>
                </a:extLst>
              </p:cNvPr>
              <p:cNvSpPr txBox="1"/>
              <p:nvPr/>
            </p:nvSpPr>
            <p:spPr>
              <a:xfrm>
                <a:off x="10880452" y="3210728"/>
                <a:ext cx="1270433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20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accent6"/>
                    </a:solidFill>
                    <a:latin typeface="Poppins" panose="00000500000000000000" pitchFamily="2" charset="0"/>
                    <a:ea typeface="Geom Medium"/>
                    <a:cs typeface="Poppins" panose="00000500000000000000" pitchFamily="2" charset="0"/>
                    <a:sym typeface="Geom Medium"/>
                  </a:rPr>
                  <a:t>64,03%</a:t>
                </a:r>
                <a:endParaRPr sz="1600" b="1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 Medium"/>
                  <a:cs typeface="Poppins" panose="00000500000000000000" pitchFamily="2" charset="0"/>
                  <a:sym typeface="Geom Medium"/>
                </a:endParaRPr>
              </a:p>
            </p:txBody>
          </p:sp>
        </p:grpSp>
        <p:grpSp>
          <p:nvGrpSpPr>
            <p:cNvPr id="410" name="Grupo 409">
              <a:extLst>
                <a:ext uri="{FF2B5EF4-FFF2-40B4-BE49-F238E27FC236}">
                  <a16:creationId xmlns:a16="http://schemas.microsoft.com/office/drawing/2014/main" id="{4A93B7D6-6EBF-11EC-1D8B-6A2AE5F8112A}"/>
                </a:ext>
              </a:extLst>
            </p:cNvPr>
            <p:cNvGrpSpPr/>
            <p:nvPr/>
          </p:nvGrpSpPr>
          <p:grpSpPr>
            <a:xfrm>
              <a:off x="12584971" y="3232606"/>
              <a:ext cx="2801320" cy="342813"/>
              <a:chOff x="12505267" y="3175672"/>
              <a:chExt cx="2801320" cy="342813"/>
            </a:xfrm>
          </p:grpSpPr>
          <p:sp>
            <p:nvSpPr>
              <p:cNvPr id="358" name="Google Shape;533;p3">
                <a:extLst>
                  <a:ext uri="{FF2B5EF4-FFF2-40B4-BE49-F238E27FC236}">
                    <a16:creationId xmlns:a16="http://schemas.microsoft.com/office/drawing/2014/main" id="{94246784-2727-8475-3AEF-DE0EFBB72E85}"/>
                  </a:ext>
                </a:extLst>
              </p:cNvPr>
              <p:cNvSpPr txBox="1"/>
              <p:nvPr/>
            </p:nvSpPr>
            <p:spPr>
              <a:xfrm>
                <a:off x="14036154" y="3175672"/>
                <a:ext cx="1270433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20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accent6"/>
                    </a:solidFill>
                    <a:latin typeface="Poppins" panose="00000500000000000000" pitchFamily="2" charset="0"/>
                    <a:ea typeface="Geom Medium"/>
                    <a:cs typeface="Poppins" panose="00000500000000000000" pitchFamily="2" charset="0"/>
                    <a:sym typeface="Geom Medium"/>
                  </a:rPr>
                  <a:t>65,73%</a:t>
                </a:r>
                <a:endParaRPr sz="1600" b="1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 Medium"/>
                  <a:cs typeface="Poppins" panose="00000500000000000000" pitchFamily="2" charset="0"/>
                  <a:sym typeface="Geom Medium"/>
                </a:endParaRPr>
              </a:p>
            </p:txBody>
          </p:sp>
          <p:grpSp>
            <p:nvGrpSpPr>
              <p:cNvPr id="409" name="Grupo 408">
                <a:extLst>
                  <a:ext uri="{FF2B5EF4-FFF2-40B4-BE49-F238E27FC236}">
                    <a16:creationId xmlns:a16="http://schemas.microsoft.com/office/drawing/2014/main" id="{FF7DC6EC-53B4-887C-44E1-3CBF8256CE3C}"/>
                  </a:ext>
                </a:extLst>
              </p:cNvPr>
              <p:cNvGrpSpPr/>
              <p:nvPr/>
            </p:nvGrpSpPr>
            <p:grpSpPr>
              <a:xfrm>
                <a:off x="12505267" y="3241486"/>
                <a:ext cx="1554390" cy="276999"/>
                <a:chOff x="12505267" y="3241486"/>
                <a:chExt cx="1554390" cy="276999"/>
              </a:xfrm>
            </p:grpSpPr>
            <p:sp>
              <p:nvSpPr>
                <p:cNvPr id="399" name="Google Shape;535;p3">
                  <a:extLst>
                    <a:ext uri="{FF2B5EF4-FFF2-40B4-BE49-F238E27FC236}">
                      <a16:creationId xmlns:a16="http://schemas.microsoft.com/office/drawing/2014/main" id="{491C6FA2-2060-67FA-6F6E-913B5716EE14}"/>
                    </a:ext>
                  </a:extLst>
                </p:cNvPr>
                <p:cNvSpPr/>
                <p:nvPr/>
              </p:nvSpPr>
              <p:spPr>
                <a:xfrm>
                  <a:off x="12536416" y="3241486"/>
                  <a:ext cx="1523241" cy="276999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6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 dirty="0">
                      <a:solidFill>
                        <a:schemeClr val="accent6"/>
                      </a:solidFill>
                      <a:latin typeface="Poppins" panose="00000500000000000000" pitchFamily="2" charset="0"/>
                      <a:ea typeface="Geom"/>
                      <a:cs typeface="Poppins" panose="00000500000000000000" pitchFamily="2" charset="0"/>
                      <a:sym typeface="Geom"/>
                    </a:rPr>
                    <a:t>OOT</a:t>
                  </a:r>
                  <a:endParaRPr sz="1400" b="0" i="0" u="none" strike="noStrike" cap="none" dirty="0">
                    <a:solidFill>
                      <a:schemeClr val="accent6"/>
                    </a:solidFill>
                    <a:latin typeface="Poppins" panose="00000500000000000000" pitchFamily="2" charset="0"/>
                    <a:ea typeface="Geom"/>
                    <a:cs typeface="Poppins" panose="00000500000000000000" pitchFamily="2" charset="0"/>
                    <a:sym typeface="Geom"/>
                  </a:endParaRPr>
                </a:p>
              </p:txBody>
            </p:sp>
            <p:sp>
              <p:nvSpPr>
                <p:cNvPr id="401" name="Google Shape;536;p3">
                  <a:extLst>
                    <a:ext uri="{FF2B5EF4-FFF2-40B4-BE49-F238E27FC236}">
                      <a16:creationId xmlns:a16="http://schemas.microsoft.com/office/drawing/2014/main" id="{E5FD65FD-61C0-C646-BE08-916210631484}"/>
                    </a:ext>
                  </a:extLst>
                </p:cNvPr>
                <p:cNvSpPr/>
                <p:nvPr/>
              </p:nvSpPr>
              <p:spPr>
                <a:xfrm>
                  <a:off x="12505267" y="3242628"/>
                  <a:ext cx="45719" cy="274714"/>
                </a:xfrm>
                <a:prstGeom prst="round1Rect">
                  <a:avLst>
                    <a:gd name="adj" fmla="val 1666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accent6"/>
                    </a:solidFill>
                    <a:latin typeface="Poppins" panose="00000500000000000000" pitchFamily="2" charset="0"/>
                    <a:ea typeface="Calibri"/>
                    <a:cs typeface="Poppins" panose="00000500000000000000" pitchFamily="2" charset="0"/>
                    <a:sym typeface="Calibri"/>
                  </a:endParaRPr>
                </a:p>
              </p:txBody>
            </p:sp>
          </p:grpSp>
        </p:grpSp>
      </p:grpSp>
      <p:grpSp>
        <p:nvGrpSpPr>
          <p:cNvPr id="414" name="Grupo 413">
            <a:extLst>
              <a:ext uri="{FF2B5EF4-FFF2-40B4-BE49-F238E27FC236}">
                <a16:creationId xmlns:a16="http://schemas.microsoft.com/office/drawing/2014/main" id="{DF49233C-EF20-AF29-B2FE-375C2D0A6850}"/>
              </a:ext>
            </a:extLst>
          </p:cNvPr>
          <p:cNvGrpSpPr/>
          <p:nvPr/>
        </p:nvGrpSpPr>
        <p:grpSpPr>
          <a:xfrm>
            <a:off x="5876969" y="7761707"/>
            <a:ext cx="9796478" cy="315635"/>
            <a:chOff x="658348" y="7368897"/>
            <a:chExt cx="15055785" cy="802801"/>
          </a:xfrm>
        </p:grpSpPr>
        <p:sp>
          <p:nvSpPr>
            <p:cNvPr id="415" name="Rectangle 159">
              <a:extLst>
                <a:ext uri="{FF2B5EF4-FFF2-40B4-BE49-F238E27FC236}">
                  <a16:creationId xmlns:a16="http://schemas.microsoft.com/office/drawing/2014/main" id="{0F2743C8-F865-E3CF-419E-B30230A40EC0}"/>
                </a:ext>
              </a:extLst>
            </p:cNvPr>
            <p:cNvSpPr/>
            <p:nvPr/>
          </p:nvSpPr>
          <p:spPr>
            <a:xfrm>
              <a:off x="658348" y="7368897"/>
              <a:ext cx="15055785" cy="8017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6" name="TextBox 161">
              <a:extLst>
                <a:ext uri="{FF2B5EF4-FFF2-40B4-BE49-F238E27FC236}">
                  <a16:creationId xmlns:a16="http://schemas.microsoft.com/office/drawing/2014/main" id="{40344D2D-BE85-FD89-F1A1-1E5412A0E88C}"/>
                </a:ext>
              </a:extLst>
            </p:cNvPr>
            <p:cNvSpPr txBox="1"/>
            <p:nvPr/>
          </p:nvSpPr>
          <p:spPr>
            <a:xfrm>
              <a:off x="982133" y="7377074"/>
              <a:ext cx="14482084" cy="762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15000"/>
                </a:lnSpc>
                <a:spcAft>
                  <a:spcPts val="400"/>
                </a:spcAft>
              </a:pPr>
              <a:r>
                <a:rPr lang="es-MX" sz="1800" b="1" dirty="0">
                  <a:solidFill>
                    <a:srgbClr val="0C514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✅ Métricas de Performance Estables</a:t>
              </a:r>
              <a:endParaRPr lang="es-ES_tradnl" sz="1800" b="1" i="0" noProof="0" dirty="0">
                <a:solidFill>
                  <a:srgbClr val="0C514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17" name="Connector 78">
              <a:extLst>
                <a:ext uri="{FF2B5EF4-FFF2-40B4-BE49-F238E27FC236}">
                  <a16:creationId xmlns:a16="http://schemas.microsoft.com/office/drawing/2014/main" id="{9BEFD7FC-337E-DCC8-039C-A1406458CCE9}"/>
                </a:ext>
              </a:extLst>
            </p:cNvPr>
            <p:cNvCxnSpPr/>
            <p:nvPr/>
          </p:nvCxnSpPr>
          <p:spPr>
            <a:xfrm>
              <a:off x="658348" y="7368898"/>
              <a:ext cx="0" cy="802800"/>
            </a:xfrm>
            <a:prstGeom prst="line">
              <a:avLst/>
            </a:prstGeom>
            <a:ln w="38100">
              <a:solidFill>
                <a:srgbClr val="1380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042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BCB58-14BF-8911-CD6B-3ADDEA8B0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7;g3ed063acbfe_1_0">
            <a:extLst>
              <a:ext uri="{FF2B5EF4-FFF2-40B4-BE49-F238E27FC236}">
                <a16:creationId xmlns:a16="http://schemas.microsoft.com/office/drawing/2014/main" id="{DE042871-27F5-369B-F4F7-FEF50F8E90D7}"/>
              </a:ext>
            </a:extLst>
          </p:cNvPr>
          <p:cNvSpPr txBox="1"/>
          <p:nvPr/>
        </p:nvSpPr>
        <p:spPr>
          <a:xfrm>
            <a:off x="658348" y="329547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Variables | Propuesta A</a:t>
            </a:r>
          </a:p>
        </p:txBody>
      </p:sp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D0C49CE2-D30B-D6E1-70DC-3F350CC1E566}"/>
              </a:ext>
            </a:extLst>
          </p:cNvPr>
          <p:cNvCxnSpPr/>
          <p:nvPr/>
        </p:nvCxnSpPr>
        <p:spPr>
          <a:xfrm>
            <a:off x="658368" y="1343774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Google Shape;304;p3">
            <a:extLst>
              <a:ext uri="{FF2B5EF4-FFF2-40B4-BE49-F238E27FC236}">
                <a16:creationId xmlns:a16="http://schemas.microsoft.com/office/drawing/2014/main" id="{A707DF9F-9CBB-EE1E-AD74-DF8A44241D93}"/>
              </a:ext>
            </a:extLst>
          </p:cNvPr>
          <p:cNvSpPr/>
          <p:nvPr/>
        </p:nvSpPr>
        <p:spPr>
          <a:xfrm>
            <a:off x="11330525" y="6085860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305;p3">
            <a:extLst>
              <a:ext uri="{FF2B5EF4-FFF2-40B4-BE49-F238E27FC236}">
                <a16:creationId xmlns:a16="http://schemas.microsoft.com/office/drawing/2014/main" id="{753A5166-011F-4276-863E-639E0A0D96CE}"/>
              </a:ext>
            </a:extLst>
          </p:cNvPr>
          <p:cNvSpPr txBox="1"/>
          <p:nvPr/>
        </p:nvSpPr>
        <p:spPr>
          <a:xfrm>
            <a:off x="11487720" y="6048202"/>
            <a:ext cx="3097524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38A6"/>
              </a:buClr>
              <a:buSzPts val="1050"/>
            </a:pPr>
            <a:r>
              <a:rPr lang="es-MX" sz="105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Disminuye la probabilidad de aceptación</a:t>
            </a:r>
          </a:p>
        </p:txBody>
      </p:sp>
      <p:sp>
        <p:nvSpPr>
          <p:cNvPr id="80" name="Google Shape;306;p3">
            <a:extLst>
              <a:ext uri="{FF2B5EF4-FFF2-40B4-BE49-F238E27FC236}">
                <a16:creationId xmlns:a16="http://schemas.microsoft.com/office/drawing/2014/main" id="{A74AADBE-C178-BA98-6A98-5A16A4463966}"/>
              </a:ext>
            </a:extLst>
          </p:cNvPr>
          <p:cNvSpPr txBox="1"/>
          <p:nvPr/>
        </p:nvSpPr>
        <p:spPr>
          <a:xfrm>
            <a:off x="11505646" y="5784883"/>
            <a:ext cx="3188831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050"/>
              <a:buFont typeface="Poppins"/>
              <a:buNone/>
            </a:pPr>
            <a:r>
              <a:rPr lang="es-PE" sz="105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Aumenta la probabilidad de </a:t>
            </a:r>
            <a:r>
              <a:rPr lang="es-PE" sz="105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aceptación</a:t>
            </a:r>
            <a:endParaRPr sz="105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307;p3">
            <a:extLst>
              <a:ext uri="{FF2B5EF4-FFF2-40B4-BE49-F238E27FC236}">
                <a16:creationId xmlns:a16="http://schemas.microsoft.com/office/drawing/2014/main" id="{4438C9AF-4323-AF92-FEC3-22BA6920BDA6}"/>
              </a:ext>
            </a:extLst>
          </p:cNvPr>
          <p:cNvSpPr/>
          <p:nvPr/>
        </p:nvSpPr>
        <p:spPr>
          <a:xfrm>
            <a:off x="11339645" y="5779870"/>
            <a:ext cx="180000" cy="18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8BD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308;p3">
            <a:extLst>
              <a:ext uri="{FF2B5EF4-FFF2-40B4-BE49-F238E27FC236}">
                <a16:creationId xmlns:a16="http://schemas.microsoft.com/office/drawing/2014/main" id="{76327A7F-7089-B3E4-67D9-E07275F5BD19}"/>
              </a:ext>
            </a:extLst>
          </p:cNvPr>
          <p:cNvSpPr/>
          <p:nvPr/>
        </p:nvSpPr>
        <p:spPr>
          <a:xfrm>
            <a:off x="7324714" y="3020674"/>
            <a:ext cx="6480000" cy="291144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39,5%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309;p3">
            <a:extLst>
              <a:ext uri="{FF2B5EF4-FFF2-40B4-BE49-F238E27FC236}">
                <a16:creationId xmlns:a16="http://schemas.microsoft.com/office/drawing/2014/main" id="{D7D0F2CA-9695-C7A9-26EE-93CD7A90C4E9}"/>
              </a:ext>
            </a:extLst>
          </p:cNvPr>
          <p:cNvSpPr/>
          <p:nvPr/>
        </p:nvSpPr>
        <p:spPr>
          <a:xfrm>
            <a:off x="7324714" y="3548237"/>
            <a:ext cx="4867200" cy="271604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26,7%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310;p3">
            <a:extLst>
              <a:ext uri="{FF2B5EF4-FFF2-40B4-BE49-F238E27FC236}">
                <a16:creationId xmlns:a16="http://schemas.microsoft.com/office/drawing/2014/main" id="{6D4E5A09-64E5-18C3-1566-B8132E9ABEFB}"/>
              </a:ext>
            </a:extLst>
          </p:cNvPr>
          <p:cNvSpPr/>
          <p:nvPr/>
        </p:nvSpPr>
        <p:spPr>
          <a:xfrm>
            <a:off x="7324714" y="4056260"/>
            <a:ext cx="1810800" cy="271604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9,9%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311;p3">
            <a:extLst>
              <a:ext uri="{FF2B5EF4-FFF2-40B4-BE49-F238E27FC236}">
                <a16:creationId xmlns:a16="http://schemas.microsoft.com/office/drawing/2014/main" id="{96038AA7-024E-5902-C945-FF8E9019EB78}"/>
              </a:ext>
            </a:extLst>
          </p:cNvPr>
          <p:cNvSpPr/>
          <p:nvPr/>
        </p:nvSpPr>
        <p:spPr>
          <a:xfrm>
            <a:off x="7355459" y="4549990"/>
            <a:ext cx="1594800" cy="271604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8,8%</a:t>
            </a:r>
            <a:endParaRPr dirty="0"/>
          </a:p>
        </p:txBody>
      </p:sp>
      <p:sp>
        <p:nvSpPr>
          <p:cNvPr id="86" name="Google Shape;312;p3">
            <a:extLst>
              <a:ext uri="{FF2B5EF4-FFF2-40B4-BE49-F238E27FC236}">
                <a16:creationId xmlns:a16="http://schemas.microsoft.com/office/drawing/2014/main" id="{9BE74853-54A0-B90D-9F67-902C4B4EC7D0}"/>
              </a:ext>
            </a:extLst>
          </p:cNvPr>
          <p:cNvSpPr/>
          <p:nvPr/>
        </p:nvSpPr>
        <p:spPr>
          <a:xfrm>
            <a:off x="7355459" y="6074060"/>
            <a:ext cx="558000" cy="271605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EC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3,1%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88" name="Google Shape;314;p3">
            <a:extLst>
              <a:ext uri="{FF2B5EF4-FFF2-40B4-BE49-F238E27FC236}">
                <a16:creationId xmlns:a16="http://schemas.microsoft.com/office/drawing/2014/main" id="{039C34B5-F710-AF96-6E69-00C784253EF5}"/>
              </a:ext>
            </a:extLst>
          </p:cNvPr>
          <p:cNvCxnSpPr>
            <a:cxnSpLocks/>
          </p:cNvCxnSpPr>
          <p:nvPr/>
        </p:nvCxnSpPr>
        <p:spPr>
          <a:xfrm>
            <a:off x="7324714" y="6644269"/>
            <a:ext cx="7020000" cy="0"/>
          </a:xfrm>
          <a:prstGeom prst="straightConnector1">
            <a:avLst/>
          </a:prstGeom>
          <a:noFill/>
          <a:ln w="57150" cap="flat" cmpd="sng">
            <a:solidFill>
              <a:srgbClr val="BFBFB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89" name="Google Shape;315;p3">
            <a:extLst>
              <a:ext uri="{FF2B5EF4-FFF2-40B4-BE49-F238E27FC236}">
                <a16:creationId xmlns:a16="http://schemas.microsoft.com/office/drawing/2014/main" id="{E520D104-324D-D5B1-4981-75D776D1ED9E}"/>
              </a:ext>
            </a:extLst>
          </p:cNvPr>
          <p:cNvSpPr/>
          <p:nvPr/>
        </p:nvSpPr>
        <p:spPr>
          <a:xfrm>
            <a:off x="2673964" y="3048647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Tasa del Cliente</a:t>
            </a:r>
            <a:endParaRPr sz="120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316;p3">
            <a:extLst>
              <a:ext uri="{FF2B5EF4-FFF2-40B4-BE49-F238E27FC236}">
                <a16:creationId xmlns:a16="http://schemas.microsoft.com/office/drawing/2014/main" id="{3A8087F4-4024-67B6-FDAE-11BA4CBBB77B}"/>
              </a:ext>
            </a:extLst>
          </p:cNvPr>
          <p:cNvSpPr/>
          <p:nvPr/>
        </p:nvSpPr>
        <p:spPr>
          <a:xfrm>
            <a:off x="2673964" y="3549528"/>
            <a:ext cx="4320000" cy="3064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200"/>
              <a:buFont typeface="Poppins"/>
              <a:buNone/>
            </a:pPr>
            <a:r>
              <a:rPr lang="es-PE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Monto ofertado</a:t>
            </a:r>
            <a:endParaRPr sz="120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317;p3">
            <a:extLst>
              <a:ext uri="{FF2B5EF4-FFF2-40B4-BE49-F238E27FC236}">
                <a16:creationId xmlns:a16="http://schemas.microsoft.com/office/drawing/2014/main" id="{947F64CA-DDA3-6183-CD13-6DA06DC1D72A}"/>
              </a:ext>
            </a:extLst>
          </p:cNvPr>
          <p:cNvSpPr/>
          <p:nvPr/>
        </p:nvSpPr>
        <p:spPr>
          <a:xfrm>
            <a:off x="2673964" y="4077983"/>
            <a:ext cx="4320000" cy="3064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200"/>
              <a:buFont typeface="Poppins"/>
              <a:buNone/>
            </a:pPr>
            <a:r>
              <a:rPr lang="es-PE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Sector Económico (Comercio)</a:t>
            </a:r>
            <a:endParaRPr sz="120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318;p3">
            <a:extLst>
              <a:ext uri="{FF2B5EF4-FFF2-40B4-BE49-F238E27FC236}">
                <a16:creationId xmlns:a16="http://schemas.microsoft.com/office/drawing/2014/main" id="{665F6793-3C27-6433-8DB5-9EFB3B447610}"/>
              </a:ext>
            </a:extLst>
          </p:cNvPr>
          <p:cNvSpPr/>
          <p:nvPr/>
        </p:nvSpPr>
        <p:spPr>
          <a:xfrm>
            <a:off x="2673964" y="4579897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Antigüedad de la Empresa</a:t>
            </a:r>
          </a:p>
        </p:txBody>
      </p:sp>
      <p:sp>
        <p:nvSpPr>
          <p:cNvPr id="93" name="Google Shape;319;p3">
            <a:extLst>
              <a:ext uri="{FF2B5EF4-FFF2-40B4-BE49-F238E27FC236}">
                <a16:creationId xmlns:a16="http://schemas.microsoft.com/office/drawing/2014/main" id="{FD342A1C-052C-B7F9-EAEE-86BEDB1C9C9A}"/>
              </a:ext>
            </a:extLst>
          </p:cNvPr>
          <p:cNvSpPr/>
          <p:nvPr/>
        </p:nvSpPr>
        <p:spPr>
          <a:xfrm>
            <a:off x="2673964" y="5102224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100"/>
              <a:buFont typeface="Poppins"/>
              <a:buNone/>
            </a:pPr>
            <a:r>
              <a:rPr lang="es-PE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Departamento (Lima)</a:t>
            </a:r>
          </a:p>
        </p:txBody>
      </p:sp>
      <p:sp>
        <p:nvSpPr>
          <p:cNvPr id="94" name="Google Shape;320;p3">
            <a:extLst>
              <a:ext uri="{FF2B5EF4-FFF2-40B4-BE49-F238E27FC236}">
                <a16:creationId xmlns:a16="http://schemas.microsoft.com/office/drawing/2014/main" id="{68EB776F-ADC5-9F84-4EC0-69D524398467}"/>
              </a:ext>
            </a:extLst>
          </p:cNvPr>
          <p:cNvSpPr/>
          <p:nvPr/>
        </p:nvSpPr>
        <p:spPr>
          <a:xfrm>
            <a:off x="2673964" y="5603713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0" i="0" u="none" strike="noStrike" cap="none" dirty="0" err="1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Macroperfil</a:t>
            </a:r>
            <a:r>
              <a:rPr lang="es-PE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 Comercial</a:t>
            </a:r>
            <a:endParaRPr lang="es-PE"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321;p3">
            <a:extLst>
              <a:ext uri="{FF2B5EF4-FFF2-40B4-BE49-F238E27FC236}">
                <a16:creationId xmlns:a16="http://schemas.microsoft.com/office/drawing/2014/main" id="{54A1F0BA-AA8D-D85E-B8EE-ECA7A0F89751}"/>
              </a:ext>
            </a:extLst>
          </p:cNvPr>
          <p:cNvSpPr/>
          <p:nvPr/>
        </p:nvSpPr>
        <p:spPr>
          <a:xfrm>
            <a:off x="2673964" y="6032317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100"/>
              <a:buFont typeface="Poppins"/>
              <a:buNone/>
            </a:pPr>
            <a:r>
              <a:rPr lang="es-MX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Volumen Transaccional en </a:t>
            </a:r>
            <a:r>
              <a:rPr lang="es-MX" sz="1200" b="0" i="0" u="none" strike="noStrike" cap="none" dirty="0" err="1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Izipay</a:t>
            </a:r>
            <a:r>
              <a:rPr lang="es-MX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 (Últimos 3 Meses)</a:t>
            </a:r>
          </a:p>
        </p:txBody>
      </p:sp>
      <p:sp>
        <p:nvSpPr>
          <p:cNvPr id="99" name="Google Shape;325;p3">
            <a:extLst>
              <a:ext uri="{FF2B5EF4-FFF2-40B4-BE49-F238E27FC236}">
                <a16:creationId xmlns:a16="http://schemas.microsoft.com/office/drawing/2014/main" id="{EC22E3B2-070B-2A7A-7D9A-A127C9C4FDD9}"/>
              </a:ext>
            </a:extLst>
          </p:cNvPr>
          <p:cNvSpPr/>
          <p:nvPr/>
        </p:nvSpPr>
        <p:spPr>
          <a:xfrm>
            <a:off x="7355458" y="5570156"/>
            <a:ext cx="954000" cy="271605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5,2%</a:t>
            </a:r>
            <a:endParaRPr sz="1800" b="0" i="0" u="none" strike="noStrike" cap="none" dirty="0">
              <a:solidFill>
                <a:srgbClr val="05B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326;p3">
            <a:extLst>
              <a:ext uri="{FF2B5EF4-FFF2-40B4-BE49-F238E27FC236}">
                <a16:creationId xmlns:a16="http://schemas.microsoft.com/office/drawing/2014/main" id="{8B363754-AF12-CB87-7D3A-BC8447CF0634}"/>
              </a:ext>
            </a:extLst>
          </p:cNvPr>
          <p:cNvSpPr/>
          <p:nvPr/>
        </p:nvSpPr>
        <p:spPr>
          <a:xfrm>
            <a:off x="7355457" y="5090832"/>
            <a:ext cx="1242000" cy="271605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6,8</a:t>
            </a: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328;p3">
            <a:extLst>
              <a:ext uri="{FF2B5EF4-FFF2-40B4-BE49-F238E27FC236}">
                <a16:creationId xmlns:a16="http://schemas.microsoft.com/office/drawing/2014/main" id="{0C1133A0-4B3E-3757-8CA8-8625F898A783}"/>
              </a:ext>
            </a:extLst>
          </p:cNvPr>
          <p:cNvSpPr txBox="1"/>
          <p:nvPr/>
        </p:nvSpPr>
        <p:spPr>
          <a:xfrm>
            <a:off x="9016051" y="2596218"/>
            <a:ext cx="309732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B4E5"/>
              </a:buClr>
              <a:buSzPts val="1200"/>
              <a:buFont typeface="Poppins"/>
              <a:buNone/>
            </a:pPr>
            <a:r>
              <a:rPr lang="es-PE" b="1" i="0" u="none" strike="noStrike" cap="none" dirty="0">
                <a:solidFill>
                  <a:srgbClr val="63B4E5"/>
                </a:solidFill>
                <a:latin typeface="Poppins"/>
                <a:ea typeface="Poppins"/>
                <a:cs typeface="Poppins"/>
                <a:sym typeface="Poppins"/>
              </a:rPr>
              <a:t>% Importancia</a:t>
            </a:r>
            <a:endParaRPr dirty="0"/>
          </a:p>
        </p:txBody>
      </p:sp>
      <p:sp>
        <p:nvSpPr>
          <p:cNvPr id="103" name="Google Shape;329;p3">
            <a:extLst>
              <a:ext uri="{FF2B5EF4-FFF2-40B4-BE49-F238E27FC236}">
                <a16:creationId xmlns:a16="http://schemas.microsoft.com/office/drawing/2014/main" id="{31924195-6C96-F0BD-74C4-DC460D004BAE}"/>
              </a:ext>
            </a:extLst>
          </p:cNvPr>
          <p:cNvSpPr txBox="1"/>
          <p:nvPr/>
        </p:nvSpPr>
        <p:spPr>
          <a:xfrm>
            <a:off x="3285301" y="2688159"/>
            <a:ext cx="309732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B4E5"/>
              </a:buClr>
              <a:buSzPts val="1200"/>
              <a:buFont typeface="Poppins"/>
              <a:buNone/>
            </a:pPr>
            <a:r>
              <a:rPr lang="es-PE" b="1" i="0" u="none" strike="noStrike" cap="none" dirty="0">
                <a:solidFill>
                  <a:srgbClr val="63B4E5"/>
                </a:solidFill>
                <a:latin typeface="Poppins"/>
                <a:ea typeface="Poppins"/>
                <a:cs typeface="Poppins"/>
                <a:sym typeface="Poppins"/>
              </a:rPr>
              <a:t>Nombre de la variable</a:t>
            </a:r>
            <a:endParaRPr lang="es-PE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341;p3">
            <a:extLst>
              <a:ext uri="{FF2B5EF4-FFF2-40B4-BE49-F238E27FC236}">
                <a16:creationId xmlns:a16="http://schemas.microsoft.com/office/drawing/2014/main" id="{29EA9949-0ED1-2F2D-F71D-BEB153E2A6EC}"/>
              </a:ext>
            </a:extLst>
          </p:cNvPr>
          <p:cNvSpPr/>
          <p:nvPr/>
        </p:nvSpPr>
        <p:spPr>
          <a:xfrm>
            <a:off x="14000224" y="3078918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342;p3">
            <a:extLst>
              <a:ext uri="{FF2B5EF4-FFF2-40B4-BE49-F238E27FC236}">
                <a16:creationId xmlns:a16="http://schemas.microsoft.com/office/drawing/2014/main" id="{1CA0CF08-F989-C1D1-44BC-619A045D9691}"/>
              </a:ext>
            </a:extLst>
          </p:cNvPr>
          <p:cNvSpPr/>
          <p:nvPr/>
        </p:nvSpPr>
        <p:spPr>
          <a:xfrm>
            <a:off x="8770259" y="5111796"/>
            <a:ext cx="180000" cy="18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8BD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343;p3">
            <a:extLst>
              <a:ext uri="{FF2B5EF4-FFF2-40B4-BE49-F238E27FC236}">
                <a16:creationId xmlns:a16="http://schemas.microsoft.com/office/drawing/2014/main" id="{64E95370-A6B4-4368-1951-317C8C228BAA}"/>
              </a:ext>
            </a:extLst>
          </p:cNvPr>
          <p:cNvSpPr/>
          <p:nvPr/>
        </p:nvSpPr>
        <p:spPr>
          <a:xfrm>
            <a:off x="8430168" y="5624102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344;p3">
            <a:extLst>
              <a:ext uri="{FF2B5EF4-FFF2-40B4-BE49-F238E27FC236}">
                <a16:creationId xmlns:a16="http://schemas.microsoft.com/office/drawing/2014/main" id="{49B6A4FC-41F7-E9D2-3134-3B4178708745}"/>
              </a:ext>
            </a:extLst>
          </p:cNvPr>
          <p:cNvSpPr/>
          <p:nvPr/>
        </p:nvSpPr>
        <p:spPr>
          <a:xfrm>
            <a:off x="8079461" y="6122077"/>
            <a:ext cx="180000" cy="18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8BD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41;p3">
            <a:extLst>
              <a:ext uri="{FF2B5EF4-FFF2-40B4-BE49-F238E27FC236}">
                <a16:creationId xmlns:a16="http://schemas.microsoft.com/office/drawing/2014/main" id="{7368EA14-DB32-DEF1-3186-9A52E568EACA}"/>
              </a:ext>
            </a:extLst>
          </p:cNvPr>
          <p:cNvSpPr/>
          <p:nvPr/>
        </p:nvSpPr>
        <p:spPr>
          <a:xfrm>
            <a:off x="12428599" y="3594039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341;p3">
            <a:extLst>
              <a:ext uri="{FF2B5EF4-FFF2-40B4-BE49-F238E27FC236}">
                <a16:creationId xmlns:a16="http://schemas.microsoft.com/office/drawing/2014/main" id="{2B246249-9D32-3526-22B0-938C5B3142AD}"/>
              </a:ext>
            </a:extLst>
          </p:cNvPr>
          <p:cNvSpPr/>
          <p:nvPr/>
        </p:nvSpPr>
        <p:spPr>
          <a:xfrm>
            <a:off x="9322067" y="4108276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341;p3">
            <a:extLst>
              <a:ext uri="{FF2B5EF4-FFF2-40B4-BE49-F238E27FC236}">
                <a16:creationId xmlns:a16="http://schemas.microsoft.com/office/drawing/2014/main" id="{C5A5AA3F-F401-79B1-14EB-884E61A0E274}"/>
              </a:ext>
            </a:extLst>
          </p:cNvPr>
          <p:cNvSpPr/>
          <p:nvPr/>
        </p:nvSpPr>
        <p:spPr>
          <a:xfrm>
            <a:off x="9045514" y="4619348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70746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F21F-DBF6-C0FC-747C-2221BCD6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7;g3ed063acbfe_1_0">
            <a:extLst>
              <a:ext uri="{FF2B5EF4-FFF2-40B4-BE49-F238E27FC236}">
                <a16:creationId xmlns:a16="http://schemas.microsoft.com/office/drawing/2014/main" id="{357D60F7-6D75-7595-2857-FACF980D44BE}"/>
              </a:ext>
            </a:extLst>
          </p:cNvPr>
          <p:cNvSpPr txBox="1"/>
          <p:nvPr/>
        </p:nvSpPr>
        <p:spPr>
          <a:xfrm>
            <a:off x="629830" y="315214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Modelo de </a:t>
            </a:r>
            <a:r>
              <a:rPr lang="es-ES_tradnl" sz="3200" b="1" kern="1200" noProof="0" dirty="0" err="1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Propensió</a:t>
            </a:r>
            <a:r>
              <a:rPr lang="es-ES_tradnl" sz="3200" b="1" kern="120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n | Propuesta B</a:t>
            </a:r>
            <a:endParaRPr lang="es-ES_tradnl" sz="3200" b="1" kern="1200" noProof="0" dirty="0">
              <a:solidFill>
                <a:srgbClr val="13807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56004166-4FDF-7D8B-4AC9-EB4B87068E06}"/>
              </a:ext>
            </a:extLst>
          </p:cNvPr>
          <p:cNvCxnSpPr/>
          <p:nvPr/>
        </p:nvCxnSpPr>
        <p:spPr>
          <a:xfrm>
            <a:off x="658368" y="1343774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Google Shape;467;p3">
            <a:extLst>
              <a:ext uri="{FF2B5EF4-FFF2-40B4-BE49-F238E27FC236}">
                <a16:creationId xmlns:a16="http://schemas.microsoft.com/office/drawing/2014/main" id="{50EC2158-80DE-DCEE-E9A1-B4C057602359}"/>
              </a:ext>
            </a:extLst>
          </p:cNvPr>
          <p:cNvSpPr/>
          <p:nvPr/>
        </p:nvSpPr>
        <p:spPr>
          <a:xfrm>
            <a:off x="5656169" y="1740861"/>
            <a:ext cx="10010638" cy="504000"/>
          </a:xfrm>
          <a:prstGeom prst="rect">
            <a:avLst/>
          </a:prstGeom>
          <a:solidFill>
            <a:schemeClr val="dk1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450" tIns="34275" rIns="684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Resultados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487;p3">
            <a:extLst>
              <a:ext uri="{FF2B5EF4-FFF2-40B4-BE49-F238E27FC236}">
                <a16:creationId xmlns:a16="http://schemas.microsoft.com/office/drawing/2014/main" id="{D2FF6C08-D77E-2C81-C840-107D88644D9F}"/>
              </a:ext>
            </a:extLst>
          </p:cNvPr>
          <p:cNvSpPr/>
          <p:nvPr/>
        </p:nvSpPr>
        <p:spPr>
          <a:xfrm>
            <a:off x="506946" y="1744843"/>
            <a:ext cx="4947984" cy="511753"/>
          </a:xfrm>
          <a:prstGeom prst="rect">
            <a:avLst/>
          </a:prstGeom>
          <a:solidFill>
            <a:schemeClr val="dk1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450" tIns="34275" rIns="68450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Ficha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 b="1" i="0" u="none" strike="noStrike" cap="none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técnica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0" name="Grupo 389">
            <a:extLst>
              <a:ext uri="{FF2B5EF4-FFF2-40B4-BE49-F238E27FC236}">
                <a16:creationId xmlns:a16="http://schemas.microsoft.com/office/drawing/2014/main" id="{EBEF7EFE-7AF1-E3B4-6322-A70E590E95DB}"/>
              </a:ext>
            </a:extLst>
          </p:cNvPr>
          <p:cNvGrpSpPr/>
          <p:nvPr/>
        </p:nvGrpSpPr>
        <p:grpSpPr>
          <a:xfrm>
            <a:off x="611944" y="4249624"/>
            <a:ext cx="4697928" cy="1267814"/>
            <a:chOff x="593704" y="4204852"/>
            <a:chExt cx="4697928" cy="1267814"/>
          </a:xfrm>
        </p:grpSpPr>
        <p:sp>
          <p:nvSpPr>
            <p:cNvPr id="311" name="Google Shape;484;p3">
              <a:extLst>
                <a:ext uri="{FF2B5EF4-FFF2-40B4-BE49-F238E27FC236}">
                  <a16:creationId xmlns:a16="http://schemas.microsoft.com/office/drawing/2014/main" id="{600B8BCD-AC39-1E96-9396-B7699B7CF5E1}"/>
                </a:ext>
              </a:extLst>
            </p:cNvPr>
            <p:cNvSpPr/>
            <p:nvPr/>
          </p:nvSpPr>
          <p:spPr>
            <a:xfrm>
              <a:off x="729509" y="4204852"/>
              <a:ext cx="4562123" cy="1265899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485;p3">
              <a:extLst>
                <a:ext uri="{FF2B5EF4-FFF2-40B4-BE49-F238E27FC236}">
                  <a16:creationId xmlns:a16="http://schemas.microsoft.com/office/drawing/2014/main" id="{ECA6DE8B-C1B1-8726-9E6B-684C94E19B4B}"/>
                </a:ext>
              </a:extLst>
            </p:cNvPr>
            <p:cNvSpPr/>
            <p:nvPr/>
          </p:nvSpPr>
          <p:spPr>
            <a:xfrm>
              <a:off x="671129" y="4209594"/>
              <a:ext cx="80920" cy="1263072"/>
            </a:xfrm>
            <a:prstGeom prst="round1Rect">
              <a:avLst>
                <a:gd name="adj" fmla="val 16667"/>
              </a:avLst>
            </a:prstGeom>
            <a:solidFill>
              <a:srgbClr val="0038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493;p3">
              <a:extLst>
                <a:ext uri="{FF2B5EF4-FFF2-40B4-BE49-F238E27FC236}">
                  <a16:creationId xmlns:a16="http://schemas.microsoft.com/office/drawing/2014/main" id="{55D371A1-441F-25B8-1EFE-9FACC25C3C00}"/>
                </a:ext>
              </a:extLst>
            </p:cNvPr>
            <p:cNvSpPr txBox="1"/>
            <p:nvPr/>
          </p:nvSpPr>
          <p:spPr>
            <a:xfrm>
              <a:off x="593704" y="4819601"/>
              <a:ext cx="1116000" cy="4616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05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Variable </a:t>
              </a:r>
              <a:r>
                <a:rPr lang="en-US" sz="1200" b="1" i="0" u="none" strike="noStrike" cap="none" dirty="0" err="1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Objetivo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21" name="Google Shape;494;p3" descr="Diana con relleno sólido">
              <a:extLst>
                <a:ext uri="{FF2B5EF4-FFF2-40B4-BE49-F238E27FC236}">
                  <a16:creationId xmlns:a16="http://schemas.microsoft.com/office/drawing/2014/main" id="{6BFDFC64-BB43-7BED-BEB0-BE3019B7EF9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54805" y="4254251"/>
              <a:ext cx="596707" cy="59670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2" name="Google Shape;495;p3">
            <a:extLst>
              <a:ext uri="{FF2B5EF4-FFF2-40B4-BE49-F238E27FC236}">
                <a16:creationId xmlns:a16="http://schemas.microsoft.com/office/drawing/2014/main" id="{EB598490-C08D-E56E-E051-17BB9D50D219}"/>
              </a:ext>
            </a:extLst>
          </p:cNvPr>
          <p:cNvSpPr/>
          <p:nvPr/>
        </p:nvSpPr>
        <p:spPr>
          <a:xfrm>
            <a:off x="1730146" y="4808439"/>
            <a:ext cx="414682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100"/>
            </a:pPr>
            <a:r>
              <a:rPr lang="es-EC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Aceptación del crédito ofertado</a:t>
            </a:r>
            <a:endParaRPr sz="120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91" name="Grupo 390">
            <a:extLst>
              <a:ext uri="{FF2B5EF4-FFF2-40B4-BE49-F238E27FC236}">
                <a16:creationId xmlns:a16="http://schemas.microsoft.com/office/drawing/2014/main" id="{12F53E1F-FCFB-0718-3FF9-14C7DF0CE068}"/>
              </a:ext>
            </a:extLst>
          </p:cNvPr>
          <p:cNvGrpSpPr/>
          <p:nvPr/>
        </p:nvGrpSpPr>
        <p:grpSpPr>
          <a:xfrm>
            <a:off x="629830" y="2562666"/>
            <a:ext cx="4702217" cy="1444261"/>
            <a:chOff x="586469" y="2562666"/>
            <a:chExt cx="4702217" cy="1444261"/>
          </a:xfrm>
        </p:grpSpPr>
        <p:sp>
          <p:nvSpPr>
            <p:cNvPr id="313" name="Google Shape;486;p3">
              <a:extLst>
                <a:ext uri="{FF2B5EF4-FFF2-40B4-BE49-F238E27FC236}">
                  <a16:creationId xmlns:a16="http://schemas.microsoft.com/office/drawing/2014/main" id="{9ECD8427-8460-6AD3-6F0D-679EDD5D1E9E}"/>
                </a:ext>
              </a:extLst>
            </p:cNvPr>
            <p:cNvSpPr/>
            <p:nvPr/>
          </p:nvSpPr>
          <p:spPr>
            <a:xfrm>
              <a:off x="715590" y="2562666"/>
              <a:ext cx="4543569" cy="144274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489;p3">
              <a:extLst>
                <a:ext uri="{FF2B5EF4-FFF2-40B4-BE49-F238E27FC236}">
                  <a16:creationId xmlns:a16="http://schemas.microsoft.com/office/drawing/2014/main" id="{D5023721-E7B8-C7F9-1731-AE07A1B58F21}"/>
                </a:ext>
              </a:extLst>
            </p:cNvPr>
            <p:cNvSpPr txBox="1"/>
            <p:nvPr/>
          </p:nvSpPr>
          <p:spPr>
            <a:xfrm>
              <a:off x="586469" y="3182521"/>
              <a:ext cx="12240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050"/>
                <a:buFont typeface="Arial"/>
                <a:buNone/>
              </a:pPr>
              <a:r>
                <a:rPr lang="en-US" sz="1200" b="1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Población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490;p3">
              <a:extLst>
                <a:ext uri="{FF2B5EF4-FFF2-40B4-BE49-F238E27FC236}">
                  <a16:creationId xmlns:a16="http://schemas.microsoft.com/office/drawing/2014/main" id="{0C401A8E-F5D0-802E-E74F-3EEAEB522FFB}"/>
                </a:ext>
              </a:extLst>
            </p:cNvPr>
            <p:cNvSpPr/>
            <p:nvPr/>
          </p:nvSpPr>
          <p:spPr>
            <a:xfrm>
              <a:off x="1745167" y="2725651"/>
              <a:ext cx="20866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491;p3">
              <a:extLst>
                <a:ext uri="{FF2B5EF4-FFF2-40B4-BE49-F238E27FC236}">
                  <a16:creationId xmlns:a16="http://schemas.microsoft.com/office/drawing/2014/main" id="{A67B5499-9EDB-9BA2-A769-624D886BC6A6}"/>
                </a:ext>
              </a:extLst>
            </p:cNvPr>
            <p:cNvSpPr/>
            <p:nvPr/>
          </p:nvSpPr>
          <p:spPr>
            <a:xfrm>
              <a:off x="1640246" y="2896202"/>
              <a:ext cx="3648440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1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Éxitos: desembolsos en Interbank.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100"/>
                <a:buFont typeface="Arial"/>
                <a:buNone/>
              </a:pPr>
              <a:endParaRPr lang="es-MX" sz="120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100"/>
                <a:buFont typeface="Arial"/>
                <a:buNone/>
              </a:pPr>
              <a:r>
                <a:rPr lang="es-MX" sz="1200" b="0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Fracasos: desembolsos en la competencia por monto similar y con gestión, la misma base del share relevante</a:t>
              </a:r>
            </a:p>
          </p:txBody>
        </p:sp>
        <p:sp>
          <p:nvSpPr>
            <p:cNvPr id="323" name="Google Shape;496;p3" descr="Hombre con relleno sólido">
              <a:extLst>
                <a:ext uri="{FF2B5EF4-FFF2-40B4-BE49-F238E27FC236}">
                  <a16:creationId xmlns:a16="http://schemas.microsoft.com/office/drawing/2014/main" id="{0F3FBE74-F046-C9E8-8401-04C75D51FC09}"/>
                </a:ext>
              </a:extLst>
            </p:cNvPr>
            <p:cNvSpPr/>
            <p:nvPr/>
          </p:nvSpPr>
          <p:spPr>
            <a:xfrm>
              <a:off x="838762" y="2684308"/>
              <a:ext cx="641777" cy="641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498;p3">
              <a:extLst>
                <a:ext uri="{FF2B5EF4-FFF2-40B4-BE49-F238E27FC236}">
                  <a16:creationId xmlns:a16="http://schemas.microsoft.com/office/drawing/2014/main" id="{FBE407FD-CAC6-FA47-1259-3DE66226E457}"/>
                </a:ext>
              </a:extLst>
            </p:cNvPr>
            <p:cNvSpPr/>
            <p:nvPr/>
          </p:nvSpPr>
          <p:spPr>
            <a:xfrm>
              <a:off x="639510" y="2567408"/>
              <a:ext cx="91302" cy="1439519"/>
            </a:xfrm>
            <a:prstGeom prst="round1Rect">
              <a:avLst>
                <a:gd name="adj" fmla="val 16667"/>
              </a:avLst>
            </a:prstGeom>
            <a:solidFill>
              <a:srgbClr val="0038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8" name="Grupo 387">
            <a:extLst>
              <a:ext uri="{FF2B5EF4-FFF2-40B4-BE49-F238E27FC236}">
                <a16:creationId xmlns:a16="http://schemas.microsoft.com/office/drawing/2014/main" id="{13D9CE1D-799C-605F-7536-3C63BDBBAACD}"/>
              </a:ext>
            </a:extLst>
          </p:cNvPr>
          <p:cNvGrpSpPr/>
          <p:nvPr/>
        </p:nvGrpSpPr>
        <p:grpSpPr>
          <a:xfrm>
            <a:off x="652748" y="7048551"/>
            <a:ext cx="4657868" cy="1031234"/>
            <a:chOff x="639510" y="6901200"/>
            <a:chExt cx="4657868" cy="1031234"/>
          </a:xfrm>
        </p:grpSpPr>
        <p:sp>
          <p:nvSpPr>
            <p:cNvPr id="307" name="Google Shape;480;p3">
              <a:extLst>
                <a:ext uri="{FF2B5EF4-FFF2-40B4-BE49-F238E27FC236}">
                  <a16:creationId xmlns:a16="http://schemas.microsoft.com/office/drawing/2014/main" id="{1791CA97-2B07-0184-CD77-E66548EE6BCF}"/>
                </a:ext>
              </a:extLst>
            </p:cNvPr>
            <p:cNvSpPr/>
            <p:nvPr/>
          </p:nvSpPr>
          <p:spPr>
            <a:xfrm>
              <a:off x="735255" y="6901200"/>
              <a:ext cx="4562123" cy="102879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481;p3">
              <a:extLst>
                <a:ext uri="{FF2B5EF4-FFF2-40B4-BE49-F238E27FC236}">
                  <a16:creationId xmlns:a16="http://schemas.microsoft.com/office/drawing/2014/main" id="{0A062309-A274-51CE-83AA-31A8CB564AAD}"/>
                </a:ext>
              </a:extLst>
            </p:cNvPr>
            <p:cNvSpPr/>
            <p:nvPr/>
          </p:nvSpPr>
          <p:spPr>
            <a:xfrm>
              <a:off x="676875" y="6905941"/>
              <a:ext cx="80920" cy="1026493"/>
            </a:xfrm>
            <a:prstGeom prst="round1Rect">
              <a:avLst>
                <a:gd name="adj" fmla="val 16667"/>
              </a:avLst>
            </a:prstGeom>
            <a:solidFill>
              <a:srgbClr val="0038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19" name="Google Shape;492;p3" descr="Machine learning icon artificial intelligence Vector Image">
              <a:extLst>
                <a:ext uri="{FF2B5EF4-FFF2-40B4-BE49-F238E27FC236}">
                  <a16:creationId xmlns:a16="http://schemas.microsoft.com/office/drawing/2014/main" id="{2D1BD789-4AA7-D2B8-18F9-F94DA5CBAC33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l="21181" t="13144" r="18671" b="38124"/>
            <a:stretch/>
          </p:blipFill>
          <p:spPr>
            <a:xfrm>
              <a:off x="892392" y="7066611"/>
              <a:ext cx="549784" cy="4810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" name="Google Shape;497;p3">
              <a:extLst>
                <a:ext uri="{FF2B5EF4-FFF2-40B4-BE49-F238E27FC236}">
                  <a16:creationId xmlns:a16="http://schemas.microsoft.com/office/drawing/2014/main" id="{97B7031C-0CB9-540B-6306-8601AC2A787B}"/>
                </a:ext>
              </a:extLst>
            </p:cNvPr>
            <p:cNvSpPr txBox="1"/>
            <p:nvPr/>
          </p:nvSpPr>
          <p:spPr>
            <a:xfrm>
              <a:off x="639510" y="7587648"/>
              <a:ext cx="1300232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050"/>
                <a:buFont typeface="Arial"/>
                <a:buNone/>
              </a:pPr>
              <a:r>
                <a:rPr lang="en-US" sz="1200" b="1" i="0" u="none" strike="noStrike" cap="none" dirty="0" err="1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Metodología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499;p3">
              <a:extLst>
                <a:ext uri="{FF2B5EF4-FFF2-40B4-BE49-F238E27FC236}">
                  <a16:creationId xmlns:a16="http://schemas.microsoft.com/office/drawing/2014/main" id="{5FDE8403-1612-0133-051E-61A3449BB985}"/>
                </a:ext>
              </a:extLst>
            </p:cNvPr>
            <p:cNvSpPr/>
            <p:nvPr/>
          </p:nvSpPr>
          <p:spPr>
            <a:xfrm>
              <a:off x="2097701" y="7261475"/>
              <a:ext cx="2416541" cy="2769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8A6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Regresión</a:t>
              </a:r>
              <a:r>
                <a:rPr lang="en-US" sz="1200" b="0" i="0" u="none" strike="noStrike" cap="none" dirty="0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200" b="0" i="0" u="none" strike="noStrike" cap="none" dirty="0" err="1">
                  <a:solidFill>
                    <a:srgbClr val="0038A6"/>
                  </a:solidFill>
                  <a:latin typeface="Poppins"/>
                  <a:ea typeface="Poppins"/>
                  <a:cs typeface="Poppins"/>
                  <a:sym typeface="Poppins"/>
                </a:rPr>
                <a:t>Logística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9" name="Grupo 388">
            <a:extLst>
              <a:ext uri="{FF2B5EF4-FFF2-40B4-BE49-F238E27FC236}">
                <a16:creationId xmlns:a16="http://schemas.microsoft.com/office/drawing/2014/main" id="{1EACAD0E-16F9-78A4-B082-F42F110A4A10}"/>
              </a:ext>
            </a:extLst>
          </p:cNvPr>
          <p:cNvGrpSpPr/>
          <p:nvPr/>
        </p:nvGrpSpPr>
        <p:grpSpPr>
          <a:xfrm>
            <a:off x="682017" y="5779460"/>
            <a:ext cx="4620503" cy="1031234"/>
            <a:chOff x="668183" y="5666619"/>
            <a:chExt cx="4620503" cy="1031234"/>
          </a:xfrm>
        </p:grpSpPr>
        <p:sp>
          <p:nvSpPr>
            <p:cNvPr id="309" name="Google Shape;482;p3">
              <a:extLst>
                <a:ext uri="{FF2B5EF4-FFF2-40B4-BE49-F238E27FC236}">
                  <a16:creationId xmlns:a16="http://schemas.microsoft.com/office/drawing/2014/main" id="{F62CA00D-0E1F-8DE0-EFC2-7BFAE2D8D945}"/>
                </a:ext>
              </a:extLst>
            </p:cNvPr>
            <p:cNvSpPr/>
            <p:nvPr/>
          </p:nvSpPr>
          <p:spPr>
            <a:xfrm>
              <a:off x="726563" y="5666619"/>
              <a:ext cx="4562123" cy="102879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483;p3">
              <a:extLst>
                <a:ext uri="{FF2B5EF4-FFF2-40B4-BE49-F238E27FC236}">
                  <a16:creationId xmlns:a16="http://schemas.microsoft.com/office/drawing/2014/main" id="{437FDF16-A485-51AF-B2E7-EC0F7A769D2C}"/>
                </a:ext>
              </a:extLst>
            </p:cNvPr>
            <p:cNvSpPr/>
            <p:nvPr/>
          </p:nvSpPr>
          <p:spPr>
            <a:xfrm>
              <a:off x="668183" y="5671360"/>
              <a:ext cx="80920" cy="1026493"/>
            </a:xfrm>
            <a:prstGeom prst="round1Rect">
              <a:avLst>
                <a:gd name="adj" fmla="val 16667"/>
              </a:avLst>
            </a:prstGeom>
            <a:solidFill>
              <a:srgbClr val="0038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7" name="Grupo 386">
              <a:extLst>
                <a:ext uri="{FF2B5EF4-FFF2-40B4-BE49-F238E27FC236}">
                  <a16:creationId xmlns:a16="http://schemas.microsoft.com/office/drawing/2014/main" id="{92D4FAC4-9FE5-91BA-864D-784CE7189A3B}"/>
                </a:ext>
              </a:extLst>
            </p:cNvPr>
            <p:cNvGrpSpPr/>
            <p:nvPr/>
          </p:nvGrpSpPr>
          <p:grpSpPr>
            <a:xfrm>
              <a:off x="749103" y="5761062"/>
              <a:ext cx="4460462" cy="861726"/>
              <a:chOff x="691929" y="5987146"/>
              <a:chExt cx="4460462" cy="861726"/>
            </a:xfrm>
          </p:grpSpPr>
          <p:sp>
            <p:nvSpPr>
              <p:cNvPr id="334" name="Google Shape;507;p3">
                <a:extLst>
                  <a:ext uri="{FF2B5EF4-FFF2-40B4-BE49-F238E27FC236}">
                    <a16:creationId xmlns:a16="http://schemas.microsoft.com/office/drawing/2014/main" id="{BF8889F1-5A93-E6A7-AE17-ABC7A142A552}"/>
                  </a:ext>
                </a:extLst>
              </p:cNvPr>
              <p:cNvSpPr txBox="1"/>
              <p:nvPr/>
            </p:nvSpPr>
            <p:spPr>
              <a:xfrm>
                <a:off x="4566325" y="6256533"/>
                <a:ext cx="586066" cy="2308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38A6"/>
                  </a:buClr>
                  <a:buSzPts val="900"/>
                  <a:buFont typeface="Arial"/>
                  <a:buNone/>
                </a:pPr>
                <a:r>
                  <a:rPr lang="en-US" sz="900" b="1" i="0" u="none" strike="noStrike" cap="none" dirty="0" err="1">
                    <a:solidFill>
                      <a:srgbClr val="0038A6"/>
                    </a:solidFill>
                    <a:latin typeface="Geom"/>
                    <a:ea typeface="Geom"/>
                    <a:cs typeface="Geom"/>
                    <a:sym typeface="Geom"/>
                  </a:rPr>
                  <a:t>Abr</a:t>
                </a:r>
                <a:r>
                  <a:rPr lang="en-US" sz="900" b="1" i="0" u="none" strike="noStrike" cap="none" dirty="0">
                    <a:solidFill>
                      <a:srgbClr val="0038A6"/>
                    </a:solidFill>
                    <a:latin typeface="Geom"/>
                    <a:ea typeface="Geom"/>
                    <a:cs typeface="Geom"/>
                    <a:sym typeface="Geom"/>
                  </a:rPr>
                  <a:t> 26</a:t>
                </a:r>
                <a:endParaRPr sz="900" b="1" i="0" u="none" strike="noStrike" cap="none" dirty="0">
                  <a:solidFill>
                    <a:srgbClr val="0038A6"/>
                  </a:solidFill>
                  <a:latin typeface="Geom"/>
                  <a:ea typeface="Geom"/>
                  <a:cs typeface="Geom"/>
                  <a:sym typeface="Geom"/>
                </a:endParaRPr>
              </a:p>
            </p:txBody>
          </p:sp>
          <p:sp>
            <p:nvSpPr>
              <p:cNvPr id="341" name="Google Shape;514;p3">
                <a:extLst>
                  <a:ext uri="{FF2B5EF4-FFF2-40B4-BE49-F238E27FC236}">
                    <a16:creationId xmlns:a16="http://schemas.microsoft.com/office/drawing/2014/main" id="{9412D451-0F13-5E62-6CBD-B4098163B2D0}"/>
                  </a:ext>
                </a:extLst>
              </p:cNvPr>
              <p:cNvSpPr txBox="1"/>
              <p:nvPr/>
            </p:nvSpPr>
            <p:spPr>
              <a:xfrm>
                <a:off x="4209884" y="6526439"/>
                <a:ext cx="90924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68D3B"/>
                  </a:buClr>
                  <a:buSzPts val="800"/>
                  <a:buFont typeface="Arial"/>
                  <a:buNone/>
                </a:pPr>
                <a:r>
                  <a:rPr lang="en-US" sz="800" b="1" i="0" u="none" strike="noStrike" cap="none">
                    <a:solidFill>
                      <a:srgbClr val="068D3B"/>
                    </a:solidFill>
                    <a:latin typeface="Geom"/>
                    <a:ea typeface="Geom"/>
                    <a:cs typeface="Geom"/>
                    <a:sym typeface="Geom"/>
                  </a:rPr>
                  <a:t>Backtest (OOT)</a:t>
                </a:r>
                <a:endParaRPr sz="800" b="1" i="0" u="none" strike="noStrike" cap="none">
                  <a:solidFill>
                    <a:srgbClr val="068D3B"/>
                  </a:solidFill>
                  <a:latin typeface="Geom"/>
                  <a:ea typeface="Geom"/>
                  <a:cs typeface="Geom"/>
                  <a:sym typeface="Geom"/>
                </a:endParaRPr>
              </a:p>
            </p:txBody>
          </p:sp>
          <p:grpSp>
            <p:nvGrpSpPr>
              <p:cNvPr id="386" name="Grupo 385">
                <a:extLst>
                  <a:ext uri="{FF2B5EF4-FFF2-40B4-BE49-F238E27FC236}">
                    <a16:creationId xmlns:a16="http://schemas.microsoft.com/office/drawing/2014/main" id="{31328C2E-2202-DDB6-5141-108D8A549FF4}"/>
                  </a:ext>
                </a:extLst>
              </p:cNvPr>
              <p:cNvGrpSpPr/>
              <p:nvPr/>
            </p:nvGrpSpPr>
            <p:grpSpPr>
              <a:xfrm>
                <a:off x="691929" y="5987146"/>
                <a:ext cx="4365516" cy="861726"/>
                <a:chOff x="691929" y="5987146"/>
                <a:chExt cx="4365516" cy="861726"/>
              </a:xfrm>
            </p:grpSpPr>
            <p:pic>
              <p:nvPicPr>
                <p:cNvPr id="327" name="Google Shape;500;p3" descr="calendar-icon - BCSM">
                  <a:extLst>
                    <a:ext uri="{FF2B5EF4-FFF2-40B4-BE49-F238E27FC236}">
                      <a16:creationId xmlns:a16="http://schemas.microsoft.com/office/drawing/2014/main" id="{EA2827CC-2483-3C18-BDD4-0CD3C38BA18B}"/>
                    </a:ext>
                  </a:extLst>
                </p:cNvPr>
                <p:cNvPicPr preferRelativeResize="0"/>
                <p:nvPr/>
              </p:nvPicPr>
              <p:blipFill rotWithShape="1">
                <a:blip r:embed="rId5">
                  <a:alphaModFix/>
                </a:blip>
                <a:srcRect/>
                <a:stretch/>
              </p:blipFill>
              <p:spPr>
                <a:xfrm>
                  <a:off x="903086" y="6096050"/>
                  <a:ext cx="459747" cy="45974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28" name="Google Shape;501;p3">
                  <a:extLst>
                    <a:ext uri="{FF2B5EF4-FFF2-40B4-BE49-F238E27FC236}">
                      <a16:creationId xmlns:a16="http://schemas.microsoft.com/office/drawing/2014/main" id="{BC4F3BD4-401E-77B9-3E5F-43BFBFE65A05}"/>
                    </a:ext>
                  </a:extLst>
                </p:cNvPr>
                <p:cNvSpPr txBox="1"/>
                <p:nvPr/>
              </p:nvSpPr>
              <p:spPr>
                <a:xfrm>
                  <a:off x="691929" y="6571913"/>
                  <a:ext cx="897521" cy="2769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38A6"/>
                    </a:buClr>
                    <a:buSzPts val="1100"/>
                    <a:buFont typeface="Arial"/>
                    <a:buNone/>
                  </a:pPr>
                  <a:r>
                    <a:rPr lang="en-US" sz="1200" b="1" i="0" u="none" strike="noStrike" cap="none" dirty="0" err="1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Periodos</a:t>
                  </a:r>
                  <a:endParaRPr sz="12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9" name="Google Shape;502;p3">
                  <a:extLst>
                    <a:ext uri="{FF2B5EF4-FFF2-40B4-BE49-F238E27FC236}">
                      <a16:creationId xmlns:a16="http://schemas.microsoft.com/office/drawing/2014/main" id="{0B6553E1-D0BC-842D-12A0-D15AEBBFFC25}"/>
                    </a:ext>
                  </a:extLst>
                </p:cNvPr>
                <p:cNvSpPr/>
                <p:nvPr/>
              </p:nvSpPr>
              <p:spPr>
                <a:xfrm>
                  <a:off x="1840364" y="6191066"/>
                  <a:ext cx="3217081" cy="49301"/>
                </a:xfrm>
                <a:prstGeom prst="rect">
                  <a:avLst/>
                </a:prstGeom>
                <a:solidFill>
                  <a:srgbClr val="08BD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503;p3">
                  <a:extLst>
                    <a:ext uri="{FF2B5EF4-FFF2-40B4-BE49-F238E27FC236}">
                      <a16:creationId xmlns:a16="http://schemas.microsoft.com/office/drawing/2014/main" id="{D3C08E60-20B4-A4A8-57C9-30FAFA408E16}"/>
                    </a:ext>
                  </a:extLst>
                </p:cNvPr>
                <p:cNvSpPr txBox="1"/>
                <p:nvPr/>
              </p:nvSpPr>
              <p:spPr>
                <a:xfrm>
                  <a:off x="1713275" y="6256533"/>
                  <a:ext cx="586066" cy="2307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algn="ctr">
                    <a:buClr>
                      <a:srgbClr val="002060"/>
                    </a:buClr>
                    <a:buSzPts val="900"/>
                  </a:pPr>
                  <a:r>
                    <a:rPr lang="en-US" sz="900" b="1" dirty="0" err="1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Abr</a:t>
                  </a:r>
                  <a:r>
                    <a:rPr lang="en-US" sz="900" b="1" dirty="0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 25</a:t>
                  </a:r>
                </a:p>
              </p:txBody>
            </p:sp>
            <p:sp>
              <p:nvSpPr>
                <p:cNvPr id="331" name="Google Shape;504;p3">
                  <a:extLst>
                    <a:ext uri="{FF2B5EF4-FFF2-40B4-BE49-F238E27FC236}">
                      <a16:creationId xmlns:a16="http://schemas.microsoft.com/office/drawing/2014/main" id="{AC619D82-BC36-EA8B-8920-7126ABC3563E}"/>
                    </a:ext>
                  </a:extLst>
                </p:cNvPr>
                <p:cNvSpPr txBox="1"/>
                <p:nvPr/>
              </p:nvSpPr>
              <p:spPr>
                <a:xfrm>
                  <a:off x="2456359" y="6541621"/>
                  <a:ext cx="780676" cy="21540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68D3B"/>
                    </a:buClr>
                    <a:buSzPts val="800"/>
                    <a:buFont typeface="Arial"/>
                    <a:buNone/>
                  </a:pPr>
                  <a:r>
                    <a:rPr lang="en-US" sz="800" b="1" i="0" u="none" strike="noStrike" cap="none">
                      <a:solidFill>
                        <a:srgbClr val="068D3B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Train/Test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505;p3">
                  <a:extLst>
                    <a:ext uri="{FF2B5EF4-FFF2-40B4-BE49-F238E27FC236}">
                      <a16:creationId xmlns:a16="http://schemas.microsoft.com/office/drawing/2014/main" id="{5C2BA9F6-0BED-800A-D42E-8FFD085C0358}"/>
                    </a:ext>
                  </a:extLst>
                </p:cNvPr>
                <p:cNvSpPr/>
                <p:nvPr/>
              </p:nvSpPr>
              <p:spPr>
                <a:xfrm rot="-5400000" flipH="1">
                  <a:off x="2772204" y="5431571"/>
                  <a:ext cx="114651" cy="2114362"/>
                </a:xfrm>
                <a:prstGeom prst="rightBrace">
                  <a:avLst>
                    <a:gd name="adj1" fmla="val 44325"/>
                    <a:gd name="adj2" fmla="val 50000"/>
                  </a:avLst>
                </a:prstGeom>
                <a:noFill/>
                <a:ln w="19050" cap="flat" cmpd="sng">
                  <a:solidFill>
                    <a:srgbClr val="EB0046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38A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3" name="Google Shape;506;p3">
                  <a:extLst>
                    <a:ext uri="{FF2B5EF4-FFF2-40B4-BE49-F238E27FC236}">
                      <a16:creationId xmlns:a16="http://schemas.microsoft.com/office/drawing/2014/main" id="{191C286C-A74D-0F14-2F3C-88FE0DFEE193}"/>
                    </a:ext>
                  </a:extLst>
                </p:cNvPr>
                <p:cNvSpPr txBox="1"/>
                <p:nvPr/>
              </p:nvSpPr>
              <p:spPr>
                <a:xfrm>
                  <a:off x="2475158" y="5987146"/>
                  <a:ext cx="772885" cy="23518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A5A5A5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 dirty="0">
                      <a:solidFill>
                        <a:srgbClr val="A5A5A5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10 meses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7" name="Google Shape;510;p3">
                  <a:extLst>
                    <a:ext uri="{FF2B5EF4-FFF2-40B4-BE49-F238E27FC236}">
                      <a16:creationId xmlns:a16="http://schemas.microsoft.com/office/drawing/2014/main" id="{4B3970A0-C93B-9CC2-0C13-B54B4238246F}"/>
                    </a:ext>
                  </a:extLst>
                </p:cNvPr>
                <p:cNvSpPr txBox="1"/>
                <p:nvPr/>
              </p:nvSpPr>
              <p:spPr>
                <a:xfrm>
                  <a:off x="3439517" y="6256533"/>
                  <a:ext cx="586066" cy="2307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38A6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 dirty="0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Ene 26</a:t>
                  </a:r>
                  <a:endParaRPr sz="900" b="1" i="0" u="none" strike="noStrike" cap="none" dirty="0">
                    <a:solidFill>
                      <a:srgbClr val="0038A6"/>
                    </a:solidFill>
                    <a:latin typeface="Geom"/>
                    <a:ea typeface="Geom"/>
                    <a:cs typeface="Geom"/>
                    <a:sym typeface="Geom"/>
                  </a:endParaRPr>
                </a:p>
              </p:txBody>
            </p:sp>
            <p:sp>
              <p:nvSpPr>
                <p:cNvPr id="340" name="Google Shape;513;p3">
                  <a:extLst>
                    <a:ext uri="{FF2B5EF4-FFF2-40B4-BE49-F238E27FC236}">
                      <a16:creationId xmlns:a16="http://schemas.microsoft.com/office/drawing/2014/main" id="{C5DE95E5-AD2D-116A-B7D4-C885516DAC87}"/>
                    </a:ext>
                  </a:extLst>
                </p:cNvPr>
                <p:cNvSpPr txBox="1"/>
                <p:nvPr/>
              </p:nvSpPr>
              <p:spPr>
                <a:xfrm>
                  <a:off x="4146957" y="5991494"/>
                  <a:ext cx="687443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A5A5A5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 dirty="0">
                      <a:solidFill>
                        <a:srgbClr val="A5A5A5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3 meses</a:t>
                  </a: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2" name="Google Shape;515;p3">
                  <a:extLst>
                    <a:ext uri="{FF2B5EF4-FFF2-40B4-BE49-F238E27FC236}">
                      <a16:creationId xmlns:a16="http://schemas.microsoft.com/office/drawing/2014/main" id="{66CF789E-4DB3-2321-2196-4D34FE3CD443}"/>
                    </a:ext>
                  </a:extLst>
                </p:cNvPr>
                <p:cNvSpPr txBox="1"/>
                <p:nvPr/>
              </p:nvSpPr>
              <p:spPr>
                <a:xfrm>
                  <a:off x="3853294" y="6256533"/>
                  <a:ext cx="586066" cy="2308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38A6"/>
                    </a:buClr>
                    <a:buSzPts val="900"/>
                    <a:buFont typeface="Arial"/>
                    <a:buNone/>
                  </a:pPr>
                  <a:r>
                    <a:rPr lang="en-US" sz="900" b="1" i="0" u="none" strike="noStrike" cap="none" dirty="0">
                      <a:solidFill>
                        <a:srgbClr val="0038A6"/>
                      </a:solidFill>
                      <a:latin typeface="Geom"/>
                      <a:ea typeface="Geom"/>
                      <a:cs typeface="Geom"/>
                      <a:sym typeface="Geom"/>
                    </a:rPr>
                    <a:t>Feb 26</a:t>
                  </a:r>
                  <a:endParaRPr sz="900" b="1" i="0" u="none" strike="noStrike" cap="none" dirty="0">
                    <a:solidFill>
                      <a:srgbClr val="0038A6"/>
                    </a:solidFill>
                    <a:latin typeface="Geom"/>
                    <a:ea typeface="Geom"/>
                    <a:cs typeface="Geom"/>
                    <a:sym typeface="Geom"/>
                  </a:endParaRPr>
                </a:p>
              </p:txBody>
            </p:sp>
            <p:sp>
              <p:nvSpPr>
                <p:cNvPr id="343" name="Google Shape;516;p3">
                  <a:extLst>
                    <a:ext uri="{FF2B5EF4-FFF2-40B4-BE49-F238E27FC236}">
                      <a16:creationId xmlns:a16="http://schemas.microsoft.com/office/drawing/2014/main" id="{641637D5-161E-C0B0-782E-0A8245CF785D}"/>
                    </a:ext>
                  </a:extLst>
                </p:cNvPr>
                <p:cNvSpPr/>
                <p:nvPr/>
              </p:nvSpPr>
              <p:spPr>
                <a:xfrm rot="-5400000" flipH="1">
                  <a:off x="4445596" y="5975317"/>
                  <a:ext cx="114646" cy="1039299"/>
                </a:xfrm>
                <a:prstGeom prst="rightBrace">
                  <a:avLst>
                    <a:gd name="adj1" fmla="val 44325"/>
                    <a:gd name="adj2" fmla="val 50000"/>
                  </a:avLst>
                </a:prstGeom>
                <a:noFill/>
                <a:ln w="19050" cap="flat" cmpd="sng">
                  <a:solidFill>
                    <a:srgbClr val="EB0046"/>
                  </a:solidFill>
                  <a:prstDash val="solid"/>
                  <a:miter lim="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38A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357" name="Google Shape;532;p3">
            <a:extLst>
              <a:ext uri="{FF2B5EF4-FFF2-40B4-BE49-F238E27FC236}">
                <a16:creationId xmlns:a16="http://schemas.microsoft.com/office/drawing/2014/main" id="{C8AAAD80-AEC7-7DA9-126F-4408B34491C5}"/>
              </a:ext>
            </a:extLst>
          </p:cNvPr>
          <p:cNvSpPr/>
          <p:nvPr/>
        </p:nvSpPr>
        <p:spPr>
          <a:xfrm>
            <a:off x="15154287" y="2369366"/>
            <a:ext cx="464007" cy="411403"/>
          </a:xfrm>
          <a:custGeom>
            <a:avLst/>
            <a:gdLst/>
            <a:ahLst/>
            <a:cxnLst/>
            <a:rect l="l" t="t" r="r" b="b"/>
            <a:pathLst>
              <a:path w="444" h="462" extrusionOk="0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endParaRPr sz="4800" b="0" i="0" u="none" strike="noStrike" cap="none" dirty="0">
              <a:solidFill>
                <a:schemeClr val="accent6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59" name="Google Shape;534;p3">
            <a:extLst>
              <a:ext uri="{FF2B5EF4-FFF2-40B4-BE49-F238E27FC236}">
                <a16:creationId xmlns:a16="http://schemas.microsoft.com/office/drawing/2014/main" id="{A7B1D11B-039F-13F5-0E1C-5A11FE85774E}"/>
              </a:ext>
            </a:extLst>
          </p:cNvPr>
          <p:cNvSpPr txBox="1"/>
          <p:nvPr/>
        </p:nvSpPr>
        <p:spPr>
          <a:xfrm>
            <a:off x="5870329" y="2780769"/>
            <a:ext cx="127043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400" b="1" i="0" u="sng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Gini</a:t>
            </a:r>
            <a:endParaRPr sz="1100"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sp>
        <p:nvSpPr>
          <p:cNvPr id="364" name="Google Shape;539;p3">
            <a:extLst>
              <a:ext uri="{FF2B5EF4-FFF2-40B4-BE49-F238E27FC236}">
                <a16:creationId xmlns:a16="http://schemas.microsoft.com/office/drawing/2014/main" id="{95AEA72C-92DE-953E-CA9F-75AA419E813F}"/>
              </a:ext>
            </a:extLst>
          </p:cNvPr>
          <p:cNvSpPr txBox="1"/>
          <p:nvPr/>
        </p:nvSpPr>
        <p:spPr>
          <a:xfrm>
            <a:off x="5876969" y="2385287"/>
            <a:ext cx="1918902" cy="307736"/>
          </a:xfrm>
          <a:prstGeom prst="rect">
            <a:avLst/>
          </a:prstGeom>
          <a:solidFill>
            <a:srgbClr val="EFF9FF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b="1" i="0" u="none" strike="noStrike" cap="none" dirty="0" err="1">
                <a:solidFill>
                  <a:srgbClr val="006699"/>
                </a:solidFill>
                <a:latin typeface="Poppins" panose="00000500000000000000" pitchFamily="2" charset="0"/>
                <a:cs typeface="Poppins" panose="00000500000000000000" pitchFamily="2" charset="0"/>
                <a:sym typeface="Arial"/>
              </a:rPr>
              <a:t>Ordenamiento</a:t>
            </a:r>
            <a:endParaRPr b="0" i="0" u="none" strike="noStrike" cap="none" dirty="0">
              <a:solidFill>
                <a:srgbClr val="000000"/>
              </a:solidFill>
              <a:latin typeface="Poppins" panose="00000500000000000000" pitchFamily="2" charset="0"/>
              <a:cs typeface="Poppins" panose="00000500000000000000" pitchFamily="2" charset="0"/>
              <a:sym typeface="Arial"/>
            </a:endParaRPr>
          </a:p>
        </p:txBody>
      </p:sp>
      <p:grpSp>
        <p:nvGrpSpPr>
          <p:cNvPr id="411" name="Grupo 410">
            <a:extLst>
              <a:ext uri="{FF2B5EF4-FFF2-40B4-BE49-F238E27FC236}">
                <a16:creationId xmlns:a16="http://schemas.microsoft.com/office/drawing/2014/main" id="{27C79C46-10B8-C68F-F669-8BA46066DC63}"/>
              </a:ext>
            </a:extLst>
          </p:cNvPr>
          <p:cNvGrpSpPr/>
          <p:nvPr/>
        </p:nvGrpSpPr>
        <p:grpSpPr>
          <a:xfrm>
            <a:off x="6241481" y="3232606"/>
            <a:ext cx="9144810" cy="342813"/>
            <a:chOff x="6241481" y="3232606"/>
            <a:chExt cx="9144810" cy="342813"/>
          </a:xfrm>
        </p:grpSpPr>
        <p:grpSp>
          <p:nvGrpSpPr>
            <p:cNvPr id="407" name="Grupo 406">
              <a:extLst>
                <a:ext uri="{FF2B5EF4-FFF2-40B4-BE49-F238E27FC236}">
                  <a16:creationId xmlns:a16="http://schemas.microsoft.com/office/drawing/2014/main" id="{54BEAE0C-F789-7F89-2D15-16F88DD1DE0F}"/>
                </a:ext>
              </a:extLst>
            </p:cNvPr>
            <p:cNvGrpSpPr/>
            <p:nvPr/>
          </p:nvGrpSpPr>
          <p:grpSpPr>
            <a:xfrm>
              <a:off x="6241481" y="3234755"/>
              <a:ext cx="2855972" cy="338514"/>
              <a:chOff x="5872250" y="3210728"/>
              <a:chExt cx="2855972" cy="338514"/>
            </a:xfrm>
          </p:grpSpPr>
          <p:sp>
            <p:nvSpPr>
              <p:cNvPr id="349" name="Google Shape;524;p3">
                <a:extLst>
                  <a:ext uri="{FF2B5EF4-FFF2-40B4-BE49-F238E27FC236}">
                    <a16:creationId xmlns:a16="http://schemas.microsoft.com/office/drawing/2014/main" id="{1E5D04CD-4B70-E958-744E-0BDB545568B4}"/>
                  </a:ext>
                </a:extLst>
              </p:cNvPr>
              <p:cNvSpPr/>
              <p:nvPr/>
            </p:nvSpPr>
            <p:spPr>
              <a:xfrm>
                <a:off x="5872250" y="3242628"/>
                <a:ext cx="45719" cy="274714"/>
              </a:xfrm>
              <a:prstGeom prst="round1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accent6"/>
                  </a:solidFill>
                  <a:latin typeface="Poppins" panose="00000500000000000000" pitchFamily="2" charset="0"/>
                  <a:ea typeface="Calibri"/>
                  <a:cs typeface="Poppins" panose="00000500000000000000" pitchFamily="2" charset="0"/>
                  <a:sym typeface="Calibri"/>
                </a:endParaRPr>
              </a:p>
            </p:txBody>
          </p:sp>
          <p:sp>
            <p:nvSpPr>
              <p:cNvPr id="348" name="Google Shape;523;p3">
                <a:extLst>
                  <a:ext uri="{FF2B5EF4-FFF2-40B4-BE49-F238E27FC236}">
                    <a16:creationId xmlns:a16="http://schemas.microsoft.com/office/drawing/2014/main" id="{948629D2-549B-158F-AAD5-80BE7EA4756F}"/>
                  </a:ext>
                </a:extLst>
              </p:cNvPr>
              <p:cNvSpPr/>
              <p:nvPr/>
            </p:nvSpPr>
            <p:spPr>
              <a:xfrm>
                <a:off x="5903399" y="3241486"/>
                <a:ext cx="1523241" cy="276999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 dirty="0" err="1">
                    <a:solidFill>
                      <a:schemeClr val="accent6"/>
                    </a:solidFill>
                    <a:latin typeface="Poppins" panose="00000500000000000000" pitchFamily="2" charset="0"/>
                    <a:ea typeface="Geom"/>
                    <a:cs typeface="Poppins" panose="00000500000000000000" pitchFamily="2" charset="0"/>
                    <a:sym typeface="Geom"/>
                  </a:rPr>
                  <a:t>Entrenamiento</a:t>
                </a:r>
                <a:endParaRPr sz="1400" b="0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"/>
                  <a:cs typeface="Poppins" panose="00000500000000000000" pitchFamily="2" charset="0"/>
                  <a:sym typeface="Geom"/>
                </a:endParaRPr>
              </a:p>
            </p:txBody>
          </p:sp>
          <p:sp>
            <p:nvSpPr>
              <p:cNvPr id="352" name="Google Shape;527;p3">
                <a:extLst>
                  <a:ext uri="{FF2B5EF4-FFF2-40B4-BE49-F238E27FC236}">
                    <a16:creationId xmlns:a16="http://schemas.microsoft.com/office/drawing/2014/main" id="{383A87B0-AF1E-CADB-4499-429EDF8BDE02}"/>
                  </a:ext>
                </a:extLst>
              </p:cNvPr>
              <p:cNvSpPr txBox="1"/>
              <p:nvPr/>
            </p:nvSpPr>
            <p:spPr>
              <a:xfrm>
                <a:off x="7457789" y="3210728"/>
                <a:ext cx="1270433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20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accent6"/>
                    </a:solidFill>
                    <a:latin typeface="Poppins" panose="00000500000000000000" pitchFamily="2" charset="0"/>
                    <a:ea typeface="Geom Medium"/>
                    <a:cs typeface="Poppins" panose="00000500000000000000" pitchFamily="2" charset="0"/>
                    <a:sym typeface="Geom Medium"/>
                  </a:rPr>
                  <a:t>84,08%</a:t>
                </a:r>
                <a:endParaRPr sz="1600" b="1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 Medium"/>
                  <a:cs typeface="Poppins" panose="00000500000000000000" pitchFamily="2" charset="0"/>
                  <a:sym typeface="Geom Medium"/>
                </a:endParaRPr>
              </a:p>
            </p:txBody>
          </p:sp>
        </p:grpSp>
        <p:grpSp>
          <p:nvGrpSpPr>
            <p:cNvPr id="408" name="Grupo 407">
              <a:extLst>
                <a:ext uri="{FF2B5EF4-FFF2-40B4-BE49-F238E27FC236}">
                  <a16:creationId xmlns:a16="http://schemas.microsoft.com/office/drawing/2014/main" id="{46C95A6E-73A4-9660-9850-079E0704914D}"/>
                </a:ext>
              </a:extLst>
            </p:cNvPr>
            <p:cNvGrpSpPr/>
            <p:nvPr/>
          </p:nvGrpSpPr>
          <p:grpSpPr>
            <a:xfrm>
              <a:off x="9413226" y="3234755"/>
              <a:ext cx="2855972" cy="338514"/>
              <a:chOff x="9294913" y="3210728"/>
              <a:chExt cx="2855972" cy="338514"/>
            </a:xfrm>
          </p:grpSpPr>
          <p:sp>
            <p:nvSpPr>
              <p:cNvPr id="361" name="Google Shape;536;p3">
                <a:extLst>
                  <a:ext uri="{FF2B5EF4-FFF2-40B4-BE49-F238E27FC236}">
                    <a16:creationId xmlns:a16="http://schemas.microsoft.com/office/drawing/2014/main" id="{12638485-71FE-BA47-3054-12752FAEF5D8}"/>
                  </a:ext>
                </a:extLst>
              </p:cNvPr>
              <p:cNvSpPr/>
              <p:nvPr/>
            </p:nvSpPr>
            <p:spPr>
              <a:xfrm>
                <a:off x="9294913" y="3242628"/>
                <a:ext cx="45719" cy="274714"/>
              </a:xfrm>
              <a:prstGeom prst="round1Rect">
                <a:avLst>
                  <a:gd name="adj" fmla="val 16667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accent6"/>
                  </a:solidFill>
                  <a:latin typeface="Poppins" panose="00000500000000000000" pitchFamily="2" charset="0"/>
                  <a:ea typeface="Calibri"/>
                  <a:cs typeface="Poppins" panose="00000500000000000000" pitchFamily="2" charset="0"/>
                  <a:sym typeface="Calibri"/>
                </a:endParaRPr>
              </a:p>
            </p:txBody>
          </p:sp>
          <p:sp>
            <p:nvSpPr>
              <p:cNvPr id="360" name="Google Shape;535;p3">
                <a:extLst>
                  <a:ext uri="{FF2B5EF4-FFF2-40B4-BE49-F238E27FC236}">
                    <a16:creationId xmlns:a16="http://schemas.microsoft.com/office/drawing/2014/main" id="{982D786F-318A-8A02-99BE-E5E9C2562CEF}"/>
                  </a:ext>
                </a:extLst>
              </p:cNvPr>
              <p:cNvSpPr/>
              <p:nvPr/>
            </p:nvSpPr>
            <p:spPr>
              <a:xfrm>
                <a:off x="9326062" y="3241486"/>
                <a:ext cx="1523241" cy="276999"/>
              </a:xfrm>
              <a:prstGeom prst="rect">
                <a:avLst/>
              </a:prstGeom>
              <a:solidFill>
                <a:srgbClr val="F0F0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 dirty="0" err="1">
                    <a:solidFill>
                      <a:schemeClr val="accent6"/>
                    </a:solidFill>
                    <a:latin typeface="Poppins" panose="00000500000000000000" pitchFamily="2" charset="0"/>
                    <a:ea typeface="Geom"/>
                    <a:cs typeface="Poppins" panose="00000500000000000000" pitchFamily="2" charset="0"/>
                    <a:sym typeface="Geom"/>
                  </a:rPr>
                  <a:t>Validación</a:t>
                </a:r>
                <a:endParaRPr sz="1400" b="0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"/>
                  <a:cs typeface="Poppins" panose="00000500000000000000" pitchFamily="2" charset="0"/>
                  <a:sym typeface="Geom"/>
                </a:endParaRPr>
              </a:p>
            </p:txBody>
          </p:sp>
          <p:sp>
            <p:nvSpPr>
              <p:cNvPr id="365" name="Google Shape;540;p3">
                <a:extLst>
                  <a:ext uri="{FF2B5EF4-FFF2-40B4-BE49-F238E27FC236}">
                    <a16:creationId xmlns:a16="http://schemas.microsoft.com/office/drawing/2014/main" id="{57007590-754E-3E31-FD2B-E4FE6DCE03FB}"/>
                  </a:ext>
                </a:extLst>
              </p:cNvPr>
              <p:cNvSpPr txBox="1"/>
              <p:nvPr/>
            </p:nvSpPr>
            <p:spPr>
              <a:xfrm>
                <a:off x="10880452" y="3210728"/>
                <a:ext cx="1270433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20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accent6"/>
                    </a:solidFill>
                    <a:latin typeface="Poppins" panose="00000500000000000000" pitchFamily="2" charset="0"/>
                    <a:ea typeface="Geom Medium"/>
                    <a:cs typeface="Poppins" panose="00000500000000000000" pitchFamily="2" charset="0"/>
                    <a:sym typeface="Geom Medium"/>
                  </a:rPr>
                  <a:t>82,68%</a:t>
                </a:r>
                <a:endParaRPr sz="1600" b="1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 Medium"/>
                  <a:cs typeface="Poppins" panose="00000500000000000000" pitchFamily="2" charset="0"/>
                  <a:sym typeface="Geom Medium"/>
                </a:endParaRPr>
              </a:p>
            </p:txBody>
          </p:sp>
        </p:grpSp>
        <p:grpSp>
          <p:nvGrpSpPr>
            <p:cNvPr id="410" name="Grupo 409">
              <a:extLst>
                <a:ext uri="{FF2B5EF4-FFF2-40B4-BE49-F238E27FC236}">
                  <a16:creationId xmlns:a16="http://schemas.microsoft.com/office/drawing/2014/main" id="{91398D45-5AD3-11D1-35FD-DF3FD3C95FB4}"/>
                </a:ext>
              </a:extLst>
            </p:cNvPr>
            <p:cNvGrpSpPr/>
            <p:nvPr/>
          </p:nvGrpSpPr>
          <p:grpSpPr>
            <a:xfrm>
              <a:off x="12584971" y="3232606"/>
              <a:ext cx="2801320" cy="342813"/>
              <a:chOff x="12505267" y="3175672"/>
              <a:chExt cx="2801320" cy="342813"/>
            </a:xfrm>
          </p:grpSpPr>
          <p:sp>
            <p:nvSpPr>
              <p:cNvPr id="358" name="Google Shape;533;p3">
                <a:extLst>
                  <a:ext uri="{FF2B5EF4-FFF2-40B4-BE49-F238E27FC236}">
                    <a16:creationId xmlns:a16="http://schemas.microsoft.com/office/drawing/2014/main" id="{BC30C521-3D9C-2622-3D48-C44BC32DFB93}"/>
                  </a:ext>
                </a:extLst>
              </p:cNvPr>
              <p:cNvSpPr txBox="1"/>
              <p:nvPr/>
            </p:nvSpPr>
            <p:spPr>
              <a:xfrm>
                <a:off x="14036154" y="3175672"/>
                <a:ext cx="1270433" cy="3385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6"/>
                  </a:buClr>
                  <a:buSzPts val="20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accent6"/>
                    </a:solidFill>
                    <a:latin typeface="Poppins" panose="00000500000000000000" pitchFamily="2" charset="0"/>
                    <a:ea typeface="Geom Medium"/>
                    <a:cs typeface="Poppins" panose="00000500000000000000" pitchFamily="2" charset="0"/>
                    <a:sym typeface="Geom Medium"/>
                  </a:rPr>
                  <a:t>83,07%</a:t>
                </a:r>
                <a:endParaRPr sz="1600" b="1" i="0" u="none" strike="noStrike" cap="none" dirty="0">
                  <a:solidFill>
                    <a:schemeClr val="accent6"/>
                  </a:solidFill>
                  <a:latin typeface="Poppins" panose="00000500000000000000" pitchFamily="2" charset="0"/>
                  <a:ea typeface="Geom Medium"/>
                  <a:cs typeface="Poppins" panose="00000500000000000000" pitchFamily="2" charset="0"/>
                  <a:sym typeface="Geom Medium"/>
                </a:endParaRPr>
              </a:p>
            </p:txBody>
          </p:sp>
          <p:grpSp>
            <p:nvGrpSpPr>
              <p:cNvPr id="409" name="Grupo 408">
                <a:extLst>
                  <a:ext uri="{FF2B5EF4-FFF2-40B4-BE49-F238E27FC236}">
                    <a16:creationId xmlns:a16="http://schemas.microsoft.com/office/drawing/2014/main" id="{AE22F31C-17A9-5638-9284-7EBE5D779D0C}"/>
                  </a:ext>
                </a:extLst>
              </p:cNvPr>
              <p:cNvGrpSpPr/>
              <p:nvPr/>
            </p:nvGrpSpPr>
            <p:grpSpPr>
              <a:xfrm>
                <a:off x="12505267" y="3241486"/>
                <a:ext cx="1554390" cy="276999"/>
                <a:chOff x="12505267" y="3241486"/>
                <a:chExt cx="1554390" cy="276999"/>
              </a:xfrm>
            </p:grpSpPr>
            <p:sp>
              <p:nvSpPr>
                <p:cNvPr id="399" name="Google Shape;535;p3">
                  <a:extLst>
                    <a:ext uri="{FF2B5EF4-FFF2-40B4-BE49-F238E27FC236}">
                      <a16:creationId xmlns:a16="http://schemas.microsoft.com/office/drawing/2014/main" id="{277DBB49-CEA1-74FC-D052-01B76D016550}"/>
                    </a:ext>
                  </a:extLst>
                </p:cNvPr>
                <p:cNvSpPr/>
                <p:nvPr/>
              </p:nvSpPr>
              <p:spPr>
                <a:xfrm>
                  <a:off x="12536416" y="3241486"/>
                  <a:ext cx="1523241" cy="276999"/>
                </a:xfrm>
                <a:prstGeom prst="rect">
                  <a:avLst/>
                </a:prstGeom>
                <a:solidFill>
                  <a:srgbClr val="F0F0F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6"/>
                    </a:buClr>
                    <a:buSzPts val="1400"/>
                    <a:buFont typeface="Arial"/>
                    <a:buNone/>
                  </a:pPr>
                  <a:r>
                    <a:rPr lang="en-US" sz="1400" b="0" i="0" u="none" strike="noStrike" cap="none" dirty="0">
                      <a:solidFill>
                        <a:schemeClr val="accent6"/>
                      </a:solidFill>
                      <a:latin typeface="Poppins" panose="00000500000000000000" pitchFamily="2" charset="0"/>
                      <a:ea typeface="Geom"/>
                      <a:cs typeface="Poppins" panose="00000500000000000000" pitchFamily="2" charset="0"/>
                      <a:sym typeface="Geom"/>
                    </a:rPr>
                    <a:t>OOT</a:t>
                  </a:r>
                  <a:endParaRPr sz="1400" b="0" i="0" u="none" strike="noStrike" cap="none" dirty="0">
                    <a:solidFill>
                      <a:schemeClr val="accent6"/>
                    </a:solidFill>
                    <a:latin typeface="Poppins" panose="00000500000000000000" pitchFamily="2" charset="0"/>
                    <a:ea typeface="Geom"/>
                    <a:cs typeface="Poppins" panose="00000500000000000000" pitchFamily="2" charset="0"/>
                    <a:sym typeface="Geom"/>
                  </a:endParaRPr>
                </a:p>
              </p:txBody>
            </p:sp>
            <p:sp>
              <p:nvSpPr>
                <p:cNvPr id="401" name="Google Shape;536;p3">
                  <a:extLst>
                    <a:ext uri="{FF2B5EF4-FFF2-40B4-BE49-F238E27FC236}">
                      <a16:creationId xmlns:a16="http://schemas.microsoft.com/office/drawing/2014/main" id="{BD5384D1-B2F3-C9C8-C69D-5A22B16CE0A7}"/>
                    </a:ext>
                  </a:extLst>
                </p:cNvPr>
                <p:cNvSpPr/>
                <p:nvPr/>
              </p:nvSpPr>
              <p:spPr>
                <a:xfrm>
                  <a:off x="12505267" y="3242628"/>
                  <a:ext cx="45719" cy="274714"/>
                </a:xfrm>
                <a:prstGeom prst="round1Rect">
                  <a:avLst>
                    <a:gd name="adj" fmla="val 16667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chemeClr val="accent6"/>
                    </a:solidFill>
                    <a:latin typeface="Poppins" panose="00000500000000000000" pitchFamily="2" charset="0"/>
                    <a:ea typeface="Calibri"/>
                    <a:cs typeface="Poppins" panose="00000500000000000000" pitchFamily="2" charset="0"/>
                    <a:sym typeface="Calibri"/>
                  </a:endParaRPr>
                </a:p>
              </p:txBody>
            </p:sp>
          </p:grpSp>
        </p:grpSp>
      </p:grpSp>
      <p:grpSp>
        <p:nvGrpSpPr>
          <p:cNvPr id="414" name="Grupo 413">
            <a:extLst>
              <a:ext uri="{FF2B5EF4-FFF2-40B4-BE49-F238E27FC236}">
                <a16:creationId xmlns:a16="http://schemas.microsoft.com/office/drawing/2014/main" id="{9C89B0C8-5AE9-2B23-4151-12FF571EAE9B}"/>
              </a:ext>
            </a:extLst>
          </p:cNvPr>
          <p:cNvGrpSpPr/>
          <p:nvPr/>
        </p:nvGrpSpPr>
        <p:grpSpPr>
          <a:xfrm>
            <a:off x="5876969" y="7761707"/>
            <a:ext cx="9796478" cy="315635"/>
            <a:chOff x="658348" y="7368897"/>
            <a:chExt cx="15055785" cy="802801"/>
          </a:xfrm>
        </p:grpSpPr>
        <p:sp>
          <p:nvSpPr>
            <p:cNvPr id="415" name="Rectangle 159">
              <a:extLst>
                <a:ext uri="{FF2B5EF4-FFF2-40B4-BE49-F238E27FC236}">
                  <a16:creationId xmlns:a16="http://schemas.microsoft.com/office/drawing/2014/main" id="{4E32D64D-7860-4CF8-CCBE-2CAA4B01B097}"/>
                </a:ext>
              </a:extLst>
            </p:cNvPr>
            <p:cNvSpPr/>
            <p:nvPr/>
          </p:nvSpPr>
          <p:spPr>
            <a:xfrm>
              <a:off x="658348" y="7368897"/>
              <a:ext cx="15055785" cy="8017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 lang="es-ES_tradnl" sz="28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6" name="TextBox 161">
              <a:extLst>
                <a:ext uri="{FF2B5EF4-FFF2-40B4-BE49-F238E27FC236}">
                  <a16:creationId xmlns:a16="http://schemas.microsoft.com/office/drawing/2014/main" id="{E75BB5FE-A808-FAE3-B257-6753FF5B3316}"/>
                </a:ext>
              </a:extLst>
            </p:cNvPr>
            <p:cNvSpPr txBox="1"/>
            <p:nvPr/>
          </p:nvSpPr>
          <p:spPr>
            <a:xfrm>
              <a:off x="982133" y="7377074"/>
              <a:ext cx="14482084" cy="762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15000"/>
                </a:lnSpc>
                <a:spcAft>
                  <a:spcPts val="400"/>
                </a:spcAft>
              </a:pPr>
              <a:r>
                <a:rPr lang="es-MX" sz="1800" b="1" dirty="0">
                  <a:solidFill>
                    <a:srgbClr val="0C514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✅ Métricas de Performance Estables</a:t>
              </a:r>
              <a:endParaRPr lang="es-ES_tradnl" sz="1800" b="1" i="0" noProof="0" dirty="0">
                <a:solidFill>
                  <a:srgbClr val="0C514E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17" name="Connector 78">
              <a:extLst>
                <a:ext uri="{FF2B5EF4-FFF2-40B4-BE49-F238E27FC236}">
                  <a16:creationId xmlns:a16="http://schemas.microsoft.com/office/drawing/2014/main" id="{86CFBF57-BC25-3734-09E9-570F90FC082E}"/>
                </a:ext>
              </a:extLst>
            </p:cNvPr>
            <p:cNvCxnSpPr/>
            <p:nvPr/>
          </p:nvCxnSpPr>
          <p:spPr>
            <a:xfrm>
              <a:off x="658348" y="7368898"/>
              <a:ext cx="0" cy="802800"/>
            </a:xfrm>
            <a:prstGeom prst="line">
              <a:avLst/>
            </a:prstGeom>
            <a:ln w="38100">
              <a:solidFill>
                <a:srgbClr val="1380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66045A1-7EEF-46CB-D6B5-024FE60D72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203" y="3768438"/>
            <a:ext cx="8314516" cy="37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41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714F0-60A3-39A5-39C5-6CBE00435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7;g3ed063acbfe_1_0">
            <a:extLst>
              <a:ext uri="{FF2B5EF4-FFF2-40B4-BE49-F238E27FC236}">
                <a16:creationId xmlns:a16="http://schemas.microsoft.com/office/drawing/2014/main" id="{D510010A-650F-BF43-7F81-26908F8C1190}"/>
              </a:ext>
            </a:extLst>
          </p:cNvPr>
          <p:cNvSpPr txBox="1"/>
          <p:nvPr/>
        </p:nvSpPr>
        <p:spPr>
          <a:xfrm>
            <a:off x="658348" y="329547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Variables | Propuesta B</a:t>
            </a:r>
          </a:p>
        </p:txBody>
      </p:sp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3F2A58D2-8F49-4BBA-1888-15FFF468A943}"/>
              </a:ext>
            </a:extLst>
          </p:cNvPr>
          <p:cNvCxnSpPr/>
          <p:nvPr/>
        </p:nvCxnSpPr>
        <p:spPr>
          <a:xfrm>
            <a:off x="658368" y="1343774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Google Shape;308;p3">
            <a:extLst>
              <a:ext uri="{FF2B5EF4-FFF2-40B4-BE49-F238E27FC236}">
                <a16:creationId xmlns:a16="http://schemas.microsoft.com/office/drawing/2014/main" id="{2DFD4EB6-CD39-30D0-0FBB-AB8489C5B5FC}"/>
              </a:ext>
            </a:extLst>
          </p:cNvPr>
          <p:cNvSpPr/>
          <p:nvPr/>
        </p:nvSpPr>
        <p:spPr>
          <a:xfrm>
            <a:off x="7324714" y="3020674"/>
            <a:ext cx="6120000" cy="291144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37,7%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309;p3">
            <a:extLst>
              <a:ext uri="{FF2B5EF4-FFF2-40B4-BE49-F238E27FC236}">
                <a16:creationId xmlns:a16="http://schemas.microsoft.com/office/drawing/2014/main" id="{768E49FD-E517-59AD-5992-641EF090A393}"/>
              </a:ext>
            </a:extLst>
          </p:cNvPr>
          <p:cNvSpPr/>
          <p:nvPr/>
        </p:nvSpPr>
        <p:spPr>
          <a:xfrm>
            <a:off x="7324714" y="3548237"/>
            <a:ext cx="5940000" cy="271604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36,1%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310;p3">
            <a:extLst>
              <a:ext uri="{FF2B5EF4-FFF2-40B4-BE49-F238E27FC236}">
                <a16:creationId xmlns:a16="http://schemas.microsoft.com/office/drawing/2014/main" id="{1AACEF3F-D67C-26F4-4148-260261ACDC44}"/>
              </a:ext>
            </a:extLst>
          </p:cNvPr>
          <p:cNvSpPr/>
          <p:nvPr/>
        </p:nvSpPr>
        <p:spPr>
          <a:xfrm>
            <a:off x="7324714" y="4056260"/>
            <a:ext cx="1753200" cy="271604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9,2%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311;p3">
            <a:extLst>
              <a:ext uri="{FF2B5EF4-FFF2-40B4-BE49-F238E27FC236}">
                <a16:creationId xmlns:a16="http://schemas.microsoft.com/office/drawing/2014/main" id="{9AC22B67-66CE-0104-E9C3-9492C6865FF3}"/>
              </a:ext>
            </a:extLst>
          </p:cNvPr>
          <p:cNvSpPr/>
          <p:nvPr/>
        </p:nvSpPr>
        <p:spPr>
          <a:xfrm>
            <a:off x="7355459" y="4549990"/>
            <a:ext cx="1213200" cy="271604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6,4%</a:t>
            </a:r>
            <a:endParaRPr dirty="0"/>
          </a:p>
        </p:txBody>
      </p:sp>
      <p:cxnSp>
        <p:nvCxnSpPr>
          <p:cNvPr id="88" name="Google Shape;314;p3">
            <a:extLst>
              <a:ext uri="{FF2B5EF4-FFF2-40B4-BE49-F238E27FC236}">
                <a16:creationId xmlns:a16="http://schemas.microsoft.com/office/drawing/2014/main" id="{2EB429AB-E156-9868-E468-53DD6A3A3A85}"/>
              </a:ext>
            </a:extLst>
          </p:cNvPr>
          <p:cNvCxnSpPr>
            <a:cxnSpLocks/>
          </p:cNvCxnSpPr>
          <p:nvPr/>
        </p:nvCxnSpPr>
        <p:spPr>
          <a:xfrm>
            <a:off x="7355457" y="6136269"/>
            <a:ext cx="6480000" cy="0"/>
          </a:xfrm>
          <a:prstGeom prst="straightConnector1">
            <a:avLst/>
          </a:prstGeom>
          <a:noFill/>
          <a:ln w="57150" cap="flat" cmpd="sng">
            <a:solidFill>
              <a:srgbClr val="BFBFBF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89" name="Google Shape;315;p3">
            <a:extLst>
              <a:ext uri="{FF2B5EF4-FFF2-40B4-BE49-F238E27FC236}">
                <a16:creationId xmlns:a16="http://schemas.microsoft.com/office/drawing/2014/main" id="{020E354A-04F8-0006-130F-749773A48066}"/>
              </a:ext>
            </a:extLst>
          </p:cNvPr>
          <p:cNvSpPr/>
          <p:nvPr/>
        </p:nvSpPr>
        <p:spPr>
          <a:xfrm>
            <a:off x="2673964" y="3048647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s-PE" sz="120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Monto del Cliente</a:t>
            </a:r>
          </a:p>
        </p:txBody>
      </p:sp>
      <p:sp>
        <p:nvSpPr>
          <p:cNvPr id="90" name="Google Shape;316;p3">
            <a:extLst>
              <a:ext uri="{FF2B5EF4-FFF2-40B4-BE49-F238E27FC236}">
                <a16:creationId xmlns:a16="http://schemas.microsoft.com/office/drawing/2014/main" id="{5F7AE3D5-D3B8-13A4-51E4-1494508F9894}"/>
              </a:ext>
            </a:extLst>
          </p:cNvPr>
          <p:cNvSpPr/>
          <p:nvPr/>
        </p:nvSpPr>
        <p:spPr>
          <a:xfrm>
            <a:off x="2673964" y="3549528"/>
            <a:ext cx="4320000" cy="306467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200"/>
              <a:buFont typeface="Poppins"/>
              <a:buNone/>
            </a:pPr>
            <a:r>
              <a:rPr lang="es-PE" sz="120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Tasa</a:t>
            </a:r>
            <a:r>
              <a:rPr lang="es-PE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 del Cliente</a:t>
            </a:r>
            <a:endParaRPr sz="120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317;p3">
            <a:extLst>
              <a:ext uri="{FF2B5EF4-FFF2-40B4-BE49-F238E27FC236}">
                <a16:creationId xmlns:a16="http://schemas.microsoft.com/office/drawing/2014/main" id="{4696F029-A03E-0EF4-16BF-18EE020B2ED9}"/>
              </a:ext>
            </a:extLst>
          </p:cNvPr>
          <p:cNvSpPr/>
          <p:nvPr/>
        </p:nvSpPr>
        <p:spPr>
          <a:xfrm>
            <a:off x="2673964" y="4077983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>
              <a:buClr>
                <a:srgbClr val="0038A6"/>
              </a:buClr>
              <a:buSzPts val="1200"/>
            </a:pPr>
            <a:r>
              <a:rPr lang="es-PE" sz="1200" dirty="0" err="1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Macroperfil</a:t>
            </a:r>
            <a:r>
              <a:rPr lang="es-PE" sz="120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 Comercial</a:t>
            </a:r>
            <a:endParaRPr lang="es-PE" sz="1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318;p3">
            <a:extLst>
              <a:ext uri="{FF2B5EF4-FFF2-40B4-BE49-F238E27FC236}">
                <a16:creationId xmlns:a16="http://schemas.microsoft.com/office/drawing/2014/main" id="{F07A1999-C6AA-6A13-19A5-4918F2575649}"/>
              </a:ext>
            </a:extLst>
          </p:cNvPr>
          <p:cNvSpPr/>
          <p:nvPr/>
        </p:nvSpPr>
        <p:spPr>
          <a:xfrm>
            <a:off x="2673964" y="4579897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0038A6"/>
              </a:buClr>
              <a:buSzPts val="1200"/>
            </a:pPr>
            <a:r>
              <a:rPr lang="es-PE" sz="120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Sector Económico (Comercio)</a:t>
            </a:r>
          </a:p>
        </p:txBody>
      </p:sp>
      <p:sp>
        <p:nvSpPr>
          <p:cNvPr id="93" name="Google Shape;319;p3">
            <a:extLst>
              <a:ext uri="{FF2B5EF4-FFF2-40B4-BE49-F238E27FC236}">
                <a16:creationId xmlns:a16="http://schemas.microsoft.com/office/drawing/2014/main" id="{87E2F51A-D429-9EC3-F00D-6776C030FD59}"/>
              </a:ext>
            </a:extLst>
          </p:cNvPr>
          <p:cNvSpPr/>
          <p:nvPr/>
        </p:nvSpPr>
        <p:spPr>
          <a:xfrm>
            <a:off x="2673964" y="5102224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100"/>
              <a:buFont typeface="Poppins"/>
              <a:buNone/>
            </a:pPr>
            <a:r>
              <a:rPr lang="es-PE" sz="120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Departamento (Lima)</a:t>
            </a:r>
            <a:endParaRPr sz="120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320;p3">
            <a:extLst>
              <a:ext uri="{FF2B5EF4-FFF2-40B4-BE49-F238E27FC236}">
                <a16:creationId xmlns:a16="http://schemas.microsoft.com/office/drawing/2014/main" id="{B4A3E3AF-72CF-C081-B952-146DA54ED490}"/>
              </a:ext>
            </a:extLst>
          </p:cNvPr>
          <p:cNvSpPr/>
          <p:nvPr/>
        </p:nvSpPr>
        <p:spPr>
          <a:xfrm>
            <a:off x="2673964" y="5603713"/>
            <a:ext cx="4320000" cy="30642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/>
            <a:r>
              <a:rPr lang="es-PE" sz="120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Antigüedad de la Empresa</a:t>
            </a:r>
          </a:p>
        </p:txBody>
      </p:sp>
      <p:sp>
        <p:nvSpPr>
          <p:cNvPr id="99" name="Google Shape;325;p3">
            <a:extLst>
              <a:ext uri="{FF2B5EF4-FFF2-40B4-BE49-F238E27FC236}">
                <a16:creationId xmlns:a16="http://schemas.microsoft.com/office/drawing/2014/main" id="{D5C45E2F-FBD3-1480-7844-8E983CE55A65}"/>
              </a:ext>
            </a:extLst>
          </p:cNvPr>
          <p:cNvSpPr/>
          <p:nvPr/>
        </p:nvSpPr>
        <p:spPr>
          <a:xfrm>
            <a:off x="7355458" y="5570156"/>
            <a:ext cx="903600" cy="271605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4,7</a:t>
            </a: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1800" b="0" i="0" u="none" strike="noStrike" cap="none" dirty="0">
              <a:solidFill>
                <a:srgbClr val="05BE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326;p3">
            <a:extLst>
              <a:ext uri="{FF2B5EF4-FFF2-40B4-BE49-F238E27FC236}">
                <a16:creationId xmlns:a16="http://schemas.microsoft.com/office/drawing/2014/main" id="{1AF57DCC-3E63-233A-6C98-2A9B0305C284}"/>
              </a:ext>
            </a:extLst>
          </p:cNvPr>
          <p:cNvSpPr/>
          <p:nvPr/>
        </p:nvSpPr>
        <p:spPr>
          <a:xfrm>
            <a:off x="7355457" y="5090832"/>
            <a:ext cx="1141200" cy="271605"/>
          </a:xfrm>
          <a:custGeom>
            <a:avLst/>
            <a:gdLst/>
            <a:ahLst/>
            <a:cxnLst/>
            <a:rect l="l" t="t" r="r" b="b"/>
            <a:pathLst>
              <a:path w="8344216" h="585112" extrusionOk="0">
                <a:moveTo>
                  <a:pt x="8051661" y="585113"/>
                </a:moveTo>
                <a:lnTo>
                  <a:pt x="292556" y="585113"/>
                </a:lnTo>
                <a:cubicBezTo>
                  <a:pt x="129742" y="585113"/>
                  <a:pt x="0" y="455370"/>
                  <a:pt x="0" y="292556"/>
                </a:cubicBezTo>
                <a:lnTo>
                  <a:pt x="0" y="292556"/>
                </a:lnTo>
                <a:cubicBezTo>
                  <a:pt x="0" y="129742"/>
                  <a:pt x="129742" y="0"/>
                  <a:pt x="292556" y="0"/>
                </a:cubicBezTo>
                <a:lnTo>
                  <a:pt x="8051661" y="0"/>
                </a:lnTo>
                <a:cubicBezTo>
                  <a:pt x="8214475" y="0"/>
                  <a:pt x="8344217" y="129742"/>
                  <a:pt x="8344217" y="292556"/>
                </a:cubicBezTo>
                <a:lnTo>
                  <a:pt x="8344217" y="292556"/>
                </a:lnTo>
                <a:cubicBezTo>
                  <a:pt x="8344217" y="452827"/>
                  <a:pt x="8211932" y="585113"/>
                  <a:pt x="8051661" y="585113"/>
                </a:cubicBezTo>
                <a:close/>
              </a:path>
            </a:pathLst>
          </a:custGeom>
          <a:solidFill>
            <a:srgbClr val="00D03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rPr lang="es-PE" sz="1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r>
              <a:rPr lang="es-PE" sz="12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 sz="12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328;p3">
            <a:extLst>
              <a:ext uri="{FF2B5EF4-FFF2-40B4-BE49-F238E27FC236}">
                <a16:creationId xmlns:a16="http://schemas.microsoft.com/office/drawing/2014/main" id="{89D60E6B-5B70-8C4B-BC70-0C7E0D52B7AD}"/>
              </a:ext>
            </a:extLst>
          </p:cNvPr>
          <p:cNvSpPr txBox="1"/>
          <p:nvPr/>
        </p:nvSpPr>
        <p:spPr>
          <a:xfrm>
            <a:off x="9016051" y="2596218"/>
            <a:ext cx="309732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B4E5"/>
              </a:buClr>
              <a:buSzPts val="1200"/>
              <a:buFont typeface="Poppins"/>
              <a:buNone/>
            </a:pPr>
            <a:r>
              <a:rPr lang="es-PE" b="1" i="0" u="none" strike="noStrike" cap="none" dirty="0">
                <a:solidFill>
                  <a:srgbClr val="63B4E5"/>
                </a:solidFill>
                <a:latin typeface="Poppins"/>
                <a:ea typeface="Poppins"/>
                <a:cs typeface="Poppins"/>
                <a:sym typeface="Poppins"/>
              </a:rPr>
              <a:t>% Importancia</a:t>
            </a:r>
            <a:endParaRPr dirty="0"/>
          </a:p>
        </p:txBody>
      </p:sp>
      <p:sp>
        <p:nvSpPr>
          <p:cNvPr id="103" name="Google Shape;329;p3">
            <a:extLst>
              <a:ext uri="{FF2B5EF4-FFF2-40B4-BE49-F238E27FC236}">
                <a16:creationId xmlns:a16="http://schemas.microsoft.com/office/drawing/2014/main" id="{ECEBF4EC-9B8C-A124-7B0A-21C0C3FC7D6D}"/>
              </a:ext>
            </a:extLst>
          </p:cNvPr>
          <p:cNvSpPr txBox="1"/>
          <p:nvPr/>
        </p:nvSpPr>
        <p:spPr>
          <a:xfrm>
            <a:off x="3285301" y="2688159"/>
            <a:ext cx="309732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3B4E5"/>
              </a:buClr>
              <a:buSzPts val="1200"/>
              <a:buFont typeface="Poppins"/>
              <a:buNone/>
            </a:pPr>
            <a:r>
              <a:rPr lang="es-PE" b="1" i="0" u="none" strike="noStrike" cap="none" dirty="0">
                <a:solidFill>
                  <a:srgbClr val="63B4E5"/>
                </a:solidFill>
                <a:latin typeface="Poppins"/>
                <a:ea typeface="Poppins"/>
                <a:cs typeface="Poppins"/>
                <a:sym typeface="Poppins"/>
              </a:rPr>
              <a:t>Nombre de la variable</a:t>
            </a:r>
            <a:endParaRPr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341;p3">
            <a:extLst>
              <a:ext uri="{FF2B5EF4-FFF2-40B4-BE49-F238E27FC236}">
                <a16:creationId xmlns:a16="http://schemas.microsoft.com/office/drawing/2014/main" id="{4CF0D3C9-375D-C675-9D4B-EB2B12B22C64}"/>
              </a:ext>
            </a:extLst>
          </p:cNvPr>
          <p:cNvSpPr/>
          <p:nvPr/>
        </p:nvSpPr>
        <p:spPr>
          <a:xfrm>
            <a:off x="13568534" y="3079898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342;p3">
            <a:extLst>
              <a:ext uri="{FF2B5EF4-FFF2-40B4-BE49-F238E27FC236}">
                <a16:creationId xmlns:a16="http://schemas.microsoft.com/office/drawing/2014/main" id="{D98988F8-21D2-DD22-E519-D0DE457475D9}"/>
              </a:ext>
            </a:extLst>
          </p:cNvPr>
          <p:cNvSpPr/>
          <p:nvPr/>
        </p:nvSpPr>
        <p:spPr>
          <a:xfrm>
            <a:off x="8576153" y="5113003"/>
            <a:ext cx="180000" cy="18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8BD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343;p3">
            <a:extLst>
              <a:ext uri="{FF2B5EF4-FFF2-40B4-BE49-F238E27FC236}">
                <a16:creationId xmlns:a16="http://schemas.microsoft.com/office/drawing/2014/main" id="{31EE65F9-7D76-6462-7545-91DAC99D9C2F}"/>
              </a:ext>
            </a:extLst>
          </p:cNvPr>
          <p:cNvSpPr/>
          <p:nvPr/>
        </p:nvSpPr>
        <p:spPr>
          <a:xfrm>
            <a:off x="8395001" y="5624102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341;p3">
            <a:extLst>
              <a:ext uri="{FF2B5EF4-FFF2-40B4-BE49-F238E27FC236}">
                <a16:creationId xmlns:a16="http://schemas.microsoft.com/office/drawing/2014/main" id="{F9B62944-D7DA-0F7A-68E8-8B3C2C33A722}"/>
              </a:ext>
            </a:extLst>
          </p:cNvPr>
          <p:cNvSpPr/>
          <p:nvPr/>
        </p:nvSpPr>
        <p:spPr>
          <a:xfrm>
            <a:off x="13376935" y="3612761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341;p3">
            <a:extLst>
              <a:ext uri="{FF2B5EF4-FFF2-40B4-BE49-F238E27FC236}">
                <a16:creationId xmlns:a16="http://schemas.microsoft.com/office/drawing/2014/main" id="{FB955BDC-B833-0A40-E7A3-F760520106FA}"/>
              </a:ext>
            </a:extLst>
          </p:cNvPr>
          <p:cNvSpPr/>
          <p:nvPr/>
        </p:nvSpPr>
        <p:spPr>
          <a:xfrm>
            <a:off x="9191933" y="4121807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" name="Google Shape;341;p3">
            <a:extLst>
              <a:ext uri="{FF2B5EF4-FFF2-40B4-BE49-F238E27FC236}">
                <a16:creationId xmlns:a16="http://schemas.microsoft.com/office/drawing/2014/main" id="{E15DE8A6-4BD9-5C24-BF7E-3247F9B676A4}"/>
              </a:ext>
            </a:extLst>
          </p:cNvPr>
          <p:cNvSpPr/>
          <p:nvPr/>
        </p:nvSpPr>
        <p:spPr>
          <a:xfrm>
            <a:off x="8750154" y="4601904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304;p3">
            <a:extLst>
              <a:ext uri="{FF2B5EF4-FFF2-40B4-BE49-F238E27FC236}">
                <a16:creationId xmlns:a16="http://schemas.microsoft.com/office/drawing/2014/main" id="{0139A7CB-8372-F9D8-C8C8-4B634AE5270E}"/>
              </a:ext>
            </a:extLst>
          </p:cNvPr>
          <p:cNvSpPr/>
          <p:nvPr/>
        </p:nvSpPr>
        <p:spPr>
          <a:xfrm>
            <a:off x="10766080" y="5668427"/>
            <a:ext cx="180000" cy="180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EB00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Google Shape;305;p3">
            <a:extLst>
              <a:ext uri="{FF2B5EF4-FFF2-40B4-BE49-F238E27FC236}">
                <a16:creationId xmlns:a16="http://schemas.microsoft.com/office/drawing/2014/main" id="{358B0406-CF36-7235-5A80-D3E9045475BF}"/>
              </a:ext>
            </a:extLst>
          </p:cNvPr>
          <p:cNvSpPr txBox="1"/>
          <p:nvPr/>
        </p:nvSpPr>
        <p:spPr>
          <a:xfrm>
            <a:off x="10923275" y="5630769"/>
            <a:ext cx="3097524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Clr>
                <a:srgbClr val="0038A6"/>
              </a:buClr>
              <a:buSzPts val="1050"/>
            </a:pPr>
            <a:r>
              <a:rPr lang="es-MX" sz="105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Disminuye la probabilidad de aceptación</a:t>
            </a:r>
          </a:p>
        </p:txBody>
      </p:sp>
      <p:sp>
        <p:nvSpPr>
          <p:cNvPr id="12" name="Google Shape;306;p3">
            <a:extLst>
              <a:ext uri="{FF2B5EF4-FFF2-40B4-BE49-F238E27FC236}">
                <a16:creationId xmlns:a16="http://schemas.microsoft.com/office/drawing/2014/main" id="{85B04D84-6949-8780-B83F-2C3A826D87EE}"/>
              </a:ext>
            </a:extLst>
          </p:cNvPr>
          <p:cNvSpPr txBox="1"/>
          <p:nvPr/>
        </p:nvSpPr>
        <p:spPr>
          <a:xfrm>
            <a:off x="10941201" y="5367450"/>
            <a:ext cx="3188831" cy="25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8A6"/>
              </a:buClr>
              <a:buSzPts val="1050"/>
              <a:buFont typeface="Poppins"/>
              <a:buNone/>
            </a:pPr>
            <a:r>
              <a:rPr lang="es-PE" sz="1050" b="0" i="0" u="none" strike="noStrike" cap="none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Aumenta la probabilidad de </a:t>
            </a:r>
            <a:r>
              <a:rPr lang="es-PE" sz="1050" dirty="0">
                <a:solidFill>
                  <a:srgbClr val="0038A6"/>
                </a:solidFill>
                <a:latin typeface="Poppins"/>
                <a:ea typeface="Poppins"/>
                <a:cs typeface="Poppins"/>
                <a:sym typeface="Poppins"/>
              </a:rPr>
              <a:t>aceptación</a:t>
            </a:r>
            <a:endParaRPr sz="1050" b="0" i="0" u="none" strike="noStrike" cap="none" dirty="0">
              <a:solidFill>
                <a:srgbClr val="0038A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307;p3">
            <a:extLst>
              <a:ext uri="{FF2B5EF4-FFF2-40B4-BE49-F238E27FC236}">
                <a16:creationId xmlns:a16="http://schemas.microsoft.com/office/drawing/2014/main" id="{6748F292-E05B-6272-03E5-8A3B28178250}"/>
              </a:ext>
            </a:extLst>
          </p:cNvPr>
          <p:cNvSpPr/>
          <p:nvPr/>
        </p:nvSpPr>
        <p:spPr>
          <a:xfrm>
            <a:off x="10775200" y="5362437"/>
            <a:ext cx="180000" cy="1800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8BD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endParaRPr sz="105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842333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C9031-A71F-1D4B-FB27-4FDCC8899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7;g3ed063acbfe_1_0">
            <a:extLst>
              <a:ext uri="{FF2B5EF4-FFF2-40B4-BE49-F238E27FC236}">
                <a16:creationId xmlns:a16="http://schemas.microsoft.com/office/drawing/2014/main" id="{301110D8-C754-E982-F2B4-985E0BC6CE30}"/>
              </a:ext>
            </a:extLst>
          </p:cNvPr>
          <p:cNvSpPr txBox="1"/>
          <p:nvPr/>
        </p:nvSpPr>
        <p:spPr>
          <a:xfrm>
            <a:off x="658348" y="329547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Anexos | Propuesta </a:t>
            </a:r>
            <a:r>
              <a:rPr lang="es-ES_tradnl" sz="3200" b="1" kern="120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</a:p>
          <a:p>
            <a:pPr defTabSz="1625519">
              <a:buSzPts val="4400"/>
              <a:defRPr/>
            </a:pPr>
            <a:r>
              <a:rPr lang="es-ES_tradnl" sz="24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Conversión de Oferta Relevante por </a:t>
            </a:r>
            <a:r>
              <a:rPr lang="es-ES_tradnl" sz="2400" b="1" kern="1200" noProof="0" dirty="0" err="1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Macroperfil</a:t>
            </a:r>
            <a:r>
              <a:rPr lang="es-ES_tradnl" sz="24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 Comercial</a:t>
            </a:r>
          </a:p>
        </p:txBody>
      </p:sp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BB614F2F-1220-A036-861B-F20C0EB56DF3}"/>
              </a:ext>
            </a:extLst>
          </p:cNvPr>
          <p:cNvCxnSpPr/>
          <p:nvPr/>
        </p:nvCxnSpPr>
        <p:spPr>
          <a:xfrm>
            <a:off x="658358" y="1472548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n 14">
            <a:extLst>
              <a:ext uri="{FF2B5EF4-FFF2-40B4-BE49-F238E27FC236}">
                <a16:creationId xmlns:a16="http://schemas.microsoft.com/office/drawing/2014/main" id="{8F3DA4F3-F479-79A9-A66F-909F0CA377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63" y="2494140"/>
            <a:ext cx="7734000" cy="468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A59F584-B359-61E5-64C7-E3F329A2C2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5067" y="2494140"/>
            <a:ext cx="7734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68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56381-D376-82FA-E4EC-90CB6C0B0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67;g3ed063acbfe_1_0">
            <a:extLst>
              <a:ext uri="{FF2B5EF4-FFF2-40B4-BE49-F238E27FC236}">
                <a16:creationId xmlns:a16="http://schemas.microsoft.com/office/drawing/2014/main" id="{FE71DA83-ED27-A2B4-EDB3-465E191C77A0}"/>
              </a:ext>
            </a:extLst>
          </p:cNvPr>
          <p:cNvSpPr txBox="1"/>
          <p:nvPr/>
        </p:nvSpPr>
        <p:spPr>
          <a:xfrm>
            <a:off x="658348" y="329547"/>
            <a:ext cx="12672388" cy="1143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defTabSz="1625519">
              <a:buSzPts val="4400"/>
              <a:defRPr/>
            </a:pPr>
            <a:r>
              <a:rPr lang="es-ES_tradnl" sz="3200" b="1" kern="1200" noProof="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Anexos | Propuesta B</a:t>
            </a:r>
            <a:endParaRPr lang="es-ES_tradnl" sz="3200" b="1" kern="1200" dirty="0">
              <a:solidFill>
                <a:srgbClr val="13807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defTabSz="1625519">
              <a:buSzPts val="4400"/>
              <a:defRPr/>
            </a:pPr>
            <a:r>
              <a:rPr lang="es-ES_tradnl" sz="2400" b="1" kern="120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Conversión de Oferta Relevante por </a:t>
            </a:r>
            <a:r>
              <a:rPr lang="es-ES_tradnl" sz="2400" b="1" kern="1200" dirty="0" err="1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Macroperfil</a:t>
            </a:r>
            <a:r>
              <a:rPr lang="es-ES_tradnl" sz="2400" b="1" kern="1200" dirty="0">
                <a:solidFill>
                  <a:srgbClr val="13807B"/>
                </a:solidFill>
                <a:latin typeface="Poppins"/>
                <a:ea typeface="Poppins"/>
                <a:cs typeface="Poppins"/>
                <a:sym typeface="Poppins"/>
              </a:rPr>
              <a:t> Comercial</a:t>
            </a:r>
          </a:p>
        </p:txBody>
      </p:sp>
      <p:cxnSp>
        <p:nvCxnSpPr>
          <p:cNvPr id="10" name="Connector 3">
            <a:extLst>
              <a:ext uri="{FF2B5EF4-FFF2-40B4-BE49-F238E27FC236}">
                <a16:creationId xmlns:a16="http://schemas.microsoft.com/office/drawing/2014/main" id="{EA5961E9-E0B1-84D9-67C0-6FD93A15BDF0}"/>
              </a:ext>
            </a:extLst>
          </p:cNvPr>
          <p:cNvCxnSpPr/>
          <p:nvPr/>
        </p:nvCxnSpPr>
        <p:spPr>
          <a:xfrm>
            <a:off x="658358" y="1472548"/>
            <a:ext cx="14939284" cy="0"/>
          </a:xfrm>
          <a:prstGeom prst="line">
            <a:avLst/>
          </a:prstGeom>
          <a:ln w="12700">
            <a:solidFill>
              <a:srgbClr val="D5DF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Imagen 14">
            <a:extLst>
              <a:ext uri="{FF2B5EF4-FFF2-40B4-BE49-F238E27FC236}">
                <a16:creationId xmlns:a16="http://schemas.microsoft.com/office/drawing/2014/main" id="{763CB0FE-D23D-8CB6-13CE-67F136CD2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02" y="2439717"/>
            <a:ext cx="7734000" cy="468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A852B42-F64F-8D91-45AE-65D72340B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6058" y="2439717"/>
            <a:ext cx="7734000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340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oI">
      <a:dk1>
        <a:srgbClr val="13807B"/>
      </a:dk1>
      <a:lt1>
        <a:srgbClr val="FFFFFF"/>
      </a:lt1>
      <a:dk2>
        <a:srgbClr val="6B7180"/>
      </a:dk2>
      <a:lt2>
        <a:srgbClr val="EEECE1"/>
      </a:lt2>
      <a:accent1>
        <a:srgbClr val="C6E9E7"/>
      </a:accent1>
      <a:accent2>
        <a:srgbClr val="E1F2EE"/>
      </a:accent2>
      <a:accent3>
        <a:srgbClr val="FF6B6B"/>
      </a:accent3>
      <a:accent4>
        <a:srgbClr val="8B5CF6"/>
      </a:accent4>
      <a:accent5>
        <a:srgbClr val="FBBF24"/>
      </a:accent5>
      <a:accent6>
        <a:srgbClr val="10B98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VoI">
      <a:dk1>
        <a:srgbClr val="13807B"/>
      </a:dk1>
      <a:lt1>
        <a:srgbClr val="FFFFFF"/>
      </a:lt1>
      <a:dk2>
        <a:srgbClr val="6B7180"/>
      </a:dk2>
      <a:lt2>
        <a:srgbClr val="EEECE1"/>
      </a:lt2>
      <a:accent1>
        <a:srgbClr val="C6E9E7"/>
      </a:accent1>
      <a:accent2>
        <a:srgbClr val="E1F2EE"/>
      </a:accent2>
      <a:accent3>
        <a:srgbClr val="FF6B6B"/>
      </a:accent3>
      <a:accent4>
        <a:srgbClr val="8B5CF6"/>
      </a:accent4>
      <a:accent5>
        <a:srgbClr val="FBBF24"/>
      </a:accent5>
      <a:accent6>
        <a:srgbClr val="10B981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3303</TotalTime>
  <Words>309</Words>
  <Application>Microsoft Office PowerPoint</Application>
  <PresentationFormat>Personalizado</PresentationFormat>
  <Paragraphs>106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Calibri</vt:lpstr>
      <vt:lpstr>Poppins</vt:lpstr>
      <vt:lpstr>Arial</vt:lpstr>
      <vt:lpstr>Geom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Ethel Yaringano</dc:creator>
  <cp:lastModifiedBy>Rene Sangacha</cp:lastModifiedBy>
  <cp:revision>22</cp:revision>
  <dcterms:created xsi:type="dcterms:W3CDTF">2006-08-16T00:00:00Z</dcterms:created>
  <dcterms:modified xsi:type="dcterms:W3CDTF">2026-10-20T15:17:46Z</dcterms:modified>
</cp:coreProperties>
</file>