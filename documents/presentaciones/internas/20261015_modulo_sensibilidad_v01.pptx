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2" r:id="rId2"/>
  </p:sldMasterIdLst>
  <p:notesMasterIdLst>
    <p:notesMasterId r:id="rId12"/>
  </p:notesMasterIdLst>
  <p:sldIdLst>
    <p:sldId id="256" r:id="rId3"/>
    <p:sldId id="355" r:id="rId4"/>
    <p:sldId id="2147483550" r:id="rId5"/>
    <p:sldId id="354" r:id="rId6"/>
    <p:sldId id="352" r:id="rId7"/>
    <p:sldId id="2147483551" r:id="rId8"/>
    <p:sldId id="2147483552" r:id="rId9"/>
    <p:sldId id="2147483553" r:id="rId10"/>
    <p:sldId id="2147483555" r:id="rId11"/>
  </p:sldIdLst>
  <p:sldSz cx="16256000" cy="9144000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Poppins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76">
          <p15:clr>
            <a:srgbClr val="A4A3A4"/>
          </p15:clr>
        </p15:guide>
        <p15:guide id="2" orient="horz" pos="5660">
          <p15:clr>
            <a:srgbClr val="A4A3A4"/>
          </p15:clr>
        </p15:guide>
        <p15:guide id="3" pos="4032">
          <p15:clr>
            <a:srgbClr val="000000"/>
          </p15:clr>
        </p15:guide>
        <p15:guide id="4" orient="horz" pos="4752">
          <p15:clr>
            <a:srgbClr val="747775"/>
          </p15:clr>
        </p15:guide>
        <p15:guide id="5" orient="horz" pos="432">
          <p15:clr>
            <a:srgbClr val="747775"/>
          </p15:clr>
        </p15:guide>
        <p15:guide id="6" pos="9432">
          <p15:clr>
            <a:srgbClr val="747775"/>
          </p15:clr>
        </p15:guide>
        <p15:guide id="7" orient="horz" pos="7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hVYQY3amfREAgvfONLpUuEGiIa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ECF6F5"/>
    <a:srgbClr val="E7E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1FED8-5BAD-456C-B5F7-29BE27416FA7}" v="98" dt="2026-10-15T16:15:28.465"/>
  </p1510:revLst>
</p1510:revInfo>
</file>

<file path=ppt/tableStyles.xml><?xml version="1.0" encoding="utf-8"?>
<a:tblStyleLst xmlns:a="http://schemas.openxmlformats.org/drawingml/2006/main" def="{97A90D3B-424D-4E27-AD4E-C22872C0F10C}">
  <a:tblStyle styleId="{97A90D3B-424D-4E27-AD4E-C22872C0F1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4"/>
    <p:restoredTop sz="94631"/>
  </p:normalViewPr>
  <p:slideViewPr>
    <p:cSldViewPr snapToGrid="0">
      <p:cViewPr varScale="1">
        <p:scale>
          <a:sx n="68" d="100"/>
          <a:sy n="68" d="100"/>
        </p:scale>
        <p:origin x="662" y="67"/>
      </p:cViewPr>
      <p:guideLst>
        <p:guide orient="horz" pos="1776"/>
        <p:guide orient="horz" pos="5660"/>
        <p:guide pos="4032"/>
        <p:guide orient="horz" pos="4752"/>
        <p:guide orient="horz" pos="432"/>
        <p:guide pos="9432"/>
        <p:guide orient="horz" pos="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72" Type="http://schemas.microsoft.com/office/2016/11/relationships/changesInfo" Target="changesInfos/changesInfo1.xml"/><Relationship Id="rId3" Type="http://schemas.openxmlformats.org/officeDocument/2006/relationships/slide" Target="slides/slide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73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6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e Sangacha" userId="a4e5b6bb3df78a73" providerId="LiveId" clId="{9F2BEB09-8DC3-4CD1-B6B3-2ADC2BF56918}"/>
    <pc:docChg chg="undo custSel addSld delSld modSld sldOrd">
      <pc:chgData name="Rene Sangacha" userId="a4e5b6bb3df78a73" providerId="LiveId" clId="{9F2BEB09-8DC3-4CD1-B6B3-2ADC2BF56918}" dt="2026-10-15T16:15:58.555" v="2673" actId="20577"/>
      <pc:docMkLst>
        <pc:docMk/>
      </pc:docMkLst>
      <pc:sldChg chg="modSp mod">
        <pc:chgData name="Rene Sangacha" userId="a4e5b6bb3df78a73" providerId="LiveId" clId="{9F2BEB09-8DC3-4CD1-B6B3-2ADC2BF56918}" dt="2026-10-15T13:33:56.234" v="362" actId="20577"/>
        <pc:sldMkLst>
          <pc:docMk/>
          <pc:sldMk cId="0" sldId="256"/>
        </pc:sldMkLst>
        <pc:spChg chg="mod">
          <ac:chgData name="Rene Sangacha" userId="a4e5b6bb3df78a73" providerId="LiveId" clId="{9F2BEB09-8DC3-4CD1-B6B3-2ADC2BF56918}" dt="2026-10-15T13:33:56.234" v="362" actId="20577"/>
          <ac:spMkLst>
            <pc:docMk/>
            <pc:sldMk cId="0" sldId="256"/>
            <ac:spMk id="57" creationId="{00000000-0000-0000-0000-000000000000}"/>
          </ac:spMkLst>
        </pc:spChg>
      </pc:sldChg>
      <pc:sldChg chg="add del">
        <pc:chgData name="Rene Sangacha" userId="a4e5b6bb3df78a73" providerId="LiveId" clId="{9F2BEB09-8DC3-4CD1-B6B3-2ADC2BF56918}" dt="2026-10-15T15:31:33.268" v="1847" actId="47"/>
        <pc:sldMkLst>
          <pc:docMk/>
          <pc:sldMk cId="0" sldId="257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58"/>
        </pc:sldMkLst>
      </pc:sldChg>
      <pc:sldChg chg="add del">
        <pc:chgData name="Rene Sangacha" userId="a4e5b6bb3df78a73" providerId="LiveId" clId="{9F2BEB09-8DC3-4CD1-B6B3-2ADC2BF56918}" dt="2026-10-15T13:57:35.297" v="815" actId="47"/>
        <pc:sldMkLst>
          <pc:docMk/>
          <pc:sldMk cId="0" sldId="259"/>
        </pc:sldMkLst>
      </pc:sldChg>
      <pc:sldChg chg="add del ord">
        <pc:chgData name="Rene Sangacha" userId="a4e5b6bb3df78a73" providerId="LiveId" clId="{9F2BEB09-8DC3-4CD1-B6B3-2ADC2BF56918}" dt="2026-10-15T13:57:34.045" v="813" actId="47"/>
        <pc:sldMkLst>
          <pc:docMk/>
          <pc:sldMk cId="0" sldId="260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1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2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3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4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5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6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7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8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69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0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1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2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3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4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5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6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7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8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79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1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2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3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5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6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7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8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89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0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1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2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3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4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5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6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297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336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337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2898573173" sldId="338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0" sldId="339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3059072866" sldId="340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2561143198" sldId="341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3458601932" sldId="342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4008926306" sldId="343"/>
        </pc:sldMkLst>
      </pc:sldChg>
      <pc:sldChg chg="del">
        <pc:chgData name="Rene Sangacha" userId="a4e5b6bb3df78a73" providerId="LiveId" clId="{9F2BEB09-8DC3-4CD1-B6B3-2ADC2BF56918}" dt="2026-10-15T04:17:10.099" v="0" actId="47"/>
        <pc:sldMkLst>
          <pc:docMk/>
          <pc:sldMk cId="778150126" sldId="345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2665103273" sldId="346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4165342550" sldId="347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544422283" sldId="348"/>
        </pc:sldMkLst>
      </pc:sldChg>
      <pc:sldChg chg="del">
        <pc:chgData name="Rene Sangacha" userId="a4e5b6bb3df78a73" providerId="LiveId" clId="{9F2BEB09-8DC3-4CD1-B6B3-2ADC2BF56918}" dt="2026-10-15T15:10:01.376" v="1643" actId="47"/>
        <pc:sldMkLst>
          <pc:docMk/>
          <pc:sldMk cId="1143165526" sldId="349"/>
        </pc:sldMkLst>
      </pc:sldChg>
      <pc:sldChg chg="add del">
        <pc:chgData name="Rene Sangacha" userId="a4e5b6bb3df78a73" providerId="LiveId" clId="{9F2BEB09-8DC3-4CD1-B6B3-2ADC2BF56918}" dt="2026-10-15T04:19:09.392" v="3" actId="47"/>
        <pc:sldMkLst>
          <pc:docMk/>
          <pc:sldMk cId="2525109193" sldId="350"/>
        </pc:sldMkLst>
      </pc:sldChg>
      <pc:sldChg chg="add del">
        <pc:chgData name="Rene Sangacha" userId="a4e5b6bb3df78a73" providerId="LiveId" clId="{9F2BEB09-8DC3-4CD1-B6B3-2ADC2BF56918}" dt="2026-10-15T15:10:01.376" v="1643" actId="47"/>
        <pc:sldMkLst>
          <pc:docMk/>
          <pc:sldMk cId="4213164449" sldId="351"/>
        </pc:sldMkLst>
      </pc:sldChg>
      <pc:sldChg chg="addSp delSp modSp add mod ord">
        <pc:chgData name="Rene Sangacha" userId="a4e5b6bb3df78a73" providerId="LiveId" clId="{9F2BEB09-8DC3-4CD1-B6B3-2ADC2BF56918}" dt="2026-10-15T16:15:58.555" v="2673" actId="20577"/>
        <pc:sldMkLst>
          <pc:docMk/>
          <pc:sldMk cId="1230420152" sldId="352"/>
        </pc:sldMkLst>
        <pc:spChg chg="del">
          <ac:chgData name="Rene Sangacha" userId="a4e5b6bb3df78a73" providerId="LiveId" clId="{9F2BEB09-8DC3-4CD1-B6B3-2ADC2BF56918}" dt="2026-10-15T14:25:42.133" v="820" actId="478"/>
          <ac:spMkLst>
            <pc:docMk/>
            <pc:sldMk cId="1230420152" sldId="352"/>
            <ac:spMk id="2" creationId="{2747EF67-3DD9-0505-CD93-185202D7C6B0}"/>
          </ac:spMkLst>
        </pc:spChg>
        <pc:spChg chg="add mod">
          <ac:chgData name="Rene Sangacha" userId="a4e5b6bb3df78a73" providerId="LiveId" clId="{9F2BEB09-8DC3-4CD1-B6B3-2ADC2BF56918}" dt="2026-10-15T16:15:28.465" v="2668" actId="164"/>
          <ac:spMkLst>
            <pc:docMk/>
            <pc:sldMk cId="1230420152" sldId="352"/>
            <ac:spMk id="3" creationId="{02BBD034-7559-5B5E-6BAB-30AE06D68AB8}"/>
          </ac:spMkLst>
        </pc:spChg>
        <pc:spChg chg="add del mod">
          <ac:chgData name="Rene Sangacha" userId="a4e5b6bb3df78a73" providerId="LiveId" clId="{9F2BEB09-8DC3-4CD1-B6B3-2ADC2BF56918}" dt="2026-10-15T14:26:01.599" v="836" actId="478"/>
          <ac:spMkLst>
            <pc:docMk/>
            <pc:sldMk cId="1230420152" sldId="352"/>
            <ac:spMk id="4" creationId="{A4DD7692-A63D-F28F-C63C-6168F3D4FDD3}"/>
          </ac:spMkLst>
        </pc:spChg>
        <pc:spChg chg="add mod">
          <ac:chgData name="Rene Sangacha" userId="a4e5b6bb3df78a73" providerId="LiveId" clId="{9F2BEB09-8DC3-4CD1-B6B3-2ADC2BF56918}" dt="2026-10-15T16:15:28.465" v="2668" actId="164"/>
          <ac:spMkLst>
            <pc:docMk/>
            <pc:sldMk cId="1230420152" sldId="352"/>
            <ac:spMk id="5" creationId="{5D815744-0A07-4C86-15BB-025155051AC7}"/>
          </ac:spMkLst>
        </pc:spChg>
        <pc:spChg chg="add del mod">
          <ac:chgData name="Rene Sangacha" userId="a4e5b6bb3df78a73" providerId="LiveId" clId="{9F2BEB09-8DC3-4CD1-B6B3-2ADC2BF56918}" dt="2026-10-15T14:26:04.632" v="838" actId="478"/>
          <ac:spMkLst>
            <pc:docMk/>
            <pc:sldMk cId="1230420152" sldId="352"/>
            <ac:spMk id="6" creationId="{344F0312-D4F4-9B01-EF77-163BECC7F03E}"/>
          </ac:spMkLst>
        </pc:spChg>
        <pc:spChg chg="add mod">
          <ac:chgData name="Rene Sangacha" userId="a4e5b6bb3df78a73" providerId="LiveId" clId="{9F2BEB09-8DC3-4CD1-B6B3-2ADC2BF56918}" dt="2026-10-15T14:26:01.848" v="837"/>
          <ac:spMkLst>
            <pc:docMk/>
            <pc:sldMk cId="1230420152" sldId="352"/>
            <ac:spMk id="7" creationId="{0C948AAF-1BAF-E26C-CBC6-4ACB74CEF76F}"/>
          </ac:spMkLst>
        </pc:spChg>
        <pc:spChg chg="add mod">
          <ac:chgData name="Rene Sangacha" userId="a4e5b6bb3df78a73" providerId="LiveId" clId="{9F2BEB09-8DC3-4CD1-B6B3-2ADC2BF56918}" dt="2026-10-15T16:15:28.465" v="2668" actId="164"/>
          <ac:spMkLst>
            <pc:docMk/>
            <pc:sldMk cId="1230420152" sldId="352"/>
            <ac:spMk id="7" creationId="{24C9BE8C-A115-5204-C900-645F85DA9600}"/>
          </ac:spMkLst>
        </pc:spChg>
        <pc:spChg chg="add mod">
          <ac:chgData name="Rene Sangacha" userId="a4e5b6bb3df78a73" providerId="LiveId" clId="{9F2BEB09-8DC3-4CD1-B6B3-2ADC2BF56918}" dt="2026-10-15T14:26:10.282" v="855" actId="20577"/>
          <ac:spMkLst>
            <pc:docMk/>
            <pc:sldMk cId="1230420152" sldId="352"/>
            <ac:spMk id="9" creationId="{21F0A3AB-15F2-3A2D-BFD8-544EE3D3FAF7}"/>
          </ac:spMkLst>
        </pc:spChg>
        <pc:spChg chg="add del">
          <ac:chgData name="Rene Sangacha" userId="a4e5b6bb3df78a73" providerId="LiveId" clId="{9F2BEB09-8DC3-4CD1-B6B3-2ADC2BF56918}" dt="2026-10-15T14:49:06.749" v="857" actId="22"/>
          <ac:spMkLst>
            <pc:docMk/>
            <pc:sldMk cId="1230420152" sldId="352"/>
            <ac:spMk id="12" creationId="{E22535E1-36BC-06C2-9FAC-78B065542631}"/>
          </ac:spMkLst>
        </pc:spChg>
        <pc:spChg chg="add del">
          <ac:chgData name="Rene Sangacha" userId="a4e5b6bb3df78a73" providerId="LiveId" clId="{9F2BEB09-8DC3-4CD1-B6B3-2ADC2BF56918}" dt="2026-10-15T14:49:06.749" v="857" actId="22"/>
          <ac:spMkLst>
            <pc:docMk/>
            <pc:sldMk cId="1230420152" sldId="352"/>
            <ac:spMk id="14" creationId="{F251E1AB-78AB-8CF6-DF75-5FF6406AED59}"/>
          </ac:spMkLst>
        </pc:spChg>
        <pc:spChg chg="add mod">
          <ac:chgData name="Rene Sangacha" userId="a4e5b6bb3df78a73" providerId="LiveId" clId="{9F2BEB09-8DC3-4CD1-B6B3-2ADC2BF56918}" dt="2026-10-15T16:14:37.710" v="2660" actId="14100"/>
          <ac:spMkLst>
            <pc:docMk/>
            <pc:sldMk cId="1230420152" sldId="352"/>
            <ac:spMk id="15" creationId="{26511564-7E9E-643B-5F91-6F1AE9CB288A}"/>
          </ac:spMkLst>
        </pc:spChg>
        <pc:spChg chg="add mod">
          <ac:chgData name="Rene Sangacha" userId="a4e5b6bb3df78a73" providerId="LiveId" clId="{9F2BEB09-8DC3-4CD1-B6B3-2ADC2BF56918}" dt="2026-10-15T14:49:28.815" v="859" actId="1076"/>
          <ac:spMkLst>
            <pc:docMk/>
            <pc:sldMk cId="1230420152" sldId="352"/>
            <ac:spMk id="16" creationId="{20CF16E4-2E4A-041F-37A8-48DDBD85C381}"/>
          </ac:spMkLst>
        </pc:spChg>
        <pc:spChg chg="add del mod topLvl">
          <ac:chgData name="Rene Sangacha" userId="a4e5b6bb3df78a73" providerId="LiveId" clId="{9F2BEB09-8DC3-4CD1-B6B3-2ADC2BF56918}" dt="2026-10-15T15:45:26.751" v="1920" actId="20577"/>
          <ac:spMkLst>
            <pc:docMk/>
            <pc:sldMk cId="1230420152" sldId="352"/>
            <ac:spMk id="18" creationId="{1CE4F0E0-89B1-94BE-47C1-8F116C282A3F}"/>
          </ac:spMkLst>
        </pc:spChg>
        <pc:spChg chg="add del mod topLvl">
          <ac:chgData name="Rene Sangacha" userId="a4e5b6bb3df78a73" providerId="LiveId" clId="{9F2BEB09-8DC3-4CD1-B6B3-2ADC2BF56918}" dt="2026-10-15T15:45:38.226" v="1922" actId="20577"/>
          <ac:spMkLst>
            <pc:docMk/>
            <pc:sldMk cId="1230420152" sldId="352"/>
            <ac:spMk id="23" creationId="{4E03919B-4F37-DDE7-BF96-E2241CF3C94F}"/>
          </ac:spMkLst>
        </pc:spChg>
        <pc:spChg chg="add del mod">
          <ac:chgData name="Rene Sangacha" userId="a4e5b6bb3df78a73" providerId="LiveId" clId="{9F2BEB09-8DC3-4CD1-B6B3-2ADC2BF56918}" dt="2026-10-15T14:51:10.691" v="879" actId="165"/>
          <ac:spMkLst>
            <pc:docMk/>
            <pc:sldMk cId="1230420152" sldId="352"/>
            <ac:spMk id="25" creationId="{105978EB-9263-057E-274B-12C3E97AA2BF}"/>
          </ac:spMkLst>
        </pc:spChg>
        <pc:spChg chg="mod">
          <ac:chgData name="Rene Sangacha" userId="a4e5b6bb3df78a73" providerId="LiveId" clId="{9F2BEB09-8DC3-4CD1-B6B3-2ADC2BF56918}" dt="2026-10-15T14:53:42.106" v="953" actId="20577"/>
          <ac:spMkLst>
            <pc:docMk/>
            <pc:sldMk cId="1230420152" sldId="352"/>
            <ac:spMk id="27" creationId="{C06ED6A8-6A66-6BD3-C904-B9249485A07F}"/>
          </ac:spMkLst>
        </pc:spChg>
        <pc:spChg chg="add del mod">
          <ac:chgData name="Rene Sangacha" userId="a4e5b6bb3df78a73" providerId="LiveId" clId="{9F2BEB09-8DC3-4CD1-B6B3-2ADC2BF56918}" dt="2026-10-15T14:52:25.744" v="933" actId="478"/>
          <ac:spMkLst>
            <pc:docMk/>
            <pc:sldMk cId="1230420152" sldId="352"/>
            <ac:spMk id="28" creationId="{0CC0477B-BFDB-397B-607B-4686D52B80CD}"/>
          </ac:spMkLst>
        </pc:spChg>
        <pc:spChg chg="del mod">
          <ac:chgData name="Rene Sangacha" userId="a4e5b6bb3df78a73" providerId="LiveId" clId="{9F2BEB09-8DC3-4CD1-B6B3-2ADC2BF56918}" dt="2026-10-15T14:52:14.155" v="930" actId="478"/>
          <ac:spMkLst>
            <pc:docMk/>
            <pc:sldMk cId="1230420152" sldId="352"/>
            <ac:spMk id="29" creationId="{F488E54D-1B60-049E-7CA8-220A796B910C}"/>
          </ac:spMkLst>
        </pc:spChg>
        <pc:spChg chg="mod">
          <ac:chgData name="Rene Sangacha" userId="a4e5b6bb3df78a73" providerId="LiveId" clId="{9F2BEB09-8DC3-4CD1-B6B3-2ADC2BF56918}" dt="2026-10-15T14:53:31.888" v="942" actId="20577"/>
          <ac:spMkLst>
            <pc:docMk/>
            <pc:sldMk cId="1230420152" sldId="352"/>
            <ac:spMk id="30" creationId="{FCFD20AB-5AAD-8D15-906B-F872F9046535}"/>
          </ac:spMkLst>
        </pc:spChg>
        <pc:spChg chg="del mod">
          <ac:chgData name="Rene Sangacha" userId="a4e5b6bb3df78a73" providerId="LiveId" clId="{9F2BEB09-8DC3-4CD1-B6B3-2ADC2BF56918}" dt="2026-10-15T14:52:09.561" v="927" actId="478"/>
          <ac:spMkLst>
            <pc:docMk/>
            <pc:sldMk cId="1230420152" sldId="352"/>
            <ac:spMk id="31" creationId="{A015B40C-861D-A179-E728-F7B1A86E3036}"/>
          </ac:spMkLst>
        </pc:spChg>
        <pc:spChg chg="mod">
          <ac:chgData name="Rene Sangacha" userId="a4e5b6bb3df78a73" providerId="LiveId" clId="{9F2BEB09-8DC3-4CD1-B6B3-2ADC2BF56918}" dt="2026-10-15T14:54:21.920" v="967" actId="14100"/>
          <ac:spMkLst>
            <pc:docMk/>
            <pc:sldMk cId="1230420152" sldId="352"/>
            <ac:spMk id="32" creationId="{50847E19-C4F2-AC59-2524-0370421C38D0}"/>
          </ac:spMkLst>
        </pc:spChg>
        <pc:spChg chg="del mod">
          <ac:chgData name="Rene Sangacha" userId="a4e5b6bb3df78a73" providerId="LiveId" clId="{9F2BEB09-8DC3-4CD1-B6B3-2ADC2BF56918}" dt="2026-10-15T14:52:20.175" v="932" actId="478"/>
          <ac:spMkLst>
            <pc:docMk/>
            <pc:sldMk cId="1230420152" sldId="352"/>
            <ac:spMk id="33" creationId="{8555F501-E4F2-E5CF-4B68-94BD83E004BD}"/>
          </ac:spMkLst>
        </pc:spChg>
        <pc:spChg chg="add del mod">
          <ac:chgData name="Rene Sangacha" userId="a4e5b6bb3df78a73" providerId="LiveId" clId="{9F2BEB09-8DC3-4CD1-B6B3-2ADC2BF56918}" dt="2026-10-15T14:52:09.561" v="927" actId="478"/>
          <ac:spMkLst>
            <pc:docMk/>
            <pc:sldMk cId="1230420152" sldId="352"/>
            <ac:spMk id="34" creationId="{954AE804-19DF-66C8-892D-ED2473980013}"/>
          </ac:spMkLst>
        </pc:spChg>
        <pc:spChg chg="del mod">
          <ac:chgData name="Rene Sangacha" userId="a4e5b6bb3df78a73" providerId="LiveId" clId="{9F2BEB09-8DC3-4CD1-B6B3-2ADC2BF56918}" dt="2026-10-15T14:52:09.561" v="927" actId="478"/>
          <ac:spMkLst>
            <pc:docMk/>
            <pc:sldMk cId="1230420152" sldId="352"/>
            <ac:spMk id="35" creationId="{EC99C85B-17C5-6FBF-D337-D5C4676BB41E}"/>
          </ac:spMkLst>
        </pc:spChg>
        <pc:spChg chg="mod">
          <ac:chgData name="Rene Sangacha" userId="a4e5b6bb3df78a73" providerId="LiveId" clId="{9F2BEB09-8DC3-4CD1-B6B3-2ADC2BF56918}" dt="2026-10-15T14:53:21.064" v="939" actId="1038"/>
          <ac:spMkLst>
            <pc:docMk/>
            <pc:sldMk cId="1230420152" sldId="352"/>
            <ac:spMk id="36" creationId="{F718A483-36A6-2215-6277-E5EC22C876DE}"/>
          </ac:spMkLst>
        </pc:spChg>
        <pc:spChg chg="del topLvl">
          <ac:chgData name="Rene Sangacha" userId="a4e5b6bb3df78a73" providerId="LiveId" clId="{9F2BEB09-8DC3-4CD1-B6B3-2ADC2BF56918}" dt="2026-10-15T14:54:29.217" v="968" actId="478"/>
          <ac:spMkLst>
            <pc:docMk/>
            <pc:sldMk cId="1230420152" sldId="352"/>
            <ac:spMk id="38" creationId="{5C835396-2D3D-F13C-111B-E84D70A9EF66}"/>
          </ac:spMkLst>
        </pc:spChg>
        <pc:spChg chg="add del mod">
          <ac:chgData name="Rene Sangacha" userId="a4e5b6bb3df78a73" providerId="LiveId" clId="{9F2BEB09-8DC3-4CD1-B6B3-2ADC2BF56918}" dt="2026-10-15T15:46:08.106" v="1929" actId="164"/>
          <ac:spMkLst>
            <pc:docMk/>
            <pc:sldMk cId="1230420152" sldId="352"/>
            <ac:spMk id="41" creationId="{35E32D90-6EEE-C758-0E0C-B16B5596F1A4}"/>
          </ac:spMkLst>
        </pc:spChg>
        <pc:spChg chg="add mod">
          <ac:chgData name="Rene Sangacha" userId="a4e5b6bb3df78a73" providerId="LiveId" clId="{9F2BEB09-8DC3-4CD1-B6B3-2ADC2BF56918}" dt="2026-10-15T16:13:29.869" v="2608" actId="14100"/>
          <ac:spMkLst>
            <pc:docMk/>
            <pc:sldMk cId="1230420152" sldId="352"/>
            <ac:spMk id="43" creationId="{BE9840A9-6392-3EC1-2627-D3DACFFB9DEC}"/>
          </ac:spMkLst>
        </pc:spChg>
        <pc:spChg chg="add mod">
          <ac:chgData name="Rene Sangacha" userId="a4e5b6bb3df78a73" providerId="LiveId" clId="{9F2BEB09-8DC3-4CD1-B6B3-2ADC2BF56918}" dt="2026-10-15T15:47:54.419" v="1953" actId="1076"/>
          <ac:spMkLst>
            <pc:docMk/>
            <pc:sldMk cId="1230420152" sldId="352"/>
            <ac:spMk id="45" creationId="{9061382C-7C6B-8BD7-970D-369C136C00FE}"/>
          </ac:spMkLst>
        </pc:spChg>
        <pc:spChg chg="add del mod">
          <ac:chgData name="Rene Sangacha" userId="a4e5b6bb3df78a73" providerId="LiveId" clId="{9F2BEB09-8DC3-4CD1-B6B3-2ADC2BF56918}" dt="2026-10-15T14:59:13.792" v="1453" actId="478"/>
          <ac:spMkLst>
            <pc:docMk/>
            <pc:sldMk cId="1230420152" sldId="352"/>
            <ac:spMk id="47" creationId="{5CA45E4D-00B5-80A8-FFA3-BDE399275E01}"/>
          </ac:spMkLst>
        </pc:spChg>
        <pc:spChg chg="add mod">
          <ac:chgData name="Rene Sangacha" userId="a4e5b6bb3df78a73" providerId="LiveId" clId="{9F2BEB09-8DC3-4CD1-B6B3-2ADC2BF56918}" dt="2026-10-15T15:47:47.487" v="1951" actId="1076"/>
          <ac:spMkLst>
            <pc:docMk/>
            <pc:sldMk cId="1230420152" sldId="352"/>
            <ac:spMk id="53" creationId="{AEEE4B17-236F-8E98-79B4-81782F5FD31F}"/>
          </ac:spMkLst>
        </pc:spChg>
        <pc:spChg chg="add mod">
          <ac:chgData name="Rene Sangacha" userId="a4e5b6bb3df78a73" providerId="LiveId" clId="{9F2BEB09-8DC3-4CD1-B6B3-2ADC2BF56918}" dt="2026-10-15T16:15:58.555" v="2673" actId="20577"/>
          <ac:spMkLst>
            <pc:docMk/>
            <pc:sldMk cId="1230420152" sldId="352"/>
            <ac:spMk id="55" creationId="{9916C10B-47E8-9938-E297-7BAD56B56A3C}"/>
          </ac:spMkLst>
        </pc:spChg>
        <pc:spChg chg="add del mod">
          <ac:chgData name="Rene Sangacha" userId="a4e5b6bb3df78a73" providerId="LiveId" clId="{9F2BEB09-8DC3-4CD1-B6B3-2ADC2BF56918}" dt="2026-10-15T15:10:10.954" v="1647" actId="478"/>
          <ac:spMkLst>
            <pc:docMk/>
            <pc:sldMk cId="1230420152" sldId="352"/>
            <ac:spMk id="57" creationId="{97F4D215-2B67-D79A-E247-C1708C2D9878}"/>
          </ac:spMkLst>
        </pc:spChg>
        <pc:spChg chg="add del mod">
          <ac:chgData name="Rene Sangacha" userId="a4e5b6bb3df78a73" providerId="LiveId" clId="{9F2BEB09-8DC3-4CD1-B6B3-2ADC2BF56918}" dt="2026-10-15T15:10:10.954" v="1647" actId="478"/>
          <ac:spMkLst>
            <pc:docMk/>
            <pc:sldMk cId="1230420152" sldId="352"/>
            <ac:spMk id="58" creationId="{CCF01879-AC91-6A2D-C5BD-5556583C7788}"/>
          </ac:spMkLst>
        </pc:spChg>
        <pc:spChg chg="add del mod">
          <ac:chgData name="Rene Sangacha" userId="a4e5b6bb3df78a73" providerId="LiveId" clId="{9F2BEB09-8DC3-4CD1-B6B3-2ADC2BF56918}" dt="2026-10-15T15:49:29.791" v="1957" actId="478"/>
          <ac:spMkLst>
            <pc:docMk/>
            <pc:sldMk cId="1230420152" sldId="352"/>
            <ac:spMk id="69" creationId="{B2F0B541-C2AB-9966-0482-E0D67975FC89}"/>
          </ac:spMkLst>
        </pc:spChg>
        <pc:spChg chg="add mod">
          <ac:chgData name="Rene Sangacha" userId="a4e5b6bb3df78a73" providerId="LiveId" clId="{9F2BEB09-8DC3-4CD1-B6B3-2ADC2BF56918}" dt="2026-10-15T15:50:46.250" v="2032" actId="403"/>
          <ac:spMkLst>
            <pc:docMk/>
            <pc:sldMk cId="1230420152" sldId="352"/>
            <ac:spMk id="71" creationId="{B2F0B541-C2AB-9966-0482-E0D67975FC89}"/>
          </ac:spMkLst>
        </pc:spChg>
        <pc:grpChg chg="add mod">
          <ac:chgData name="Rene Sangacha" userId="a4e5b6bb3df78a73" providerId="LiveId" clId="{9F2BEB09-8DC3-4CD1-B6B3-2ADC2BF56918}" dt="2026-10-15T16:15:32.259" v="2669" actId="1076"/>
          <ac:grpSpMkLst>
            <pc:docMk/>
            <pc:sldMk cId="1230420152" sldId="352"/>
            <ac:grpSpMk id="8" creationId="{1B348AF4-1786-97C3-50C1-BA551665A461}"/>
          </ac:grpSpMkLst>
        </pc:grpChg>
        <pc:grpChg chg="del mod">
          <ac:chgData name="Rene Sangacha" userId="a4e5b6bb3df78a73" providerId="LiveId" clId="{9F2BEB09-8DC3-4CD1-B6B3-2ADC2BF56918}" dt="2026-10-15T14:55:58.119" v="1094" actId="478"/>
          <ac:grpSpMkLst>
            <pc:docMk/>
            <pc:sldMk cId="1230420152" sldId="352"/>
            <ac:grpSpMk id="17" creationId="{510BCB62-ED87-DC20-6D70-D47398303AF6}"/>
          </ac:grpSpMkLst>
        </pc:grpChg>
        <pc:grpChg chg="add del mod">
          <ac:chgData name="Rene Sangacha" userId="a4e5b6bb3df78a73" providerId="LiveId" clId="{9F2BEB09-8DC3-4CD1-B6B3-2ADC2BF56918}" dt="2026-10-15T14:50:39.290" v="871" actId="478"/>
          <ac:grpSpMkLst>
            <pc:docMk/>
            <pc:sldMk cId="1230420152" sldId="352"/>
            <ac:grpSpMk id="20" creationId="{7C186EAB-71F8-B5ED-22E4-A66873583305}"/>
          </ac:grpSpMkLst>
        </pc:grpChg>
        <pc:grpChg chg="add del mod topLvl">
          <ac:chgData name="Rene Sangacha" userId="a4e5b6bb3df78a73" providerId="LiveId" clId="{9F2BEB09-8DC3-4CD1-B6B3-2ADC2BF56918}" dt="2026-10-15T14:50:47.828" v="873" actId="478"/>
          <ac:grpSpMkLst>
            <pc:docMk/>
            <pc:sldMk cId="1230420152" sldId="352"/>
            <ac:grpSpMk id="21" creationId="{E6F5133E-8FCD-87EB-CE6D-DECCDBA51024}"/>
          </ac:grpSpMkLst>
        </pc:grpChg>
        <pc:grpChg chg="add del mod">
          <ac:chgData name="Rene Sangacha" userId="a4e5b6bb3df78a73" providerId="LiveId" clId="{9F2BEB09-8DC3-4CD1-B6B3-2ADC2BF56918}" dt="2026-10-15T15:43:13.219" v="1887" actId="164"/>
          <ac:grpSpMkLst>
            <pc:docMk/>
            <pc:sldMk cId="1230420152" sldId="352"/>
            <ac:grpSpMk id="24" creationId="{8D83D7BB-1123-B894-56EB-90FE56055A19}"/>
          </ac:grpSpMkLst>
        </pc:grpChg>
        <pc:grpChg chg="mod topLvl">
          <ac:chgData name="Rene Sangacha" userId="a4e5b6bb3df78a73" providerId="LiveId" clId="{9F2BEB09-8DC3-4CD1-B6B3-2ADC2BF56918}" dt="2026-10-15T14:50:39.290" v="871" actId="478"/>
          <ac:grpSpMkLst>
            <pc:docMk/>
            <pc:sldMk cId="1230420152" sldId="352"/>
            <ac:grpSpMk id="26" creationId="{788F8844-B187-75EB-2E12-7DBCD27E1462}"/>
          </ac:grpSpMkLst>
        </pc:grpChg>
        <pc:grpChg chg="del mod">
          <ac:chgData name="Rene Sangacha" userId="a4e5b6bb3df78a73" providerId="LiveId" clId="{9F2BEB09-8DC3-4CD1-B6B3-2ADC2BF56918}" dt="2026-10-15T14:54:29.217" v="968" actId="478"/>
          <ac:grpSpMkLst>
            <pc:docMk/>
            <pc:sldMk cId="1230420152" sldId="352"/>
            <ac:grpSpMk id="37" creationId="{3908C2E8-66C0-3000-B7AD-8A9F47F20DBB}"/>
          </ac:grpSpMkLst>
        </pc:grpChg>
        <pc:grpChg chg="add mod">
          <ac:chgData name="Rene Sangacha" userId="a4e5b6bb3df78a73" providerId="LiveId" clId="{9F2BEB09-8DC3-4CD1-B6B3-2ADC2BF56918}" dt="2026-10-15T15:46:44.676" v="1933" actId="164"/>
          <ac:grpSpMkLst>
            <pc:docMk/>
            <pc:sldMk cId="1230420152" sldId="352"/>
            <ac:grpSpMk id="60" creationId="{267805A7-AF44-736E-AFAF-9CA397F65612}"/>
          </ac:grpSpMkLst>
        </pc:grpChg>
        <pc:grpChg chg="add mod">
          <ac:chgData name="Rene Sangacha" userId="a4e5b6bb3df78a73" providerId="LiveId" clId="{9F2BEB09-8DC3-4CD1-B6B3-2ADC2BF56918}" dt="2026-10-15T15:46:44.676" v="1933" actId="164"/>
          <ac:grpSpMkLst>
            <pc:docMk/>
            <pc:sldMk cId="1230420152" sldId="352"/>
            <ac:grpSpMk id="65" creationId="{02AA350D-0748-A5EA-8772-FFE96C64CC92}"/>
          </ac:grpSpMkLst>
        </pc:grpChg>
        <pc:grpChg chg="add mod">
          <ac:chgData name="Rene Sangacha" userId="a4e5b6bb3df78a73" providerId="LiveId" clId="{9F2BEB09-8DC3-4CD1-B6B3-2ADC2BF56918}" dt="2026-10-15T15:46:44.676" v="1933" actId="164"/>
          <ac:grpSpMkLst>
            <pc:docMk/>
            <pc:sldMk cId="1230420152" sldId="352"/>
            <ac:grpSpMk id="66" creationId="{BFB53878-E269-F8EA-A435-1D0D20AA93FB}"/>
          </ac:grpSpMkLst>
        </pc:grpChg>
        <pc:grpChg chg="add mod">
          <ac:chgData name="Rene Sangacha" userId="a4e5b6bb3df78a73" providerId="LiveId" clId="{9F2BEB09-8DC3-4CD1-B6B3-2ADC2BF56918}" dt="2026-10-15T16:14:42.009" v="2661" actId="1076"/>
          <ac:grpSpMkLst>
            <pc:docMk/>
            <pc:sldMk cId="1230420152" sldId="352"/>
            <ac:grpSpMk id="67" creationId="{34558477-8943-4AE7-4EAD-3709ECDDD12D}"/>
          </ac:grpSpMkLst>
        </pc:grpChg>
        <pc:grpChg chg="add mod">
          <ac:chgData name="Rene Sangacha" userId="a4e5b6bb3df78a73" providerId="LiveId" clId="{9F2BEB09-8DC3-4CD1-B6B3-2ADC2BF56918}" dt="2026-10-15T16:15:54.166" v="2672" actId="1076"/>
          <ac:grpSpMkLst>
            <pc:docMk/>
            <pc:sldMk cId="1230420152" sldId="352"/>
            <ac:grpSpMk id="68" creationId="{5185CAFB-E8E2-5254-7536-ADE80E79A32F}"/>
          </ac:grpSpMkLst>
        </pc:grpChg>
        <pc:grpChg chg="add mod">
          <ac:chgData name="Rene Sangacha" userId="a4e5b6bb3df78a73" providerId="LiveId" clId="{9F2BEB09-8DC3-4CD1-B6B3-2ADC2BF56918}" dt="2026-10-15T16:15:28.465" v="2668" actId="164"/>
          <ac:grpSpMkLst>
            <pc:docMk/>
            <pc:sldMk cId="1230420152" sldId="352"/>
            <ac:grpSpMk id="73" creationId="{FCE3F3B1-145E-2150-685B-903C5F3DB197}"/>
          </ac:grpSpMkLst>
        </pc:grpChg>
        <pc:graphicFrameChg chg="add mod">
          <ac:chgData name="Rene Sangacha" userId="a4e5b6bb3df78a73" providerId="LiveId" clId="{9F2BEB09-8DC3-4CD1-B6B3-2ADC2BF56918}" dt="2026-10-15T15:06:55.039" v="1470"/>
          <ac:graphicFrameMkLst>
            <pc:docMk/>
            <pc:sldMk cId="1230420152" sldId="352"/>
            <ac:graphicFrameMk id="48" creationId="{6C4D9FA4-BA68-2469-309A-AB5934EE6C0E}"/>
          </ac:graphicFrameMkLst>
        </pc:graphicFrameChg>
        <pc:graphicFrameChg chg="add del mod">
          <ac:chgData name="Rene Sangacha" userId="a4e5b6bb3df78a73" providerId="LiveId" clId="{9F2BEB09-8DC3-4CD1-B6B3-2ADC2BF56918}" dt="2026-10-15T15:07:57.260" v="1476" actId="478"/>
          <ac:graphicFrameMkLst>
            <pc:docMk/>
            <pc:sldMk cId="1230420152" sldId="352"/>
            <ac:graphicFrameMk id="49" creationId="{3E867B53-7CFA-D97F-A860-6CF5AE0C11AD}"/>
          </ac:graphicFrameMkLst>
        </pc:graphicFrameChg>
        <pc:graphicFrameChg chg="add mod">
          <ac:chgData name="Rene Sangacha" userId="a4e5b6bb3df78a73" providerId="LiveId" clId="{9F2BEB09-8DC3-4CD1-B6B3-2ADC2BF56918}" dt="2026-10-15T15:07:57.706" v="1477"/>
          <ac:graphicFrameMkLst>
            <pc:docMk/>
            <pc:sldMk cId="1230420152" sldId="352"/>
            <ac:graphicFrameMk id="50" creationId="{8039F397-78AB-8705-E33E-690C7F75DF53}"/>
          </ac:graphicFrameMkLst>
        </pc:graphicFrameChg>
        <pc:graphicFrameChg chg="add mod">
          <ac:chgData name="Rene Sangacha" userId="a4e5b6bb3df78a73" providerId="LiveId" clId="{9F2BEB09-8DC3-4CD1-B6B3-2ADC2BF56918}" dt="2026-10-15T16:15:28.465" v="2668" actId="164"/>
          <ac:graphicFrameMkLst>
            <pc:docMk/>
            <pc:sldMk cId="1230420152" sldId="352"/>
            <ac:graphicFrameMk id="51" creationId="{054BBE00-6C47-CD7A-FBFF-E9B1151DAB3E}"/>
          </ac:graphicFrameMkLst>
        </pc:graphicFrameChg>
        <pc:picChg chg="del">
          <ac:chgData name="Rene Sangacha" userId="a4e5b6bb3df78a73" providerId="LiveId" clId="{9F2BEB09-8DC3-4CD1-B6B3-2ADC2BF56918}" dt="2026-10-15T04:19:18.990" v="5" actId="478"/>
          <ac:picMkLst>
            <pc:docMk/>
            <pc:sldMk cId="1230420152" sldId="352"/>
            <ac:picMk id="5" creationId="{ED5242AA-E2AC-174D-04DC-7409ABA0A032}"/>
          </ac:picMkLst>
        </pc:picChg>
        <pc:picChg chg="del topLvl">
          <ac:chgData name="Rene Sangacha" userId="a4e5b6bb3df78a73" providerId="LiveId" clId="{9F2BEB09-8DC3-4CD1-B6B3-2ADC2BF56918}" dt="2026-10-15T14:55:58.119" v="1094" actId="478"/>
          <ac:picMkLst>
            <pc:docMk/>
            <pc:sldMk cId="1230420152" sldId="352"/>
            <ac:picMk id="19" creationId="{3DCD9356-E00C-4022-0066-83E007602E99}"/>
          </ac:picMkLst>
        </pc:picChg>
        <pc:picChg chg="add del mod topLvl">
          <ac:chgData name="Rene Sangacha" userId="a4e5b6bb3df78a73" providerId="LiveId" clId="{9F2BEB09-8DC3-4CD1-B6B3-2ADC2BF56918}" dt="2026-10-15T15:43:13.219" v="1887" actId="164"/>
          <ac:picMkLst>
            <pc:docMk/>
            <pc:sldMk cId="1230420152" sldId="352"/>
            <ac:picMk id="22" creationId="{F16422C1-3B5E-175A-F03D-93DD7B0BD248}"/>
          </ac:picMkLst>
        </pc:picChg>
        <pc:picChg chg="del topLvl">
          <ac:chgData name="Rene Sangacha" userId="a4e5b6bb3df78a73" providerId="LiveId" clId="{9F2BEB09-8DC3-4CD1-B6B3-2ADC2BF56918}" dt="2026-10-15T14:54:34.795" v="970" actId="478"/>
          <ac:picMkLst>
            <pc:docMk/>
            <pc:sldMk cId="1230420152" sldId="352"/>
            <ac:picMk id="39" creationId="{786AB8A1-95C5-35D0-8870-6C17A81FD16F}"/>
          </ac:picMkLst>
        </pc:picChg>
        <pc:picChg chg="add mod">
          <ac:chgData name="Rene Sangacha" userId="a4e5b6bb3df78a73" providerId="LiveId" clId="{9F2BEB09-8DC3-4CD1-B6B3-2ADC2BF56918}" dt="2026-10-15T15:46:08.106" v="1929" actId="164"/>
          <ac:picMkLst>
            <pc:docMk/>
            <pc:sldMk cId="1230420152" sldId="352"/>
            <ac:picMk id="62" creationId="{5073808B-A1E3-FF3C-080E-0E97E9134BB4}"/>
          </ac:picMkLst>
        </pc:picChg>
        <pc:picChg chg="add mod">
          <ac:chgData name="Rene Sangacha" userId="a4e5b6bb3df78a73" providerId="LiveId" clId="{9F2BEB09-8DC3-4CD1-B6B3-2ADC2BF56918}" dt="2026-10-15T15:45:13.861" v="1909" actId="164"/>
          <ac:picMkLst>
            <pc:docMk/>
            <pc:sldMk cId="1230420152" sldId="352"/>
            <ac:picMk id="64" creationId="{CE0C458F-5F84-2148-F6A6-A39888A4480D}"/>
          </ac:picMkLst>
        </pc:picChg>
        <pc:cxnChg chg="del">
          <ac:chgData name="Rene Sangacha" userId="a4e5b6bb3df78a73" providerId="LiveId" clId="{9F2BEB09-8DC3-4CD1-B6B3-2ADC2BF56918}" dt="2026-10-15T04:19:18.990" v="5" actId="478"/>
          <ac:cxnSpMkLst>
            <pc:docMk/>
            <pc:sldMk cId="1230420152" sldId="352"/>
            <ac:cxnSpMk id="3" creationId="{4EAEC8C7-2D4F-8DD9-3AE2-D98B336D8EFA}"/>
          </ac:cxnSpMkLst>
        </pc:cxnChg>
        <pc:cxnChg chg="add mod">
          <ac:chgData name="Rene Sangacha" userId="a4e5b6bb3df78a73" providerId="LiveId" clId="{9F2BEB09-8DC3-4CD1-B6B3-2ADC2BF56918}" dt="2026-10-15T14:26:01.848" v="837"/>
          <ac:cxnSpMkLst>
            <pc:docMk/>
            <pc:sldMk cId="1230420152" sldId="352"/>
            <ac:cxnSpMk id="8" creationId="{7BB785B5-7321-D6A1-23F1-0A175C8465E4}"/>
          </ac:cxnSpMkLst>
        </pc:cxnChg>
        <pc:cxnChg chg="add mod">
          <ac:chgData name="Rene Sangacha" userId="a4e5b6bb3df78a73" providerId="LiveId" clId="{9F2BEB09-8DC3-4CD1-B6B3-2ADC2BF56918}" dt="2026-10-15T14:26:04.997" v="839"/>
          <ac:cxnSpMkLst>
            <pc:docMk/>
            <pc:sldMk cId="1230420152" sldId="352"/>
            <ac:cxnSpMk id="10" creationId="{46679A23-E477-A84F-FC3E-719F657F1E03}"/>
          </ac:cxnSpMkLst>
        </pc:cxnChg>
        <pc:cxnChg chg="add mod">
          <ac:chgData name="Rene Sangacha" userId="a4e5b6bb3df78a73" providerId="LiveId" clId="{9F2BEB09-8DC3-4CD1-B6B3-2ADC2BF56918}" dt="2026-10-15T15:47:37.833" v="1945" actId="164"/>
          <ac:cxnSpMkLst>
            <pc:docMk/>
            <pc:sldMk cId="1230420152" sldId="352"/>
            <ac:cxnSpMk id="56" creationId="{32A76923-84C2-016A-C20C-92396FAE9D71}"/>
          </ac:cxnSpMkLst>
        </pc:cxnChg>
        <pc:cxnChg chg="add del mod">
          <ac:chgData name="Rene Sangacha" userId="a4e5b6bb3df78a73" providerId="LiveId" clId="{9F2BEB09-8DC3-4CD1-B6B3-2ADC2BF56918}" dt="2026-10-15T15:10:10.954" v="1647" actId="478"/>
          <ac:cxnSpMkLst>
            <pc:docMk/>
            <pc:sldMk cId="1230420152" sldId="352"/>
            <ac:cxnSpMk id="59" creationId="{75E80406-7B77-3A83-7DD3-CBFBB23DBC17}"/>
          </ac:cxnSpMkLst>
        </pc:cxnChg>
        <pc:cxnChg chg="add mod">
          <ac:chgData name="Rene Sangacha" userId="a4e5b6bb3df78a73" providerId="LiveId" clId="{9F2BEB09-8DC3-4CD1-B6B3-2ADC2BF56918}" dt="2026-10-15T15:49:54.175" v="1962" actId="164"/>
          <ac:cxnSpMkLst>
            <pc:docMk/>
            <pc:sldMk cId="1230420152" sldId="352"/>
            <ac:cxnSpMk id="70" creationId="{3576A1BB-A91D-17B7-4CEA-686A963C69A7}"/>
          </ac:cxnSpMkLst>
        </pc:cxnChg>
      </pc:sldChg>
      <pc:sldChg chg="modSp add del mod modNotesTx">
        <pc:chgData name="Rene Sangacha" userId="a4e5b6bb3df78a73" providerId="LiveId" clId="{9F2BEB09-8DC3-4CD1-B6B3-2ADC2BF56918}" dt="2026-10-15T15:41:47.937" v="1861" actId="47"/>
        <pc:sldMkLst>
          <pc:docMk/>
          <pc:sldMk cId="2303727120" sldId="353"/>
        </pc:sldMkLst>
        <pc:spChg chg="mod">
          <ac:chgData name="Rene Sangacha" userId="a4e5b6bb3df78a73" providerId="LiveId" clId="{9F2BEB09-8DC3-4CD1-B6B3-2ADC2BF56918}" dt="2026-10-15T15:15:09.258" v="1844" actId="20577"/>
          <ac:spMkLst>
            <pc:docMk/>
            <pc:sldMk cId="2303727120" sldId="353"/>
            <ac:spMk id="2" creationId="{E56CA62E-8F9A-F9FC-0524-C3EEC8E99ACA}"/>
          </ac:spMkLst>
        </pc:spChg>
      </pc:sldChg>
      <pc:sldChg chg="addSp delSp modSp add mod ord">
        <pc:chgData name="Rene Sangacha" userId="a4e5b6bb3df78a73" providerId="LiveId" clId="{9F2BEB09-8DC3-4CD1-B6B3-2ADC2BF56918}" dt="2026-10-15T14:03:55.537" v="819"/>
        <pc:sldMkLst>
          <pc:docMk/>
          <pc:sldMk cId="3210288402" sldId="354"/>
        </pc:sldMkLst>
        <pc:spChg chg="del">
          <ac:chgData name="Rene Sangacha" userId="a4e5b6bb3df78a73" providerId="LiveId" clId="{9F2BEB09-8DC3-4CD1-B6B3-2ADC2BF56918}" dt="2026-10-15T13:36:05.635" v="416" actId="478"/>
          <ac:spMkLst>
            <pc:docMk/>
            <pc:sldMk cId="3210288402" sldId="354"/>
            <ac:spMk id="2" creationId="{73F50F61-0A83-9137-D753-672DEBD4F424}"/>
          </ac:spMkLst>
        </pc:spChg>
        <pc:spChg chg="add del mod">
          <ac:chgData name="Rene Sangacha" userId="a4e5b6bb3df78a73" providerId="LiveId" clId="{9F2BEB09-8DC3-4CD1-B6B3-2ADC2BF56918}" dt="2026-10-15T13:36:07.595" v="417" actId="478"/>
          <ac:spMkLst>
            <pc:docMk/>
            <pc:sldMk cId="3210288402" sldId="354"/>
            <ac:spMk id="4" creationId="{0DFDA252-4711-7193-7953-F3B5D2DFEFC2}"/>
          </ac:spMkLst>
        </pc:spChg>
        <pc:spChg chg="add mod">
          <ac:chgData name="Rene Sangacha" userId="a4e5b6bb3df78a73" providerId="LiveId" clId="{9F2BEB09-8DC3-4CD1-B6B3-2ADC2BF56918}" dt="2026-10-15T13:50:44.558" v="602" actId="1076"/>
          <ac:spMkLst>
            <pc:docMk/>
            <pc:sldMk cId="3210288402" sldId="354"/>
            <ac:spMk id="5" creationId="{88579DC2-E9FE-0A9F-FEE8-899C55999867}"/>
          </ac:spMkLst>
        </pc:spChg>
        <pc:spChg chg="mod">
          <ac:chgData name="Rene Sangacha" userId="a4e5b6bb3df78a73" providerId="LiveId" clId="{9F2BEB09-8DC3-4CD1-B6B3-2ADC2BF56918}" dt="2026-10-15T13:45:53.099" v="571" actId="14100"/>
          <ac:spMkLst>
            <pc:docMk/>
            <pc:sldMk cId="3210288402" sldId="354"/>
            <ac:spMk id="10" creationId="{BA42FFD9-C738-FC0F-FA9A-DE564D7BDC59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14" creationId="{A24A32DD-833E-EDF9-2A1A-49CCA9877D96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24" creationId="{63C1FB0D-47F6-A930-7C95-B595B6643585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36" creationId="{88B7424B-B971-2AF0-C173-C02D4CC89422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54" creationId="{522CC556-3048-D8D8-EDD9-2158C5FC4DE0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68" creationId="{46366733-369B-3D0A-697C-98735738A33E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70" creationId="{283EC4CB-42A8-E5D8-7E27-D376FFA62DDF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74" creationId="{B9C3F9DE-8AB7-DFFA-D473-57D996EEC47F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110" creationId="{41287FFA-D174-672C-BC16-E082778A4A34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114" creationId="{2EFC8C56-9B51-8012-39C2-7DE13B682320}"/>
          </ac:spMkLst>
        </pc:spChg>
        <pc:spChg chg="add mod">
          <ac:chgData name="Rene Sangacha" userId="a4e5b6bb3df78a73" providerId="LiveId" clId="{9F2BEB09-8DC3-4CD1-B6B3-2ADC2BF56918}" dt="2026-10-15T13:38:17.052" v="445" actId="164"/>
          <ac:spMkLst>
            <pc:docMk/>
            <pc:sldMk cId="3210288402" sldId="354"/>
            <ac:spMk id="116" creationId="{D22592CA-40AC-2886-185A-8129256ECF55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128" creationId="{725E5731-B6AA-A780-517B-801141E99E3F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130" creationId="{1319CBE9-2408-9D65-3AB5-EA9C463C9F82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186" creationId="{AFAFB353-6EBB-71A1-F669-7FB5C0DA7345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188" creationId="{1ED59AF7-BDF5-38A4-2642-354D78977B5D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214" creationId="{2D914921-10B8-B1C5-7C69-FD85BC43E60B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232" creationId="{1D5B63BC-3401-8852-D1D0-B362ED6890D8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236" creationId="{29935F4C-FA1E-38F4-C548-CC3993409F28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242" creationId="{9053F3A1-C974-D591-2098-702551E84E0A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244" creationId="{B7FB3062-1719-3DEF-18F4-43F87304E3B8}"/>
          </ac:spMkLst>
        </pc:spChg>
        <pc:spChg chg="add del">
          <ac:chgData name="Rene Sangacha" userId="a4e5b6bb3df78a73" providerId="LiveId" clId="{9F2BEB09-8DC3-4CD1-B6B3-2ADC2BF56918}" dt="2026-10-15T13:36:47.903" v="431" actId="22"/>
          <ac:spMkLst>
            <pc:docMk/>
            <pc:sldMk cId="3210288402" sldId="354"/>
            <ac:spMk id="246" creationId="{EA0C8777-C61D-36DB-7868-7DA282CF34DE}"/>
          </ac:spMkLst>
        </pc:spChg>
        <pc:spChg chg="add del mod ord">
          <ac:chgData name="Rene Sangacha" userId="a4e5b6bb3df78a73" providerId="LiveId" clId="{9F2BEB09-8DC3-4CD1-B6B3-2ADC2BF56918}" dt="2026-10-15T13:38:11.426" v="444" actId="478"/>
          <ac:spMkLst>
            <pc:docMk/>
            <pc:sldMk cId="3210288402" sldId="354"/>
            <ac:spMk id="248" creationId="{0674BC86-0478-067E-1C91-054EB941175B}"/>
          </ac:spMkLst>
        </pc:spChg>
        <pc:spChg chg="add del mod ord">
          <ac:chgData name="Rene Sangacha" userId="a4e5b6bb3df78a73" providerId="LiveId" clId="{9F2BEB09-8DC3-4CD1-B6B3-2ADC2BF56918}" dt="2026-10-15T13:38:03.570" v="441" actId="478"/>
          <ac:spMkLst>
            <pc:docMk/>
            <pc:sldMk cId="3210288402" sldId="354"/>
            <ac:spMk id="250" creationId="{61366570-C792-508B-AC66-272527384868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51" creationId="{AF226A1E-02E6-0E99-46FC-E3F04BFF5DE2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53" creationId="{66E5C419-1C21-A8D4-042A-83E358592EDA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54" creationId="{E73679BA-DF19-A79A-8D11-62533B7B9D8E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55" creationId="{360D28CE-C8A2-E472-03E7-6CA9CA36A14E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61" creationId="{5913CC5D-FE58-6725-3561-EE29F3645252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62" creationId="{19F36989-C657-0518-50D1-AB7F47655CC1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63" creationId="{9B5992B4-C890-1964-26A9-7E459D6744E9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64" creationId="{AF1D65B0-713C-9085-1D15-6DA977039E50}"/>
          </ac:spMkLst>
        </pc:spChg>
        <pc:spChg chg="add mod">
          <ac:chgData name="Rene Sangacha" userId="a4e5b6bb3df78a73" providerId="LiveId" clId="{9F2BEB09-8DC3-4CD1-B6B3-2ADC2BF56918}" dt="2026-10-15T13:37:34.908" v="436"/>
          <ac:spMkLst>
            <pc:docMk/>
            <pc:sldMk cId="3210288402" sldId="354"/>
            <ac:spMk id="266" creationId="{5FF4C3CE-48AA-D9F5-F73B-ED9677CA4C79}"/>
          </ac:spMkLst>
        </pc:spChg>
        <pc:spChg chg="add del mod">
          <ac:chgData name="Rene Sangacha" userId="a4e5b6bb3df78a73" providerId="LiveId" clId="{9F2BEB09-8DC3-4CD1-B6B3-2ADC2BF56918}" dt="2026-10-15T13:37:59.903" v="440" actId="478"/>
          <ac:spMkLst>
            <pc:docMk/>
            <pc:sldMk cId="3210288402" sldId="354"/>
            <ac:spMk id="269" creationId="{F8029BC5-13DF-83CB-13CE-BC429EA25DEC}"/>
          </ac:spMkLst>
        </pc:spChg>
        <pc:spChg chg="add mod ord">
          <ac:chgData name="Rene Sangacha" userId="a4e5b6bb3df78a73" providerId="LiveId" clId="{9F2BEB09-8DC3-4CD1-B6B3-2ADC2BF56918}" dt="2026-10-15T13:46:05.996" v="574" actId="1076"/>
          <ac:spMkLst>
            <pc:docMk/>
            <pc:sldMk cId="3210288402" sldId="354"/>
            <ac:spMk id="272" creationId="{E259A91D-433A-A8C9-6C25-E03D5152B1CA}"/>
          </ac:spMkLst>
        </pc:spChg>
        <pc:spChg chg="add ord">
          <ac:chgData name="Rene Sangacha" userId="a4e5b6bb3df78a73" providerId="LiveId" clId="{9F2BEB09-8DC3-4CD1-B6B3-2ADC2BF56918}" dt="2026-10-15T13:38:34.157" v="448" actId="167"/>
          <ac:spMkLst>
            <pc:docMk/>
            <pc:sldMk cId="3210288402" sldId="354"/>
            <ac:spMk id="274" creationId="{50B6BCD4-C3DF-E1AB-0F39-6299CDDE0DD2}"/>
          </ac:spMkLst>
        </pc:spChg>
        <pc:spChg chg="add mod">
          <ac:chgData name="Rene Sangacha" userId="a4e5b6bb3df78a73" providerId="LiveId" clId="{9F2BEB09-8DC3-4CD1-B6B3-2ADC2BF56918}" dt="2026-10-15T13:40:08.934" v="456" actId="1076"/>
          <ac:spMkLst>
            <pc:docMk/>
            <pc:sldMk cId="3210288402" sldId="354"/>
            <ac:spMk id="275" creationId="{42BA1267-1252-49E6-3454-57E206E6F281}"/>
          </ac:spMkLst>
        </pc:spChg>
        <pc:spChg chg="add mod">
          <ac:chgData name="Rene Sangacha" userId="a4e5b6bb3df78a73" providerId="LiveId" clId="{9F2BEB09-8DC3-4CD1-B6B3-2ADC2BF56918}" dt="2026-10-15T13:39:21.094" v="452"/>
          <ac:spMkLst>
            <pc:docMk/>
            <pc:sldMk cId="3210288402" sldId="354"/>
            <ac:spMk id="276" creationId="{ACCF9782-36C0-8043-3BB4-407C5D7A8F7F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77" creationId="{8FE1473E-717D-C24A-BEBB-68A692648F87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78" creationId="{39F269CD-40F5-68A2-C28B-6B13EE765B84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80" creationId="{7DDAD74C-9CCD-2C08-9BAC-A3DD0734362C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82" creationId="{DF5C9906-3EE6-EF5E-CB22-1767F5B0B65F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84" creationId="{5111DED7-D320-2700-61B9-000BB49FA3D9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85" creationId="{FFC18196-404A-1638-084B-9DDC6AD4727A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86" creationId="{0E32F3F2-6D19-172F-2087-A696CE9A8BC5}"/>
          </ac:spMkLst>
        </pc:spChg>
        <pc:spChg chg="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87" creationId="{54D5FDE4-D8B6-B7F6-31AF-CB4187398D73}"/>
          </ac:spMkLst>
        </pc:spChg>
        <pc:spChg chg="add 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88" creationId="{259891E5-3228-662D-560F-CE43A927B5C1}"/>
          </ac:spMkLst>
        </pc:spChg>
        <pc:spChg chg="mod">
          <ac:chgData name="Rene Sangacha" userId="a4e5b6bb3df78a73" providerId="LiveId" clId="{9F2BEB09-8DC3-4CD1-B6B3-2ADC2BF56918}" dt="2026-10-15T13:40:05.083" v="454" actId="164"/>
          <ac:spMkLst>
            <pc:docMk/>
            <pc:sldMk cId="3210288402" sldId="354"/>
            <ac:spMk id="292" creationId="{52299D48-0354-DB70-3D2C-C4F6211B7229}"/>
          </ac:spMkLst>
        </pc:spChg>
        <pc:spChg chg="del">
          <ac:chgData name="Rene Sangacha" userId="a4e5b6bb3df78a73" providerId="LiveId" clId="{9F2BEB09-8DC3-4CD1-B6B3-2ADC2BF56918}" dt="2026-10-15T13:39:25.543" v="453" actId="478"/>
          <ac:spMkLst>
            <pc:docMk/>
            <pc:sldMk cId="3210288402" sldId="354"/>
            <ac:spMk id="293" creationId="{DCD961F0-CAFE-FD71-3A05-E80A4F81B4EB}"/>
          </ac:spMkLst>
        </pc:spChg>
        <pc:spChg chg="add mod">
          <ac:chgData name="Rene Sangacha" userId="a4e5b6bb3df78a73" providerId="LiveId" clId="{9F2BEB09-8DC3-4CD1-B6B3-2ADC2BF56918}" dt="2026-10-15T13:43:02.683" v="458"/>
          <ac:spMkLst>
            <pc:docMk/>
            <pc:sldMk cId="3210288402" sldId="354"/>
            <ac:spMk id="296" creationId="{794A9086-7F8E-81A7-4060-81B1D487D032}"/>
          </ac:spMkLst>
        </pc:spChg>
        <pc:spChg chg="add mod">
          <ac:chgData name="Rene Sangacha" userId="a4e5b6bb3df78a73" providerId="LiveId" clId="{9F2BEB09-8DC3-4CD1-B6B3-2ADC2BF56918}" dt="2026-10-15T13:43:20.626" v="460" actId="1076"/>
          <ac:spMkLst>
            <pc:docMk/>
            <pc:sldMk cId="3210288402" sldId="354"/>
            <ac:spMk id="297" creationId="{57D1BC8C-ADDB-5220-8139-F0E27C73A9FA}"/>
          </ac:spMkLst>
        </pc:spChg>
        <pc:spChg chg="add mod">
          <ac:chgData name="Rene Sangacha" userId="a4e5b6bb3df78a73" providerId="LiveId" clId="{9F2BEB09-8DC3-4CD1-B6B3-2ADC2BF56918}" dt="2026-10-15T13:57:13.566" v="812"/>
          <ac:spMkLst>
            <pc:docMk/>
            <pc:sldMk cId="3210288402" sldId="354"/>
            <ac:spMk id="299" creationId="{B59EBC80-3ACD-46CD-614E-92E6C1A755C6}"/>
          </ac:spMkLst>
        </pc:spChg>
        <pc:spChg chg="add del mod">
          <ac:chgData name="Rene Sangacha" userId="a4e5b6bb3df78a73" providerId="LiveId" clId="{9F2BEB09-8DC3-4CD1-B6B3-2ADC2BF56918}" dt="2026-10-15T13:46:08.579" v="575" actId="478"/>
          <ac:spMkLst>
            <pc:docMk/>
            <pc:sldMk cId="3210288402" sldId="354"/>
            <ac:spMk id="300" creationId="{F5D245F0-27D6-CA8A-CF0D-9348BE8E0093}"/>
          </ac:spMkLst>
        </pc:spChg>
        <pc:spChg chg="add mod">
          <ac:chgData name="Rene Sangacha" userId="a4e5b6bb3df78a73" providerId="LiveId" clId="{9F2BEB09-8DC3-4CD1-B6B3-2ADC2BF56918}" dt="2026-10-15T13:51:48.459" v="649" actId="1076"/>
          <ac:spMkLst>
            <pc:docMk/>
            <pc:sldMk cId="3210288402" sldId="354"/>
            <ac:spMk id="302" creationId="{9AD5D289-3552-C390-22C4-F45663114572}"/>
          </ac:spMkLst>
        </pc:spChg>
        <pc:spChg chg="add mod">
          <ac:chgData name="Rene Sangacha" userId="a4e5b6bb3df78a73" providerId="LiveId" clId="{9F2BEB09-8DC3-4CD1-B6B3-2ADC2BF56918}" dt="2026-10-15T14:03:43.245" v="817"/>
          <ac:spMkLst>
            <pc:docMk/>
            <pc:sldMk cId="3210288402" sldId="354"/>
            <ac:spMk id="304" creationId="{B03ADCB4-3125-8487-B625-2B623187775A}"/>
          </ac:spMkLst>
        </pc:spChg>
        <pc:spChg chg="add mod">
          <ac:chgData name="Rene Sangacha" userId="a4e5b6bb3df78a73" providerId="LiveId" clId="{9F2BEB09-8DC3-4CD1-B6B3-2ADC2BF56918}" dt="2026-10-15T14:03:55.537" v="819"/>
          <ac:spMkLst>
            <pc:docMk/>
            <pc:sldMk cId="3210288402" sldId="354"/>
            <ac:spMk id="306" creationId="{5FF9E44A-DF92-9A17-AF87-4B84B383BA6B}"/>
          </ac:spMkLst>
        </pc:spChg>
        <pc:grpChg chg="mod">
          <ac:chgData name="Rene Sangacha" userId="a4e5b6bb3df78a73" providerId="LiveId" clId="{9F2BEB09-8DC3-4CD1-B6B3-2ADC2BF56918}" dt="2026-10-15T13:51:42.505" v="648" actId="1076"/>
          <ac:grpSpMkLst>
            <pc:docMk/>
            <pc:sldMk cId="3210288402" sldId="354"/>
            <ac:grpSpMk id="270" creationId="{E1F15223-C012-0320-57D4-44C0F404292A}"/>
          </ac:grpSpMkLst>
        </pc:grpChg>
        <pc:grpChg chg="mod">
          <ac:chgData name="Rene Sangacha" userId="a4e5b6bb3df78a73" providerId="LiveId" clId="{9F2BEB09-8DC3-4CD1-B6B3-2ADC2BF56918}" dt="2026-10-15T13:40:14.728" v="457" actId="1076"/>
          <ac:grpSpMkLst>
            <pc:docMk/>
            <pc:sldMk cId="3210288402" sldId="354"/>
            <ac:grpSpMk id="294" creationId="{0D689E7C-400B-D321-425E-D8A086424B73}"/>
          </ac:grpSpMkLst>
        </pc:grpChg>
        <pc:cxnChg chg="add mod">
          <ac:chgData name="Rene Sangacha" userId="a4e5b6bb3df78a73" providerId="LiveId" clId="{9F2BEB09-8DC3-4CD1-B6B3-2ADC2BF56918}" dt="2026-10-15T13:36:07.910" v="418"/>
          <ac:cxnSpMkLst>
            <pc:docMk/>
            <pc:sldMk cId="3210288402" sldId="354"/>
            <ac:cxnSpMk id="6" creationId="{66EA2676-6521-F7B7-27B7-234F664C7234}"/>
          </ac:cxnSpMkLst>
        </pc:cxnChg>
        <pc:cxnChg chg="add mod">
          <ac:chgData name="Rene Sangacha" userId="a4e5b6bb3df78a73" providerId="LiveId" clId="{9F2BEB09-8DC3-4CD1-B6B3-2ADC2BF56918}" dt="2026-10-15T13:43:02.683" v="458"/>
          <ac:cxnSpMkLst>
            <pc:docMk/>
            <pc:sldMk cId="3210288402" sldId="354"/>
            <ac:cxnSpMk id="295" creationId="{D1FFEBA3-3309-B74A-EB86-0F587523CA7F}"/>
          </ac:cxnSpMkLst>
        </pc:cxnChg>
        <pc:cxnChg chg="add mod">
          <ac:chgData name="Rene Sangacha" userId="a4e5b6bb3df78a73" providerId="LiveId" clId="{9F2BEB09-8DC3-4CD1-B6B3-2ADC2BF56918}" dt="2026-10-15T13:43:20.626" v="460" actId="1076"/>
          <ac:cxnSpMkLst>
            <pc:docMk/>
            <pc:sldMk cId="3210288402" sldId="354"/>
            <ac:cxnSpMk id="298" creationId="{856626F5-D42E-2FEB-CB48-5D6790E1E199}"/>
          </ac:cxnSpMkLst>
        </pc:cxnChg>
      </pc:sldChg>
      <pc:sldChg chg="addSp delSp modSp add mod ord">
        <pc:chgData name="Rene Sangacha" userId="a4e5b6bb3df78a73" providerId="LiveId" clId="{9F2BEB09-8DC3-4CD1-B6B3-2ADC2BF56918}" dt="2026-10-15T13:23:12.600" v="273" actId="1076"/>
        <pc:sldMkLst>
          <pc:docMk/>
          <pc:sldMk cId="1958023026" sldId="355"/>
        </pc:sldMkLst>
        <pc:spChg chg="del">
          <ac:chgData name="Rene Sangacha" userId="a4e5b6bb3df78a73" providerId="LiveId" clId="{9F2BEB09-8DC3-4CD1-B6B3-2ADC2BF56918}" dt="2026-10-15T13:13:47.295" v="18" actId="478"/>
          <ac:spMkLst>
            <pc:docMk/>
            <pc:sldMk cId="1958023026" sldId="355"/>
            <ac:spMk id="2" creationId="{759B0AD1-C8B4-080A-1AFD-F9ED74462D31}"/>
          </ac:spMkLst>
        </pc:spChg>
        <pc:spChg chg="add del mod">
          <ac:chgData name="Rene Sangacha" userId="a4e5b6bb3df78a73" providerId="LiveId" clId="{9F2BEB09-8DC3-4CD1-B6B3-2ADC2BF56918}" dt="2026-10-15T13:13:49.923" v="20" actId="478"/>
          <ac:spMkLst>
            <pc:docMk/>
            <pc:sldMk cId="1958023026" sldId="355"/>
            <ac:spMk id="4" creationId="{67A03431-EB7B-3786-0F99-FA890F2EE3B9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12" creationId="{740793EC-0568-A434-0C7C-7311E4082207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13" creationId="{1291D3D6-3B0C-0767-BB5E-2A10122B4F39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23" creationId="{2A1D0C14-EA7A-B47D-2E0B-B9BB555F043B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24" creationId="{E9F5B94A-07A5-3B2D-F16C-C5B55F47CB8B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25" creationId="{A088F4A0-9B16-D040-6CD3-831F4A2BA4FD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44" creationId="{810D756D-CD29-273C-F4D0-C48605564BA1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51" creationId="{A45A3963-71D0-DCA5-24DF-263B3AD650A8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62" creationId="{A4E111A8-3962-1776-80EF-68CEBDD8906F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73" creationId="{25FA6E9C-FAE0-9668-65AE-8FBD59AC2A4D}"/>
          </ac:spMkLst>
        </pc:spChg>
        <pc:spChg chg="add mod">
          <ac:chgData name="Rene Sangacha" userId="a4e5b6bb3df78a73" providerId="LiveId" clId="{9F2BEB09-8DC3-4CD1-B6B3-2ADC2BF56918}" dt="2026-10-15T13:13:47.595" v="19"/>
          <ac:spMkLst>
            <pc:docMk/>
            <pc:sldMk cId="1958023026" sldId="355"/>
            <ac:spMk id="75" creationId="{15AA65B7-1F2E-1DBF-5179-9E49B1528AA7}"/>
          </ac:spMkLst>
        </pc:spChg>
        <pc:spChg chg="mod">
          <ac:chgData name="Rene Sangacha" userId="a4e5b6bb3df78a73" providerId="LiveId" clId="{9F2BEB09-8DC3-4CD1-B6B3-2ADC2BF56918}" dt="2026-10-15T13:23:12.600" v="273" actId="1076"/>
          <ac:spMkLst>
            <pc:docMk/>
            <pc:sldMk cId="1958023026" sldId="355"/>
            <ac:spMk id="79" creationId="{645AB9CB-5099-5053-1FF5-49FB54221945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85" creationId="{49EBD084-1A0B-8343-1E03-692BBF5C4D3C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00" creationId="{1EDEC7EC-C3CF-B176-E12A-331CAD5562F8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09" creationId="{DDF6AB64-65CD-3038-28F9-A0F925C5FCB1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12" creationId="{89171C65-FD64-132F-3C4B-B2D644FBAB00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20" creationId="{8C0C3F9A-496C-7731-C700-E22CA8618E10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23" creationId="{5316D6DB-A2DA-E4DE-4AD6-0D061EE02210}"/>
          </ac:spMkLst>
        </pc:spChg>
        <pc:spChg chg="mod">
          <ac:chgData name="Rene Sangacha" userId="a4e5b6bb3df78a73" providerId="LiveId" clId="{9F2BEB09-8DC3-4CD1-B6B3-2ADC2BF56918}" dt="2026-10-15T13:15:08.856" v="62" actId="1038"/>
          <ac:spMkLst>
            <pc:docMk/>
            <pc:sldMk cId="1958023026" sldId="355"/>
            <ac:spMk id="129" creationId="{31F4EC20-6FC7-2F39-D8F6-89323336F80E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32" creationId="{E1B10AA1-45F9-D32C-814D-9866A50F4EE7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37" creationId="{966FF611-A9C3-246F-295D-D2593707C57E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47" creationId="{15D590CB-EA7F-15B4-4E3B-F3D9FBE42E8F}"/>
          </ac:spMkLst>
        </pc:spChg>
        <pc:spChg chg="add mod">
          <ac:chgData name="Rene Sangacha" userId="a4e5b6bb3df78a73" providerId="LiveId" clId="{9F2BEB09-8DC3-4CD1-B6B3-2ADC2BF56918}" dt="2026-10-15T13:13:56.335" v="21"/>
          <ac:spMkLst>
            <pc:docMk/>
            <pc:sldMk cId="1958023026" sldId="355"/>
            <ac:spMk id="153" creationId="{A01E2924-762A-9B3B-3519-05F02EB833E3}"/>
          </ac:spMkLst>
        </pc:spChg>
      </pc:sldChg>
      <pc:sldChg chg="add del">
        <pc:chgData name="Rene Sangacha" userId="a4e5b6bb3df78a73" providerId="LiveId" clId="{9F2BEB09-8DC3-4CD1-B6B3-2ADC2BF56918}" dt="2026-10-15T15:15:12.484" v="1845" actId="47"/>
        <pc:sldMkLst>
          <pc:docMk/>
          <pc:sldMk cId="589950099" sldId="356"/>
        </pc:sldMkLst>
      </pc:sldChg>
      <pc:sldChg chg="add del">
        <pc:chgData name="Rene Sangacha" userId="a4e5b6bb3df78a73" providerId="LiveId" clId="{9F2BEB09-8DC3-4CD1-B6B3-2ADC2BF56918}" dt="2026-10-15T15:15:12.484" v="1845" actId="47"/>
        <pc:sldMkLst>
          <pc:docMk/>
          <pc:sldMk cId="903844667" sldId="357"/>
        </pc:sldMkLst>
      </pc:sldChg>
      <pc:sldChg chg="add del">
        <pc:chgData name="Rene Sangacha" userId="a4e5b6bb3df78a73" providerId="LiveId" clId="{9F2BEB09-8DC3-4CD1-B6B3-2ADC2BF56918}" dt="2026-10-15T13:14:02.533" v="22" actId="47"/>
        <pc:sldMkLst>
          <pc:docMk/>
          <pc:sldMk cId="3793082733" sldId="2147483547"/>
        </pc:sldMkLst>
      </pc:sldChg>
      <pc:sldChg chg="delSp modSp add del mod">
        <pc:chgData name="Rene Sangacha" userId="a4e5b6bb3df78a73" providerId="LiveId" clId="{9F2BEB09-8DC3-4CD1-B6B3-2ADC2BF56918}" dt="2026-10-15T13:30:45.218" v="328" actId="47"/>
        <pc:sldMkLst>
          <pc:docMk/>
          <pc:sldMk cId="3920932028" sldId="2147483548"/>
        </pc:sldMkLst>
        <pc:spChg chg="del mod">
          <ac:chgData name="Rene Sangacha" userId="a4e5b6bb3df78a73" providerId="LiveId" clId="{9F2BEB09-8DC3-4CD1-B6B3-2ADC2BF56918}" dt="2026-10-15T13:14:15.090" v="25" actId="21"/>
          <ac:spMkLst>
            <pc:docMk/>
            <pc:sldMk cId="3920932028" sldId="2147483548"/>
            <ac:spMk id="4" creationId="{B48D1AB5-6151-344B-F816-2E2BBFE80E21}"/>
          </ac:spMkLst>
        </pc:spChg>
        <pc:spChg chg="mod">
          <ac:chgData name="Rene Sangacha" userId="a4e5b6bb3df78a73" providerId="LiveId" clId="{9F2BEB09-8DC3-4CD1-B6B3-2ADC2BF56918}" dt="2026-10-15T13:13:29.039" v="15" actId="1076"/>
          <ac:spMkLst>
            <pc:docMk/>
            <pc:sldMk cId="3920932028" sldId="2147483548"/>
            <ac:spMk id="5" creationId="{232A07E0-EE01-7582-D7B4-52165B96BD16}"/>
          </ac:spMkLst>
        </pc:spChg>
        <pc:spChg chg="mod">
          <ac:chgData name="Rene Sangacha" userId="a4e5b6bb3df78a73" providerId="LiveId" clId="{9F2BEB09-8DC3-4CD1-B6B3-2ADC2BF56918}" dt="2026-10-15T13:28:41.617" v="306" actId="207"/>
          <ac:spMkLst>
            <pc:docMk/>
            <pc:sldMk cId="3920932028" sldId="2147483548"/>
            <ac:spMk id="218" creationId="{DEDE7338-E301-C810-7D8A-346D610BEBC3}"/>
          </ac:spMkLst>
        </pc:spChg>
        <pc:cxnChg chg="mod">
          <ac:chgData name="Rene Sangacha" userId="a4e5b6bb3df78a73" providerId="LiveId" clId="{9F2BEB09-8DC3-4CD1-B6B3-2ADC2BF56918}" dt="2026-10-15T13:14:47.361" v="55" actId="1076"/>
          <ac:cxnSpMkLst>
            <pc:docMk/>
            <pc:sldMk cId="3920932028" sldId="2147483548"/>
            <ac:cxnSpMk id="7" creationId="{5879BF5F-7312-5AC4-1FE3-98AA69931F4F}"/>
          </ac:cxnSpMkLst>
        </pc:cxnChg>
      </pc:sldChg>
      <pc:sldChg chg="addSp delSp modSp add del mod">
        <pc:chgData name="Rene Sangacha" userId="a4e5b6bb3df78a73" providerId="LiveId" clId="{9F2BEB09-8DC3-4CD1-B6B3-2ADC2BF56918}" dt="2026-10-15T13:22:47.909" v="266" actId="47"/>
        <pc:sldMkLst>
          <pc:docMk/>
          <pc:sldMk cId="1853187904" sldId="2147483549"/>
        </pc:sldMkLst>
        <pc:spChg chg="del mod">
          <ac:chgData name="Rene Sangacha" userId="a4e5b6bb3df78a73" providerId="LiveId" clId="{9F2BEB09-8DC3-4CD1-B6B3-2ADC2BF56918}" dt="2026-10-15T13:14:52.854" v="56" actId="478"/>
          <ac:spMkLst>
            <pc:docMk/>
            <pc:sldMk cId="1853187904" sldId="2147483549"/>
            <ac:spMk id="2" creationId="{28DEB0DD-64B2-7BA8-B1C8-0ACF9055A4A8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7" creationId="{F78A4E73-5204-110E-1DD7-7CF1FF94BF44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10" creationId="{996544E5-2DE8-839A-CB67-ECB87F48D38D}"/>
          </ac:spMkLst>
        </pc:spChg>
        <pc:spChg chg="mod">
          <ac:chgData name="Rene Sangacha" userId="a4e5b6bb3df78a73" providerId="LiveId" clId="{9F2BEB09-8DC3-4CD1-B6B3-2ADC2BF56918}" dt="2026-10-15T13:15:29.396" v="73" actId="20577"/>
          <ac:spMkLst>
            <pc:docMk/>
            <pc:sldMk cId="1853187904" sldId="2147483549"/>
            <ac:spMk id="12" creationId="{9F9280FB-DA1F-5E0C-5E1E-D042A44E0D12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19" creationId="{13706DCF-F0E7-4D3C-FD35-DEE6E03AE56C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20" creationId="{0F56FF22-2861-9160-62A5-9D242CC45CD4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27" creationId="{E56D4006-ABEA-996F-F383-41D2B05E2DA1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34" creationId="{52E05EB5-E52F-F905-A8C2-A1C94296398D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39" creationId="{00C3D239-AAF1-9F74-ED53-80B1447A2A3B}"/>
          </ac:spMkLst>
        </pc:spChg>
        <pc:spChg chg="mod">
          <ac:chgData name="Rene Sangacha" userId="a4e5b6bb3df78a73" providerId="LiveId" clId="{9F2BEB09-8DC3-4CD1-B6B3-2ADC2BF56918}" dt="2026-10-15T13:16:35.504" v="161" actId="20577"/>
          <ac:spMkLst>
            <pc:docMk/>
            <pc:sldMk cId="1853187904" sldId="2147483549"/>
            <ac:spMk id="43" creationId="{9B63ACDB-2AD5-975E-A8A9-F086755DA124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47" creationId="{C211B4B5-F486-3CF7-9C6A-5F15EF3234EA}"/>
          </ac:spMkLst>
        </pc:spChg>
        <pc:spChg chg="mod">
          <ac:chgData name="Rene Sangacha" userId="a4e5b6bb3df78a73" providerId="LiveId" clId="{9F2BEB09-8DC3-4CD1-B6B3-2ADC2BF56918}" dt="2026-10-15T13:15:51.043" v="98" actId="20577"/>
          <ac:spMkLst>
            <pc:docMk/>
            <pc:sldMk cId="1853187904" sldId="2147483549"/>
            <ac:spMk id="51" creationId="{7BEE1076-DCD3-0C2E-6D1D-1A6C3AC7AA3C}"/>
          </ac:spMkLst>
        </pc:spChg>
        <pc:spChg chg="add 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54" creationId="{EB6ED2AC-176C-4E43-7AB2-1B35AEF92B28}"/>
          </ac:spMkLst>
        </pc:spChg>
        <pc:spChg chg="mod">
          <ac:chgData name="Rene Sangacha" userId="a4e5b6bb3df78a73" providerId="LiveId" clId="{9F2BEB09-8DC3-4CD1-B6B3-2ADC2BF56918}" dt="2026-10-15T13:19:47.830" v="232" actId="404"/>
          <ac:spMkLst>
            <pc:docMk/>
            <pc:sldMk cId="1853187904" sldId="2147483549"/>
            <ac:spMk id="57" creationId="{21A7A923-D333-9DF1-0C1A-5CB8B8524D73}"/>
          </ac:spMkLst>
        </pc:spChg>
        <pc:spChg chg="mod">
          <ac:chgData name="Rene Sangacha" userId="a4e5b6bb3df78a73" providerId="LiveId" clId="{9F2BEB09-8DC3-4CD1-B6B3-2ADC2BF56918}" dt="2026-10-15T13:17:10.650" v="179" actId="20577"/>
          <ac:spMkLst>
            <pc:docMk/>
            <pc:sldMk cId="1853187904" sldId="2147483549"/>
            <ac:spMk id="68" creationId="{D24F36D0-185E-7321-681F-8879700699F6}"/>
          </ac:spMkLst>
        </pc:spChg>
        <pc:spChg chg="mod">
          <ac:chgData name="Rene Sangacha" userId="a4e5b6bb3df78a73" providerId="LiveId" clId="{9F2BEB09-8DC3-4CD1-B6B3-2ADC2BF56918}" dt="2026-10-15T13:18:55.735" v="218" actId="14100"/>
          <ac:spMkLst>
            <pc:docMk/>
            <pc:sldMk cId="1853187904" sldId="2147483549"/>
            <ac:spMk id="69" creationId="{4639AEA6-3356-6701-DAB2-92D76AB134DB}"/>
          </ac:spMkLst>
        </pc:spChg>
        <pc:spChg chg="mod">
          <ac:chgData name="Rene Sangacha" userId="a4e5b6bb3df78a73" providerId="LiveId" clId="{9F2BEB09-8DC3-4CD1-B6B3-2ADC2BF56918}" dt="2026-10-15T13:18:45.476" v="217" actId="20577"/>
          <ac:spMkLst>
            <pc:docMk/>
            <pc:sldMk cId="1853187904" sldId="2147483549"/>
            <ac:spMk id="70" creationId="{24F836BF-A48E-DB71-9876-A2DC03C26313}"/>
          </ac:spMkLst>
        </pc:spChg>
        <pc:spChg chg="add del mod">
          <ac:chgData name="Rene Sangacha" userId="a4e5b6bb3df78a73" providerId="LiveId" clId="{9F2BEB09-8DC3-4CD1-B6B3-2ADC2BF56918}" dt="2026-10-15T13:19:00.627" v="222" actId="21"/>
          <ac:spMkLst>
            <pc:docMk/>
            <pc:sldMk cId="1853187904" sldId="2147483549"/>
            <ac:spMk id="71" creationId="{48A0E681-4BFE-0DF5-7CC9-1B47798DAF0D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2" creationId="{5796EFCE-2371-8A3A-0129-6147B3CBB9FF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3" creationId="{71541489-5B9B-F64A-DD39-DB10651F16AB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4" creationId="{20B7A378-8640-323C-2DAE-35E49F50B52D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5" creationId="{073BC3FD-5877-4DC4-29CC-939D442E65EB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6" creationId="{75340D3D-701A-C9F9-3A46-CFBF80E5E4E4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7" creationId="{93B62637-D441-FC4B-FF69-90857CBFBD14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8" creationId="{6D6FA5E3-C58A-3564-9EC3-54D6718A5E84}"/>
          </ac:spMkLst>
        </pc:spChg>
        <pc:spChg chg="mod">
          <ac:chgData name="Rene Sangacha" userId="a4e5b6bb3df78a73" providerId="LiveId" clId="{9F2BEB09-8DC3-4CD1-B6B3-2ADC2BF56918}" dt="2026-10-15T13:18:06.421" v="183" actId="164"/>
          <ac:spMkLst>
            <pc:docMk/>
            <pc:sldMk cId="1853187904" sldId="2147483549"/>
            <ac:spMk id="79" creationId="{9396A205-5772-8524-A6BF-9FD5066A2712}"/>
          </ac:spMkLst>
        </pc:spChg>
        <pc:spChg chg="add mod">
          <ac:chgData name="Rene Sangacha" userId="a4e5b6bb3df78a73" providerId="LiveId" clId="{9F2BEB09-8DC3-4CD1-B6B3-2ADC2BF56918}" dt="2026-10-15T13:18:13.136" v="184" actId="164"/>
          <ac:spMkLst>
            <pc:docMk/>
            <pc:sldMk cId="1853187904" sldId="2147483549"/>
            <ac:spMk id="80" creationId="{A7BB5F50-C1A3-DEF9-D469-33CC1200DEC4}"/>
          </ac:spMkLst>
        </pc:spChg>
        <pc:spChg chg="mod">
          <ac:chgData name="Rene Sangacha" userId="a4e5b6bb3df78a73" providerId="LiveId" clId="{9F2BEB09-8DC3-4CD1-B6B3-2ADC2BF56918}" dt="2026-10-15T13:18:13.136" v="184" actId="164"/>
          <ac:spMkLst>
            <pc:docMk/>
            <pc:sldMk cId="1853187904" sldId="2147483549"/>
            <ac:spMk id="82" creationId="{08DB8BB9-01D4-1F11-B50B-A6E175841E31}"/>
          </ac:spMkLst>
        </pc:spChg>
        <pc:spChg chg="add del mod">
          <ac:chgData name="Rene Sangacha" userId="a4e5b6bb3df78a73" providerId="LiveId" clId="{9F2BEB09-8DC3-4CD1-B6B3-2ADC2BF56918}" dt="2026-10-15T13:14:55.314" v="58" actId="478"/>
          <ac:spMkLst>
            <pc:docMk/>
            <pc:sldMk cId="1853187904" sldId="2147483549"/>
            <ac:spMk id="84" creationId="{8F9C6D29-3BBF-5349-39FA-34169ADA78B2}"/>
          </ac:spMkLst>
        </pc:spChg>
        <pc:spChg chg="add mod">
          <ac:chgData name="Rene Sangacha" userId="a4e5b6bb3df78a73" providerId="LiveId" clId="{9F2BEB09-8DC3-4CD1-B6B3-2ADC2BF56918}" dt="2026-10-15T13:14:59.018" v="60" actId="1076"/>
          <ac:spMkLst>
            <pc:docMk/>
            <pc:sldMk cId="1853187904" sldId="2147483549"/>
            <ac:spMk id="85" creationId="{31EC965B-8274-5D87-8BA2-01BA03FD2F27}"/>
          </ac:spMkLst>
        </pc:spChg>
        <pc:spChg chg="add mod">
          <ac:chgData name="Rene Sangacha" userId="a4e5b6bb3df78a73" providerId="LiveId" clId="{9F2BEB09-8DC3-4CD1-B6B3-2ADC2BF56918}" dt="2026-10-15T13:20:32.584" v="243" actId="1076"/>
          <ac:spMkLst>
            <pc:docMk/>
            <pc:sldMk cId="1853187904" sldId="2147483549"/>
            <ac:spMk id="90" creationId="{673B3EA7-8230-BEC9-3339-7EBB90208F6A}"/>
          </ac:spMkLst>
        </pc:spChg>
        <pc:spChg chg="add del">
          <ac:chgData name="Rene Sangacha" userId="a4e5b6bb3df78a73" providerId="LiveId" clId="{9F2BEB09-8DC3-4CD1-B6B3-2ADC2BF56918}" dt="2026-10-15T13:20:04.823" v="235" actId="22"/>
          <ac:spMkLst>
            <pc:docMk/>
            <pc:sldMk cId="1853187904" sldId="2147483549"/>
            <ac:spMk id="94" creationId="{7E79D303-AFD6-4344-2023-FC6AF216482D}"/>
          </ac:spMkLst>
        </pc:spChg>
        <pc:spChg chg="add mod">
          <ac:chgData name="Rene Sangacha" userId="a4e5b6bb3df78a73" providerId="LiveId" clId="{9F2BEB09-8DC3-4CD1-B6B3-2ADC2BF56918}" dt="2026-10-15T13:20:18.579" v="241" actId="20577"/>
          <ac:spMkLst>
            <pc:docMk/>
            <pc:sldMk cId="1853187904" sldId="2147483549"/>
            <ac:spMk id="96" creationId="{F3405CEF-80A7-86CD-DCF9-48CE9CE2BFA5}"/>
          </ac:spMkLst>
        </pc:spChg>
        <pc:grpChg chg="add mod">
          <ac:chgData name="Rene Sangacha" userId="a4e5b6bb3df78a73" providerId="LiveId" clId="{9F2BEB09-8DC3-4CD1-B6B3-2ADC2BF56918}" dt="2026-10-15T13:18:06.421" v="183" actId="164"/>
          <ac:grpSpMkLst>
            <pc:docMk/>
            <pc:sldMk cId="1853187904" sldId="2147483549"/>
            <ac:grpSpMk id="87" creationId="{0DADAFCC-D6B7-D713-2A04-D79697E3D795}"/>
          </ac:grpSpMkLst>
        </pc:grpChg>
        <pc:grpChg chg="add mod">
          <ac:chgData name="Rene Sangacha" userId="a4e5b6bb3df78a73" providerId="LiveId" clId="{9F2BEB09-8DC3-4CD1-B6B3-2ADC2BF56918}" dt="2026-10-15T13:18:18.412" v="187" actId="1076"/>
          <ac:grpSpMkLst>
            <pc:docMk/>
            <pc:sldMk cId="1853187904" sldId="2147483549"/>
            <ac:grpSpMk id="88" creationId="{1C04E88B-976F-2273-379F-EDEC05857A46}"/>
          </ac:grpSpMkLst>
        </pc:grpChg>
        <pc:cxnChg chg="del">
          <ac:chgData name="Rene Sangacha" userId="a4e5b6bb3df78a73" providerId="LiveId" clId="{9F2BEB09-8DC3-4CD1-B6B3-2ADC2BF56918}" dt="2026-10-15T13:14:52.854" v="56" actId="478"/>
          <ac:cxnSpMkLst>
            <pc:docMk/>
            <pc:sldMk cId="1853187904" sldId="2147483549"/>
            <ac:cxnSpMk id="3" creationId="{A6E0407A-A9CE-A9CF-874A-DE15F859F081}"/>
          </ac:cxnSpMkLst>
        </pc:cxnChg>
        <pc:cxnChg chg="mod">
          <ac:chgData name="Rene Sangacha" userId="a4e5b6bb3df78a73" providerId="LiveId" clId="{9F2BEB09-8DC3-4CD1-B6B3-2ADC2BF56918}" dt="2026-10-15T13:18:13.136" v="184" actId="164"/>
          <ac:cxnSpMkLst>
            <pc:docMk/>
            <pc:sldMk cId="1853187904" sldId="2147483549"/>
            <ac:cxnSpMk id="81" creationId="{3AF4F774-FE91-F8B3-A7C5-DC6914C2C90F}"/>
          </ac:cxnSpMkLst>
        </pc:cxnChg>
        <pc:cxnChg chg="add mod">
          <ac:chgData name="Rene Sangacha" userId="a4e5b6bb3df78a73" providerId="LiveId" clId="{9F2BEB09-8DC3-4CD1-B6B3-2ADC2BF56918}" dt="2026-10-15T13:14:53.199" v="57"/>
          <ac:cxnSpMkLst>
            <pc:docMk/>
            <pc:sldMk cId="1853187904" sldId="2147483549"/>
            <ac:cxnSpMk id="86" creationId="{24634356-C69E-1A59-C690-FC54CF769C79}"/>
          </ac:cxnSpMkLst>
        </pc:cxnChg>
      </pc:sldChg>
      <pc:sldChg chg="addSp delSp modSp add mod">
        <pc:chgData name="Rene Sangacha" userId="a4e5b6bb3df78a73" providerId="LiveId" clId="{9F2BEB09-8DC3-4CD1-B6B3-2ADC2BF56918}" dt="2026-10-15T13:36:02.664" v="415"/>
        <pc:sldMkLst>
          <pc:docMk/>
          <pc:sldMk cId="1327255101" sldId="2147483550"/>
        </pc:sldMkLst>
        <pc:spChg chg="mod">
          <ac:chgData name="Rene Sangacha" userId="a4e5b6bb3df78a73" providerId="LiveId" clId="{9F2BEB09-8DC3-4CD1-B6B3-2ADC2BF56918}" dt="2026-10-15T13:26:18.248" v="300" actId="20577"/>
          <ac:spMkLst>
            <pc:docMk/>
            <pc:sldMk cId="1327255101" sldId="2147483550"/>
            <ac:spMk id="12" creationId="{03E97E2A-BD44-B267-4B02-AE065F1CCADE}"/>
          </ac:spMkLst>
        </pc:spChg>
        <pc:spChg chg="mod">
          <ac:chgData name="Rene Sangacha" userId="a4e5b6bb3df78a73" providerId="LiveId" clId="{9F2BEB09-8DC3-4CD1-B6B3-2ADC2BF56918}" dt="2026-10-15T13:34:28.805" v="370" actId="20577"/>
          <ac:spMkLst>
            <pc:docMk/>
            <pc:sldMk cId="1327255101" sldId="2147483550"/>
            <ac:spMk id="15" creationId="{02584AB3-BE7F-692A-ECE3-10CF1AF8DAAF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16" creationId="{41BEC243-C7E7-6ED9-7D62-9312137C2EBA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20" creationId="{393FE2ED-546F-B82E-0959-07F8D6185745}"/>
          </ac:spMkLst>
        </pc:spChg>
        <pc:spChg chg="mod">
          <ac:chgData name="Rene Sangacha" userId="a4e5b6bb3df78a73" providerId="LiveId" clId="{9F2BEB09-8DC3-4CD1-B6B3-2ADC2BF56918}" dt="2026-10-15T13:34:37.045" v="374" actId="20577"/>
          <ac:spMkLst>
            <pc:docMk/>
            <pc:sldMk cId="1327255101" sldId="2147483550"/>
            <ac:spMk id="21" creationId="{4F0EFE86-3691-E040-C184-B9C46161D598}"/>
          </ac:spMkLst>
        </pc:spChg>
        <pc:spChg chg="mod">
          <ac:chgData name="Rene Sangacha" userId="a4e5b6bb3df78a73" providerId="LiveId" clId="{9F2BEB09-8DC3-4CD1-B6B3-2ADC2BF56918}" dt="2026-10-15T13:35:06.932" v="384" actId="20577"/>
          <ac:spMkLst>
            <pc:docMk/>
            <pc:sldMk cId="1327255101" sldId="2147483550"/>
            <ac:spMk id="24" creationId="{DED4655D-2233-4052-55E1-7630E9BA31F4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27" creationId="{0CD54C00-8138-D9A4-08E2-A03B8B3E0C5F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31" creationId="{F27C4475-CD5E-4304-E492-9E1D4E1B7C92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32" creationId="{19FFBF71-C080-56AC-E121-40B927C598EB}"/>
          </ac:spMkLst>
        </pc:spChg>
        <pc:spChg chg="mod">
          <ac:chgData name="Rene Sangacha" userId="a4e5b6bb3df78a73" providerId="LiveId" clId="{9F2BEB09-8DC3-4CD1-B6B3-2ADC2BF56918}" dt="2026-10-15T13:34:54.575" v="382" actId="20577"/>
          <ac:spMkLst>
            <pc:docMk/>
            <pc:sldMk cId="1327255101" sldId="2147483550"/>
            <ac:spMk id="34" creationId="{0144D9AC-A57B-D1EE-0250-F55602460589}"/>
          </ac:spMkLst>
        </pc:spChg>
        <pc:spChg chg="mod">
          <ac:chgData name="Rene Sangacha" userId="a4e5b6bb3df78a73" providerId="LiveId" clId="{9F2BEB09-8DC3-4CD1-B6B3-2ADC2BF56918}" dt="2026-10-15T13:35:10.024" v="385" actId="20577"/>
          <ac:spMkLst>
            <pc:docMk/>
            <pc:sldMk cId="1327255101" sldId="2147483550"/>
            <ac:spMk id="37" creationId="{5C256DD7-ECB5-757C-924A-A3E2751EB85E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40" creationId="{E309C204-A1EB-8CCE-5857-44D848A7D102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45" creationId="{9CD567E4-7B60-DD4A-7E4D-80E32AC709C4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46" creationId="{4496FA17-36B3-4FA0-FA08-43C55281E713}"/>
          </ac:spMkLst>
        </pc:spChg>
        <pc:spChg chg="mod">
          <ac:chgData name="Rene Sangacha" userId="a4e5b6bb3df78a73" providerId="LiveId" clId="{9F2BEB09-8DC3-4CD1-B6B3-2ADC2BF56918}" dt="2026-10-15T13:21:11.843" v="250" actId="164"/>
          <ac:spMkLst>
            <pc:docMk/>
            <pc:sldMk cId="1327255101" sldId="2147483550"/>
            <ac:spMk id="63" creationId="{B88FCB75-718A-BE58-5539-2144E0F65660}"/>
          </ac:spMkLst>
        </pc:spChg>
        <pc:spChg chg="add del mod">
          <ac:chgData name="Rene Sangacha" userId="a4e5b6bb3df78a73" providerId="LiveId" clId="{9F2BEB09-8DC3-4CD1-B6B3-2ADC2BF56918}" dt="2026-10-15T13:35:23.167" v="386" actId="14100"/>
          <ac:spMkLst>
            <pc:docMk/>
            <pc:sldMk cId="1327255101" sldId="2147483550"/>
            <ac:spMk id="69" creationId="{B37EA742-B6BC-F3CA-76E4-1D3C701F9B9C}"/>
          </ac:spMkLst>
        </pc:spChg>
        <pc:spChg chg="mod">
          <ac:chgData name="Rene Sangacha" userId="a4e5b6bb3df78a73" providerId="LiveId" clId="{9F2BEB09-8DC3-4CD1-B6B3-2ADC2BF56918}" dt="2026-10-15T13:29:15.073" v="310" actId="207"/>
          <ac:spMkLst>
            <pc:docMk/>
            <pc:sldMk cId="1327255101" sldId="2147483550"/>
            <ac:spMk id="70" creationId="{95657DCF-6C08-EB32-5493-201E577A0EAC}"/>
          </ac:spMkLst>
        </pc:spChg>
        <pc:spChg chg="mod">
          <ac:chgData name="Rene Sangacha" userId="a4e5b6bb3df78a73" providerId="LiveId" clId="{9F2BEB09-8DC3-4CD1-B6B3-2ADC2BF56918}" dt="2026-10-15T13:25:50.720" v="285" actId="1076"/>
          <ac:spMkLst>
            <pc:docMk/>
            <pc:sldMk cId="1327255101" sldId="2147483550"/>
            <ac:spMk id="71" creationId="{EDCB994E-DD69-000B-2192-69E95165EF7F}"/>
          </ac:spMkLst>
        </pc:spChg>
        <pc:spChg chg="add mod">
          <ac:chgData name="Rene Sangacha" userId="a4e5b6bb3df78a73" providerId="LiveId" clId="{9F2BEB09-8DC3-4CD1-B6B3-2ADC2BF56918}" dt="2026-10-15T13:25:05.915" v="274" actId="164"/>
          <ac:spMkLst>
            <pc:docMk/>
            <pc:sldMk cId="1327255101" sldId="2147483550"/>
            <ac:spMk id="83" creationId="{C4C787DE-CBAD-F6D6-E71B-105FAA0C6359}"/>
          </ac:spMkLst>
        </pc:spChg>
        <pc:spChg chg="add del mod">
          <ac:chgData name="Rene Sangacha" userId="a4e5b6bb3df78a73" providerId="LiveId" clId="{9F2BEB09-8DC3-4CD1-B6B3-2ADC2BF56918}" dt="2026-10-15T13:34:05.662" v="364" actId="20577"/>
          <ac:spMkLst>
            <pc:docMk/>
            <pc:sldMk cId="1327255101" sldId="2147483550"/>
            <ac:spMk id="85" creationId="{21245215-C5DD-95BD-92B6-97493203B4D9}"/>
          </ac:spMkLst>
        </pc:spChg>
        <pc:spChg chg="add mod">
          <ac:chgData name="Rene Sangacha" userId="a4e5b6bb3df78a73" providerId="LiveId" clId="{9F2BEB09-8DC3-4CD1-B6B3-2ADC2BF56918}" dt="2026-10-15T13:29:51.799" v="315" actId="122"/>
          <ac:spMkLst>
            <pc:docMk/>
            <pc:sldMk cId="1327255101" sldId="2147483550"/>
            <ac:spMk id="89" creationId="{90AFD21D-DCE2-3ED7-6E06-E44931EFC342}"/>
          </ac:spMkLst>
        </pc:spChg>
        <pc:spChg chg="mod">
          <ac:chgData name="Rene Sangacha" userId="a4e5b6bb3df78a73" providerId="LiveId" clId="{9F2BEB09-8DC3-4CD1-B6B3-2ADC2BF56918}" dt="2026-10-15T13:26:38.579" v="302" actId="1076"/>
          <ac:spMkLst>
            <pc:docMk/>
            <pc:sldMk cId="1327255101" sldId="2147483550"/>
            <ac:spMk id="90" creationId="{0887BA49-A843-2541-CCEE-F178225B3B77}"/>
          </ac:spMkLst>
        </pc:spChg>
        <pc:spChg chg="add mod">
          <ac:chgData name="Rene Sangacha" userId="a4e5b6bb3df78a73" providerId="LiveId" clId="{9F2BEB09-8DC3-4CD1-B6B3-2ADC2BF56918}" dt="2026-10-15T13:25:05.915" v="274" actId="164"/>
          <ac:spMkLst>
            <pc:docMk/>
            <pc:sldMk cId="1327255101" sldId="2147483550"/>
            <ac:spMk id="92" creationId="{B7A2FE8E-C822-39B4-C7CF-0355A07BB7D2}"/>
          </ac:spMkLst>
        </pc:spChg>
        <pc:spChg chg="add mod">
          <ac:chgData name="Rene Sangacha" userId="a4e5b6bb3df78a73" providerId="LiveId" clId="{9F2BEB09-8DC3-4CD1-B6B3-2ADC2BF56918}" dt="2026-10-15T13:29:51.799" v="315" actId="122"/>
          <ac:spMkLst>
            <pc:docMk/>
            <pc:sldMk cId="1327255101" sldId="2147483550"/>
            <ac:spMk id="94" creationId="{ED0B72B0-FBAC-690D-A43F-A376BC8DEE1B}"/>
          </ac:spMkLst>
        </pc:spChg>
        <pc:spChg chg="mod">
          <ac:chgData name="Rene Sangacha" userId="a4e5b6bb3df78a73" providerId="LiveId" clId="{9F2BEB09-8DC3-4CD1-B6B3-2ADC2BF56918}" dt="2026-10-15T13:26:43.337" v="303" actId="1076"/>
          <ac:spMkLst>
            <pc:docMk/>
            <pc:sldMk cId="1327255101" sldId="2147483550"/>
            <ac:spMk id="96" creationId="{3AE7119B-A373-A22B-2175-F0209C4B2CA4}"/>
          </ac:spMkLst>
        </pc:spChg>
        <pc:spChg chg="add mod">
          <ac:chgData name="Rene Sangacha" userId="a4e5b6bb3df78a73" providerId="LiveId" clId="{9F2BEB09-8DC3-4CD1-B6B3-2ADC2BF56918}" dt="2026-10-15T13:25:09.661" v="275" actId="164"/>
          <ac:spMkLst>
            <pc:docMk/>
            <pc:sldMk cId="1327255101" sldId="2147483550"/>
            <ac:spMk id="97" creationId="{0A5463FA-52FF-B61A-B276-A50753CC6A1B}"/>
          </ac:spMkLst>
        </pc:spChg>
        <pc:spChg chg="add mod">
          <ac:chgData name="Rene Sangacha" userId="a4e5b6bb3df78a73" providerId="LiveId" clId="{9F2BEB09-8DC3-4CD1-B6B3-2ADC2BF56918}" dt="2026-10-15T13:29:58.602" v="317" actId="122"/>
          <ac:spMkLst>
            <pc:docMk/>
            <pc:sldMk cId="1327255101" sldId="2147483550"/>
            <ac:spMk id="99" creationId="{A9B3D84A-9E47-39EF-9F7E-F8FA8D0E4B16}"/>
          </ac:spMkLst>
        </pc:spChg>
        <pc:spChg chg="add mod">
          <ac:chgData name="Rene Sangacha" userId="a4e5b6bb3df78a73" providerId="LiveId" clId="{9F2BEB09-8DC3-4CD1-B6B3-2ADC2BF56918}" dt="2026-10-15T13:25:09.661" v="275" actId="164"/>
          <ac:spMkLst>
            <pc:docMk/>
            <pc:sldMk cId="1327255101" sldId="2147483550"/>
            <ac:spMk id="101" creationId="{A0F69DCE-6B66-873C-BB8C-24724422C47A}"/>
          </ac:spMkLst>
        </pc:spChg>
        <pc:spChg chg="add mod">
          <ac:chgData name="Rene Sangacha" userId="a4e5b6bb3df78a73" providerId="LiveId" clId="{9F2BEB09-8DC3-4CD1-B6B3-2ADC2BF56918}" dt="2026-10-15T13:30:03.480" v="318" actId="122"/>
          <ac:spMkLst>
            <pc:docMk/>
            <pc:sldMk cId="1327255101" sldId="2147483550"/>
            <ac:spMk id="103" creationId="{639C32A1-B96F-74D2-592D-2853CA6C9164}"/>
          </ac:spMkLst>
        </pc:spChg>
        <pc:spChg chg="add mod">
          <ac:chgData name="Rene Sangacha" userId="a4e5b6bb3df78a73" providerId="LiveId" clId="{9F2BEB09-8DC3-4CD1-B6B3-2ADC2BF56918}" dt="2026-10-15T13:36:02.664" v="415"/>
          <ac:spMkLst>
            <pc:docMk/>
            <pc:sldMk cId="1327255101" sldId="2147483550"/>
            <ac:spMk id="107" creationId="{208E3532-B3B7-80A5-1BF4-4571889E04C0}"/>
          </ac:spMkLst>
        </pc:spChg>
        <pc:grpChg chg="mod">
          <ac:chgData name="Rene Sangacha" userId="a4e5b6bb3df78a73" providerId="LiveId" clId="{9F2BEB09-8DC3-4CD1-B6B3-2ADC2BF56918}" dt="2026-10-15T13:21:25.863" v="252" actId="14100"/>
          <ac:grpSpMkLst>
            <pc:docMk/>
            <pc:sldMk cId="1327255101" sldId="2147483550"/>
            <ac:grpSpMk id="2" creationId="{88578C92-CEAC-DDA4-54E3-EF8F911443EC}"/>
          </ac:grpSpMkLst>
        </pc:grpChg>
        <pc:grpChg chg="del">
          <ac:chgData name="Rene Sangacha" userId="a4e5b6bb3df78a73" providerId="LiveId" clId="{9F2BEB09-8DC3-4CD1-B6B3-2ADC2BF56918}" dt="2026-10-15T13:23:02.848" v="271" actId="478"/>
          <ac:grpSpMkLst>
            <pc:docMk/>
            <pc:sldMk cId="1327255101" sldId="2147483550"/>
            <ac:grpSpMk id="87" creationId="{21953EAB-1109-463D-DDB7-10ACCD274316}"/>
          </ac:grpSpMkLst>
        </pc:grpChg>
        <pc:grpChg chg="del mod">
          <ac:chgData name="Rene Sangacha" userId="a4e5b6bb3df78a73" providerId="LiveId" clId="{9F2BEB09-8DC3-4CD1-B6B3-2ADC2BF56918}" dt="2026-10-15T13:26:00.743" v="287" actId="478"/>
          <ac:grpSpMkLst>
            <pc:docMk/>
            <pc:sldMk cId="1327255101" sldId="2147483550"/>
            <ac:grpSpMk id="88" creationId="{C91BE75D-9913-6917-B232-E0BF4041C8EA}"/>
          </ac:grpSpMkLst>
        </pc:grpChg>
        <pc:grpChg chg="add mod">
          <ac:chgData name="Rene Sangacha" userId="a4e5b6bb3df78a73" providerId="LiveId" clId="{9F2BEB09-8DC3-4CD1-B6B3-2ADC2BF56918}" dt="2026-10-15T13:30:32.451" v="322" actId="164"/>
          <ac:grpSpMkLst>
            <pc:docMk/>
            <pc:sldMk cId="1327255101" sldId="2147483550"/>
            <ac:grpSpMk id="104" creationId="{B216F353-AD9E-483A-D286-0F0584DBFC8B}"/>
          </ac:grpSpMkLst>
        </pc:grpChg>
        <pc:grpChg chg="add mod">
          <ac:chgData name="Rene Sangacha" userId="a4e5b6bb3df78a73" providerId="LiveId" clId="{9F2BEB09-8DC3-4CD1-B6B3-2ADC2BF56918}" dt="2026-10-15T13:30:32.451" v="322" actId="164"/>
          <ac:grpSpMkLst>
            <pc:docMk/>
            <pc:sldMk cId="1327255101" sldId="2147483550"/>
            <ac:grpSpMk id="105" creationId="{7958DF57-78A5-43BA-B156-BF67BD655224}"/>
          </ac:grpSpMkLst>
        </pc:grpChg>
        <pc:grpChg chg="add mod">
          <ac:chgData name="Rene Sangacha" userId="a4e5b6bb3df78a73" providerId="LiveId" clId="{9F2BEB09-8DC3-4CD1-B6B3-2ADC2BF56918}" dt="2026-10-15T13:30:40.610" v="327" actId="1076"/>
          <ac:grpSpMkLst>
            <pc:docMk/>
            <pc:sldMk cId="1327255101" sldId="2147483550"/>
            <ac:grpSpMk id="106" creationId="{17BCE573-951D-5893-2371-61B275A7FAED}"/>
          </ac:grpSpMkLst>
        </pc:grpChg>
        <pc:cxnChg chg="add mod">
          <ac:chgData name="Rene Sangacha" userId="a4e5b6bb3df78a73" providerId="LiveId" clId="{9F2BEB09-8DC3-4CD1-B6B3-2ADC2BF56918}" dt="2026-10-15T13:36:02.664" v="415"/>
          <ac:cxnSpMkLst>
            <pc:docMk/>
            <pc:sldMk cId="1327255101" sldId="2147483550"/>
            <ac:cxnSpMk id="108" creationId="{B9F07C9A-11D6-1E25-CE09-4BD5860B8C2A}"/>
          </ac:cxnSpMkLst>
        </pc:cxnChg>
      </pc:sldChg>
      <pc:sldChg chg="modSp add del mod">
        <pc:chgData name="Rene Sangacha" userId="a4e5b6bb3df78a73" providerId="LiveId" clId="{9F2BEB09-8DC3-4CD1-B6B3-2ADC2BF56918}" dt="2026-10-15T13:57:34.625" v="814" actId="47"/>
        <pc:sldMkLst>
          <pc:docMk/>
          <pc:sldMk cId="1458411781" sldId="2147483551"/>
        </pc:sldMkLst>
        <pc:spChg chg="mod">
          <ac:chgData name="Rene Sangacha" userId="a4e5b6bb3df78a73" providerId="LiveId" clId="{9F2BEB09-8DC3-4CD1-B6B3-2ADC2BF56918}" dt="2026-10-15T13:35:51.275" v="412" actId="20577"/>
          <ac:spMkLst>
            <pc:docMk/>
            <pc:sldMk cId="1458411781" sldId="2147483551"/>
            <ac:spMk id="3" creationId="{A17C4FDF-F723-8CB6-FCBB-794B764A5E7B}"/>
          </ac:spMkLst>
        </pc:spChg>
      </pc:sldChg>
      <pc:sldChg chg="modSp add del mod">
        <pc:chgData name="Rene Sangacha" userId="a4e5b6bb3df78a73" providerId="LiveId" clId="{9F2BEB09-8DC3-4CD1-B6B3-2ADC2BF56918}" dt="2026-10-15T13:30:47.994" v="329" actId="47"/>
        <pc:sldMkLst>
          <pc:docMk/>
          <pc:sldMk cId="2210233225" sldId="2147483551"/>
        </pc:sldMkLst>
        <pc:spChg chg="mod">
          <ac:chgData name="Rene Sangacha" userId="a4e5b6bb3df78a73" providerId="LiveId" clId="{9F2BEB09-8DC3-4CD1-B6B3-2ADC2BF56918}" dt="2026-10-15T13:28:46.740" v="307" actId="207"/>
          <ac:spMkLst>
            <pc:docMk/>
            <pc:sldMk cId="2210233225" sldId="2147483551"/>
            <ac:spMk id="69" creationId="{CAC3D85A-A5D7-4215-FAD9-609FA230C042}"/>
          </ac:spMkLst>
        </pc:spChg>
      </pc:sldChg>
      <pc:sldChg chg="addSp delSp modSp add del mod">
        <pc:chgData name="Rene Sangacha" userId="a4e5b6bb3df78a73" providerId="LiveId" clId="{9F2BEB09-8DC3-4CD1-B6B3-2ADC2BF56918}" dt="2026-10-15T15:59:13.121" v="2240" actId="20577"/>
        <pc:sldMkLst>
          <pc:docMk/>
          <pc:sldMk cId="2654026792" sldId="2147483551"/>
        </pc:sldMkLst>
        <pc:spChg chg="mod">
          <ac:chgData name="Rene Sangacha" userId="a4e5b6bb3df78a73" providerId="LiveId" clId="{9F2BEB09-8DC3-4CD1-B6B3-2ADC2BF56918}" dt="2026-10-15T15:59:13.121" v="2240" actId="20577"/>
          <ac:spMkLst>
            <pc:docMk/>
            <pc:sldMk cId="2654026792" sldId="2147483551"/>
            <ac:spMk id="2" creationId="{5D409DE0-713E-D166-7B29-B98FA3484EFC}"/>
          </ac:spMkLst>
        </pc:spChg>
        <pc:spChg chg="add del mod ord">
          <ac:chgData name="Rene Sangacha" userId="a4e5b6bb3df78a73" providerId="LiveId" clId="{9F2BEB09-8DC3-4CD1-B6B3-2ADC2BF56918}" dt="2026-10-15T15:54:30.255" v="2061" actId="478"/>
          <ac:spMkLst>
            <pc:docMk/>
            <pc:sldMk cId="2654026792" sldId="2147483551"/>
            <ac:spMk id="12" creationId="{60B68149-BDB7-E4B8-AAB0-2E74E84149AA}"/>
          </ac:spMkLst>
        </pc:spChg>
        <pc:picChg chg="add mod">
          <ac:chgData name="Rene Sangacha" userId="a4e5b6bb3df78a73" providerId="LiveId" clId="{9F2BEB09-8DC3-4CD1-B6B3-2ADC2BF56918}" dt="2026-10-15T15:53:58.850" v="2051" actId="1076"/>
          <ac:picMkLst>
            <pc:docMk/>
            <pc:sldMk cId="2654026792" sldId="2147483551"/>
            <ac:picMk id="4" creationId="{74F2FFD8-1C66-9C8E-9945-BE6E0C127419}"/>
          </ac:picMkLst>
        </pc:picChg>
        <pc:picChg chg="add mod">
          <ac:chgData name="Rene Sangacha" userId="a4e5b6bb3df78a73" providerId="LiveId" clId="{9F2BEB09-8DC3-4CD1-B6B3-2ADC2BF56918}" dt="2026-10-15T15:53:56.453" v="2050" actId="1076"/>
          <ac:picMkLst>
            <pc:docMk/>
            <pc:sldMk cId="2654026792" sldId="2147483551"/>
            <ac:picMk id="6" creationId="{FD3F5961-FF32-56A0-527B-4BCFA317C371}"/>
          </ac:picMkLst>
        </pc:picChg>
        <pc:picChg chg="add mod">
          <ac:chgData name="Rene Sangacha" userId="a4e5b6bb3df78a73" providerId="LiveId" clId="{9F2BEB09-8DC3-4CD1-B6B3-2ADC2BF56918}" dt="2026-10-15T15:53:54.066" v="2049" actId="1076"/>
          <ac:picMkLst>
            <pc:docMk/>
            <pc:sldMk cId="2654026792" sldId="2147483551"/>
            <ac:picMk id="8" creationId="{EEDDF02C-A728-0191-093C-1F481BA124F1}"/>
          </ac:picMkLst>
        </pc:picChg>
        <pc:picChg chg="add mod">
          <ac:chgData name="Rene Sangacha" userId="a4e5b6bb3df78a73" providerId="LiveId" clId="{9F2BEB09-8DC3-4CD1-B6B3-2ADC2BF56918}" dt="2026-10-15T15:54:16.801" v="2056" actId="1076"/>
          <ac:picMkLst>
            <pc:docMk/>
            <pc:sldMk cId="2654026792" sldId="2147483551"/>
            <ac:picMk id="10" creationId="{33F0FAD2-7D33-642D-F73F-214871397B65}"/>
          </ac:picMkLst>
        </pc:picChg>
      </pc:sldChg>
      <pc:sldChg chg="new del">
        <pc:chgData name="Rene Sangacha" userId="a4e5b6bb3df78a73" providerId="LiveId" clId="{9F2BEB09-8DC3-4CD1-B6B3-2ADC2BF56918}" dt="2026-10-15T15:54:35.795" v="2063" actId="47"/>
        <pc:sldMkLst>
          <pc:docMk/>
          <pc:sldMk cId="452183097" sldId="2147483552"/>
        </pc:sldMkLst>
      </pc:sldChg>
      <pc:sldChg chg="addSp delSp modSp add mod">
        <pc:chgData name="Rene Sangacha" userId="a4e5b6bb3df78a73" providerId="LiveId" clId="{9F2BEB09-8DC3-4CD1-B6B3-2ADC2BF56918}" dt="2026-10-15T15:57:10.611" v="2154" actId="22"/>
        <pc:sldMkLst>
          <pc:docMk/>
          <pc:sldMk cId="2582872710" sldId="2147483552"/>
        </pc:sldMkLst>
        <pc:spChg chg="mod">
          <ac:chgData name="Rene Sangacha" userId="a4e5b6bb3df78a73" providerId="LiveId" clId="{9F2BEB09-8DC3-4CD1-B6B3-2ADC2BF56918}" dt="2026-10-15T15:56:44.191" v="2150" actId="20577"/>
          <ac:spMkLst>
            <pc:docMk/>
            <pc:sldMk cId="2582872710" sldId="2147483552"/>
            <ac:spMk id="2" creationId="{3D4C791E-8849-9DF2-FF28-76F342AE7CF9}"/>
          </ac:spMkLst>
        </pc:spChg>
        <pc:picChg chg="del">
          <ac:chgData name="Rene Sangacha" userId="a4e5b6bb3df78a73" providerId="LiveId" clId="{9F2BEB09-8DC3-4CD1-B6B3-2ADC2BF56918}" dt="2026-10-15T15:55:56.156" v="2067" actId="478"/>
          <ac:picMkLst>
            <pc:docMk/>
            <pc:sldMk cId="2582872710" sldId="2147483552"/>
            <ac:picMk id="4" creationId="{5D0651D2-985A-6422-7F17-971B7D734DCA}"/>
          </ac:picMkLst>
        </pc:picChg>
        <pc:picChg chg="add mod">
          <ac:chgData name="Rene Sangacha" userId="a4e5b6bb3df78a73" providerId="LiveId" clId="{9F2BEB09-8DC3-4CD1-B6B3-2ADC2BF56918}" dt="2026-10-15T15:56:52.771" v="2152" actId="1076"/>
          <ac:picMkLst>
            <pc:docMk/>
            <pc:sldMk cId="2582872710" sldId="2147483552"/>
            <ac:picMk id="5" creationId="{98120E6C-ED4F-CAC9-99F1-97A3CDEA4A82}"/>
          </ac:picMkLst>
        </pc:picChg>
        <pc:picChg chg="del">
          <ac:chgData name="Rene Sangacha" userId="a4e5b6bb3df78a73" providerId="LiveId" clId="{9F2BEB09-8DC3-4CD1-B6B3-2ADC2BF56918}" dt="2026-10-15T15:55:56.156" v="2067" actId="478"/>
          <ac:picMkLst>
            <pc:docMk/>
            <pc:sldMk cId="2582872710" sldId="2147483552"/>
            <ac:picMk id="6" creationId="{EC962B9A-E32B-A436-3F96-2EB53F532437}"/>
          </ac:picMkLst>
        </pc:picChg>
        <pc:picChg chg="del">
          <ac:chgData name="Rene Sangacha" userId="a4e5b6bb3df78a73" providerId="LiveId" clId="{9F2BEB09-8DC3-4CD1-B6B3-2ADC2BF56918}" dt="2026-10-15T15:55:56.156" v="2067" actId="478"/>
          <ac:picMkLst>
            <pc:docMk/>
            <pc:sldMk cId="2582872710" sldId="2147483552"/>
            <ac:picMk id="8" creationId="{1E8C47D3-519B-355E-EA90-C3E407DBDC0D}"/>
          </ac:picMkLst>
        </pc:picChg>
        <pc:picChg chg="add del">
          <ac:chgData name="Rene Sangacha" userId="a4e5b6bb3df78a73" providerId="LiveId" clId="{9F2BEB09-8DC3-4CD1-B6B3-2ADC2BF56918}" dt="2026-10-15T15:56:13.687" v="2074" actId="22"/>
          <ac:picMkLst>
            <pc:docMk/>
            <pc:sldMk cId="2582872710" sldId="2147483552"/>
            <ac:picMk id="9" creationId="{106F7BB9-4873-87D7-18C0-5359DAB01B89}"/>
          </ac:picMkLst>
        </pc:picChg>
        <pc:picChg chg="del mod">
          <ac:chgData name="Rene Sangacha" userId="a4e5b6bb3df78a73" providerId="LiveId" clId="{9F2BEB09-8DC3-4CD1-B6B3-2ADC2BF56918}" dt="2026-10-15T15:55:52.335" v="2066" actId="478"/>
          <ac:picMkLst>
            <pc:docMk/>
            <pc:sldMk cId="2582872710" sldId="2147483552"/>
            <ac:picMk id="10" creationId="{DD5DF99A-4A9F-27DC-5D62-E54293605747}"/>
          </ac:picMkLst>
        </pc:picChg>
        <pc:picChg chg="add del">
          <ac:chgData name="Rene Sangacha" userId="a4e5b6bb3df78a73" providerId="LiveId" clId="{9F2BEB09-8DC3-4CD1-B6B3-2ADC2BF56918}" dt="2026-10-15T15:57:10.611" v="2154" actId="22"/>
          <ac:picMkLst>
            <pc:docMk/>
            <pc:sldMk cId="2582872710" sldId="2147483552"/>
            <ac:picMk id="12" creationId="{CEC247F4-B802-916D-0A91-3974554450A0}"/>
          </ac:picMkLst>
        </pc:picChg>
      </pc:sldChg>
      <pc:sldChg chg="add del">
        <pc:chgData name="Rene Sangacha" userId="a4e5b6bb3df78a73" providerId="LiveId" clId="{9F2BEB09-8DC3-4CD1-B6B3-2ADC2BF56918}" dt="2026-10-15T13:21:00.709" v="248" actId="47"/>
        <pc:sldMkLst>
          <pc:docMk/>
          <pc:sldMk cId="3348728586" sldId="2147483552"/>
        </pc:sldMkLst>
      </pc:sldChg>
      <pc:sldChg chg="addSp delSp modSp add mod">
        <pc:chgData name="Rene Sangacha" userId="a4e5b6bb3df78a73" providerId="LiveId" clId="{9F2BEB09-8DC3-4CD1-B6B3-2ADC2BF56918}" dt="2026-10-15T16:01:39.825" v="2289" actId="478"/>
        <pc:sldMkLst>
          <pc:docMk/>
          <pc:sldMk cId="2035057264" sldId="2147483553"/>
        </pc:sldMkLst>
        <pc:spChg chg="mod">
          <ac:chgData name="Rene Sangacha" userId="a4e5b6bb3df78a73" providerId="LiveId" clId="{9F2BEB09-8DC3-4CD1-B6B3-2ADC2BF56918}" dt="2026-10-15T15:57:21.051" v="2161" actId="20577"/>
          <ac:spMkLst>
            <pc:docMk/>
            <pc:sldMk cId="2035057264" sldId="2147483553"/>
            <ac:spMk id="2" creationId="{C17E1AC5-607F-4C5B-AECE-BDA822B7FBB1}"/>
          </ac:spMkLst>
        </pc:spChg>
        <pc:spChg chg="add del mod ord">
          <ac:chgData name="Rene Sangacha" userId="a4e5b6bb3df78a73" providerId="LiveId" clId="{9F2BEB09-8DC3-4CD1-B6B3-2ADC2BF56918}" dt="2026-10-15T16:01:39.825" v="2289" actId="478"/>
          <ac:spMkLst>
            <pc:docMk/>
            <pc:sldMk cId="2035057264" sldId="2147483553"/>
            <ac:spMk id="11" creationId="{50C1B48C-5255-E144-185E-94034CCEED64}"/>
          </ac:spMkLst>
        </pc:spChg>
        <pc:spChg chg="add del mod ord">
          <ac:chgData name="Rene Sangacha" userId="a4e5b6bb3df78a73" providerId="LiveId" clId="{9F2BEB09-8DC3-4CD1-B6B3-2ADC2BF56918}" dt="2026-10-15T16:01:36.811" v="2284" actId="22"/>
          <ac:spMkLst>
            <pc:docMk/>
            <pc:sldMk cId="2035057264" sldId="2147483553"/>
            <ac:spMk id="13" creationId="{FC976826-A7EF-BC31-E8CE-6F52F5549094}"/>
          </ac:spMkLst>
        </pc:spChg>
        <pc:grpChg chg="add mod">
          <ac:chgData name="Rene Sangacha" userId="a4e5b6bb3df78a73" providerId="LiveId" clId="{9F2BEB09-8DC3-4CD1-B6B3-2ADC2BF56918}" dt="2026-10-15T16:01:36.071" v="2282" actId="164"/>
          <ac:grpSpMkLst>
            <pc:docMk/>
            <pc:sldMk cId="2035057264" sldId="2147483553"/>
            <ac:grpSpMk id="14" creationId="{B8C79D0E-E9D0-A233-FB6D-5C3CF22C1AD9}"/>
          </ac:grpSpMkLst>
        </pc:grpChg>
        <pc:grpChg chg="add mod">
          <ac:chgData name="Rene Sangacha" userId="a4e5b6bb3df78a73" providerId="LiveId" clId="{9F2BEB09-8DC3-4CD1-B6B3-2ADC2BF56918}" dt="2026-10-15T16:01:34.963" v="2279" actId="164"/>
          <ac:grpSpMkLst>
            <pc:docMk/>
            <pc:sldMk cId="2035057264" sldId="2147483553"/>
            <ac:grpSpMk id="15" creationId="{36D48BCE-A943-EB50-B55C-6D6AE43BC352}"/>
          </ac:grpSpMkLst>
        </pc:grpChg>
        <pc:picChg chg="add del mod">
          <ac:chgData name="Rene Sangacha" userId="a4e5b6bb3df78a73" providerId="LiveId" clId="{9F2BEB09-8DC3-4CD1-B6B3-2ADC2BF56918}" dt="2026-10-15T15:58:24.635" v="2180" actId="478"/>
          <ac:picMkLst>
            <pc:docMk/>
            <pc:sldMk cId="2035057264" sldId="2147483553"/>
            <ac:picMk id="4" creationId="{21A16661-A2AA-EAD3-DC63-CF695BBD4F71}"/>
          </ac:picMkLst>
        </pc:picChg>
        <pc:picChg chg="del">
          <ac:chgData name="Rene Sangacha" userId="a4e5b6bb3df78a73" providerId="LiveId" clId="{9F2BEB09-8DC3-4CD1-B6B3-2ADC2BF56918}" dt="2026-10-15T15:57:23.031" v="2162" actId="478"/>
          <ac:picMkLst>
            <pc:docMk/>
            <pc:sldMk cId="2035057264" sldId="2147483553"/>
            <ac:picMk id="5" creationId="{F7A05EFE-C798-84D1-8DE9-D2AFC25297FD}"/>
          </ac:picMkLst>
        </pc:picChg>
        <pc:picChg chg="add mod">
          <ac:chgData name="Rene Sangacha" userId="a4e5b6bb3df78a73" providerId="LiveId" clId="{9F2BEB09-8DC3-4CD1-B6B3-2ADC2BF56918}" dt="2026-10-15T16:01:34.963" v="2279" actId="164"/>
          <ac:picMkLst>
            <pc:docMk/>
            <pc:sldMk cId="2035057264" sldId="2147483553"/>
            <ac:picMk id="7" creationId="{71AB01C4-D6EB-7728-76BE-150617CC5830}"/>
          </ac:picMkLst>
        </pc:picChg>
        <pc:picChg chg="add mod">
          <ac:chgData name="Rene Sangacha" userId="a4e5b6bb3df78a73" providerId="LiveId" clId="{9F2BEB09-8DC3-4CD1-B6B3-2ADC2BF56918}" dt="2026-10-15T16:01:36.071" v="2282" actId="164"/>
          <ac:picMkLst>
            <pc:docMk/>
            <pc:sldMk cId="2035057264" sldId="2147483553"/>
            <ac:picMk id="9" creationId="{946AFD4D-1432-66F2-E6AC-43F24F3D639C}"/>
          </ac:picMkLst>
        </pc:picChg>
      </pc:sldChg>
      <pc:sldChg chg="new del">
        <pc:chgData name="Rene Sangacha" userId="a4e5b6bb3df78a73" providerId="LiveId" clId="{9F2BEB09-8DC3-4CD1-B6B3-2ADC2BF56918}" dt="2026-10-15T15:59:16.301" v="2241" actId="47"/>
        <pc:sldMkLst>
          <pc:docMk/>
          <pc:sldMk cId="2839812972" sldId="2147483554"/>
        </pc:sldMkLst>
      </pc:sldChg>
      <pc:sldChg chg="new del">
        <pc:chgData name="Rene Sangacha" userId="a4e5b6bb3df78a73" providerId="LiveId" clId="{9F2BEB09-8DC3-4CD1-B6B3-2ADC2BF56918}" dt="2026-10-15T16:02:02.352" v="2294" actId="47"/>
        <pc:sldMkLst>
          <pc:docMk/>
          <pc:sldMk cId="3025080354" sldId="2147483554"/>
        </pc:sldMkLst>
      </pc:sldChg>
      <pc:sldChg chg="addSp delSp modSp add mod ord">
        <pc:chgData name="Rene Sangacha" userId="a4e5b6bb3df78a73" providerId="LiveId" clId="{9F2BEB09-8DC3-4CD1-B6B3-2ADC2BF56918}" dt="2026-10-15T16:03:48.787" v="2332" actId="1076"/>
        <pc:sldMkLst>
          <pc:docMk/>
          <pc:sldMk cId="567442462" sldId="2147483555"/>
        </pc:sldMkLst>
        <pc:spChg chg="mod">
          <ac:chgData name="Rene Sangacha" userId="a4e5b6bb3df78a73" providerId="LiveId" clId="{9F2BEB09-8DC3-4CD1-B6B3-2ADC2BF56918}" dt="2026-10-15T16:03:39.533" v="2331" actId="1076"/>
          <ac:spMkLst>
            <pc:docMk/>
            <pc:sldMk cId="567442462" sldId="2147483555"/>
            <ac:spMk id="2" creationId="{CA465950-D270-167E-3C25-A5BA5FF4C2F3}"/>
          </ac:spMkLst>
        </pc:spChg>
        <pc:picChg chg="del">
          <ac:chgData name="Rene Sangacha" userId="a4e5b6bb3df78a73" providerId="LiveId" clId="{9F2BEB09-8DC3-4CD1-B6B3-2ADC2BF56918}" dt="2026-10-15T16:02:13.503" v="2301" actId="478"/>
          <ac:picMkLst>
            <pc:docMk/>
            <pc:sldMk cId="567442462" sldId="2147483555"/>
            <ac:picMk id="4" creationId="{8C7C0C54-44B0-A3F5-95AA-053FDE3584C2}"/>
          </ac:picMkLst>
        </pc:picChg>
        <pc:picChg chg="add mod">
          <ac:chgData name="Rene Sangacha" userId="a4e5b6bb3df78a73" providerId="LiveId" clId="{9F2BEB09-8DC3-4CD1-B6B3-2ADC2BF56918}" dt="2026-10-15T16:03:19.405" v="2325" actId="1076"/>
          <ac:picMkLst>
            <pc:docMk/>
            <pc:sldMk cId="567442462" sldId="2147483555"/>
            <ac:picMk id="5" creationId="{A7B92D91-9D85-89DF-0DB1-1D4E1B320414}"/>
          </ac:picMkLst>
        </pc:picChg>
        <pc:picChg chg="del">
          <ac:chgData name="Rene Sangacha" userId="a4e5b6bb3df78a73" providerId="LiveId" clId="{9F2BEB09-8DC3-4CD1-B6B3-2ADC2BF56918}" dt="2026-10-15T16:02:13.503" v="2301" actId="478"/>
          <ac:picMkLst>
            <pc:docMk/>
            <pc:sldMk cId="567442462" sldId="2147483555"/>
            <ac:picMk id="6" creationId="{3935B19D-D0E0-F126-F9FE-A9ACFFFA85D6}"/>
          </ac:picMkLst>
        </pc:picChg>
        <pc:picChg chg="del">
          <ac:chgData name="Rene Sangacha" userId="a4e5b6bb3df78a73" providerId="LiveId" clId="{9F2BEB09-8DC3-4CD1-B6B3-2ADC2BF56918}" dt="2026-10-15T16:02:13.503" v="2301" actId="478"/>
          <ac:picMkLst>
            <pc:docMk/>
            <pc:sldMk cId="567442462" sldId="2147483555"/>
            <ac:picMk id="8" creationId="{1EFF12B5-0260-2EEB-2492-4A34169FD6A6}"/>
          </ac:picMkLst>
        </pc:picChg>
        <pc:picChg chg="add mod">
          <ac:chgData name="Rene Sangacha" userId="a4e5b6bb3df78a73" providerId="LiveId" clId="{9F2BEB09-8DC3-4CD1-B6B3-2ADC2BF56918}" dt="2026-10-15T16:03:02.885" v="2322" actId="1076"/>
          <ac:picMkLst>
            <pc:docMk/>
            <pc:sldMk cId="567442462" sldId="2147483555"/>
            <ac:picMk id="9" creationId="{3AC4CBCA-7E78-60D0-1220-28353222DC45}"/>
          </ac:picMkLst>
        </pc:picChg>
        <pc:picChg chg="del">
          <ac:chgData name="Rene Sangacha" userId="a4e5b6bb3df78a73" providerId="LiveId" clId="{9F2BEB09-8DC3-4CD1-B6B3-2ADC2BF56918}" dt="2026-10-15T16:02:13.503" v="2301" actId="478"/>
          <ac:picMkLst>
            <pc:docMk/>
            <pc:sldMk cId="567442462" sldId="2147483555"/>
            <ac:picMk id="10" creationId="{B91AF333-E3E2-546A-ED0C-CF1E30A2DD73}"/>
          </ac:picMkLst>
        </pc:picChg>
        <pc:picChg chg="add mod">
          <ac:chgData name="Rene Sangacha" userId="a4e5b6bb3df78a73" providerId="LiveId" clId="{9F2BEB09-8DC3-4CD1-B6B3-2ADC2BF56918}" dt="2026-10-15T16:03:07.467" v="2323" actId="1076"/>
          <ac:picMkLst>
            <pc:docMk/>
            <pc:sldMk cId="567442462" sldId="2147483555"/>
            <ac:picMk id="12" creationId="{FD71321A-F09F-5A3A-F166-F608B2A04A08}"/>
          </ac:picMkLst>
        </pc:picChg>
        <pc:picChg chg="add mod">
          <ac:chgData name="Rene Sangacha" userId="a4e5b6bb3df78a73" providerId="LiveId" clId="{9F2BEB09-8DC3-4CD1-B6B3-2ADC2BF56918}" dt="2026-10-15T16:03:48.787" v="2332" actId="1076"/>
          <ac:picMkLst>
            <pc:docMk/>
            <pc:sldMk cId="567442462" sldId="2147483555"/>
            <ac:picMk id="14" creationId="{66BDF444-5B66-1361-456B-D2A1E7DCE2F3}"/>
          </ac:picMkLst>
        </pc:picChg>
      </pc:sldChg>
      <pc:sldMasterChg chg="delSldLayout">
        <pc:chgData name="Rene Sangacha" userId="a4e5b6bb3df78a73" providerId="LiveId" clId="{9F2BEB09-8DC3-4CD1-B6B3-2ADC2BF56918}" dt="2026-10-15T15:10:01.376" v="1643" actId="47"/>
        <pc:sldMasterMkLst>
          <pc:docMk/>
          <pc:sldMasterMk cId="0" sldId="2147483648"/>
        </pc:sldMasterMkLst>
        <pc:sldLayoutChg chg="del">
          <pc:chgData name="Rene Sangacha" userId="a4e5b6bb3df78a73" providerId="LiveId" clId="{9F2BEB09-8DC3-4CD1-B6B3-2ADC2BF56918}" dt="2026-10-15T15:10:01.376" v="164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Rene Sangacha" userId="a4e5b6bb3df78a73" providerId="LiveId" clId="{9F2BEB09-8DC3-4CD1-B6B3-2ADC2BF56918}" dt="2026-10-15T04:17:10.099" v="0" actId="47"/>
          <pc:sldLayoutMkLst>
            <pc:docMk/>
            <pc:sldMasterMk cId="0" sldId="2147483648"/>
            <pc:sldLayoutMk cId="632399964" sldId="2147483661"/>
          </pc:sldLayoutMkLst>
        </pc:sldLayoutChg>
        <pc:sldLayoutChg chg="del">
          <pc:chgData name="Rene Sangacha" userId="a4e5b6bb3df78a73" providerId="LiveId" clId="{9F2BEB09-8DC3-4CD1-B6B3-2ADC2BF56918}" dt="2026-10-15T15:10:01.376" v="1643" actId="47"/>
          <pc:sldLayoutMkLst>
            <pc:docMk/>
            <pc:sldMasterMk cId="0" sldId="2147483648"/>
            <pc:sldLayoutMk cId="2017706866" sldId="2147483662"/>
          </pc:sldLayoutMkLst>
        </pc:sldLayoutChg>
        <pc:sldLayoutChg chg="del">
          <pc:chgData name="Rene Sangacha" userId="a4e5b6bb3df78a73" providerId="LiveId" clId="{9F2BEB09-8DC3-4CD1-B6B3-2ADC2BF56918}" dt="2026-10-15T15:10:01.376" v="1643" actId="47"/>
          <pc:sldLayoutMkLst>
            <pc:docMk/>
            <pc:sldMasterMk cId="0" sldId="2147483648"/>
            <pc:sldLayoutMk cId="143214435" sldId="2147483663"/>
          </pc:sldLayoutMkLst>
        </pc:sldLayoutChg>
      </pc:sldMasterChg>
      <pc:sldMasterChg chg="delSldLayout">
        <pc:chgData name="Rene Sangacha" userId="a4e5b6bb3df78a73" providerId="LiveId" clId="{9F2BEB09-8DC3-4CD1-B6B3-2ADC2BF56918}" dt="2026-10-15T15:31:33.268" v="1847" actId="47"/>
        <pc:sldMasterMkLst>
          <pc:docMk/>
          <pc:sldMasterMk cId="0" sldId="2147483652"/>
        </pc:sldMasterMkLst>
        <pc:sldLayoutChg chg="del">
          <pc:chgData name="Rene Sangacha" userId="a4e5b6bb3df78a73" providerId="LiveId" clId="{9F2BEB09-8DC3-4CD1-B6B3-2ADC2BF56918}" dt="2026-10-15T15:31:33.268" v="1847" actId="47"/>
          <pc:sldLayoutMkLst>
            <pc:docMk/>
            <pc:sldMasterMk cId="0" sldId="2147483652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1F89-2225-E1C6-07C0-E16660A4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3CE367-599B-2C80-AB44-9D7CAE0EB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9657BC2-C58C-D275-FCE0-3D73BF119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1A538B-F146-78FD-7F95-4D17083F4B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4250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173E8-FC51-D656-A781-D19F32AF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DCCCBE-C531-BF7D-E001-C47218497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3C7403-77F9-AF57-1B2B-947526C10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CC9748-58CF-7493-9975-DA99FE768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7863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DB4A-01BD-EAD5-6F01-FD4638AF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0234A3-F0CC-034B-88F1-59B5C83C9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2D28A5-8D38-D6B0-5B06-8A726BFA4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84E27D-F488-2EDB-123C-C68F221CE4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3426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833C-8BD1-CEE3-97AE-4DC87653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9BA3AA-D663-D0B1-A623-20970502B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B4BDC1-D47D-A61D-CB0B-D6D01B04F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27D7A3-0139-571D-FA0F-931E7C524C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3465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8EAE-73B2-D6DB-E733-338A5BFD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3623E4-D5B7-C026-104D-401B08116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EB3A1B-0B74-8BF7-B1E0-7E4B119EE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5280F1-223B-6DCB-1996-F8C00F63C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8559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FAEA-E6FD-B4E2-6755-AD7ED8C4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8BBFAB-3DD6-4EEA-3756-08790A278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CC308FB-572B-A8C1-E43E-B47979DA5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98474C-D225-D75C-7CB3-685D204D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7833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1987F-44DE-295C-B5A6-092B2531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675C419-7E66-CB93-94D5-986E48478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89C453-DCF2-2DF7-CF47-3FB54AD1A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DF96F4-9E8A-2EE9-0131-498F614F4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567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62D6-6A19-1317-714C-AA083FF19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81802F-2AEE-FB5A-DC57-F711AC4E5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9FB367-7270-DB78-3529-9A2BC2E04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BC43B3-2F59-2668-3494-1DE810396D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2110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seño personalizado">
  <p:cSld name="Diseño personalizado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6876" y="3472511"/>
            <a:ext cx="4826049" cy="2288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dc7b7adb69_0_1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dc7b7adb69_0_14"/>
          <p:cNvSpPr/>
          <p:nvPr/>
        </p:nvSpPr>
        <p:spPr>
          <a:xfrm>
            <a:off x="76200" y="198475"/>
            <a:ext cx="16256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g3dc7b7adb69_0_1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65795" y="8610600"/>
            <a:ext cx="191400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7"/>
          <p:cNvPicPr preferRelativeResize="0"/>
          <p:nvPr/>
        </p:nvPicPr>
        <p:blipFill rotWithShape="1">
          <a:blip r:embed="rId2">
            <a:alphaModFix/>
          </a:blip>
          <a:srcRect l="44" t="12409" r="12441"/>
          <a:stretch/>
        </p:blipFill>
        <p:spPr>
          <a:xfrm>
            <a:off x="-1" y="0"/>
            <a:ext cx="16256001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 txBox="1">
            <a:spLocks noGrp="1"/>
          </p:cNvSpPr>
          <p:nvPr>
            <p:ph type="ctrTitle"/>
          </p:nvPr>
        </p:nvSpPr>
        <p:spPr>
          <a:xfrm>
            <a:off x="1955800" y="31210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ubTitle" idx="1"/>
          </p:nvPr>
        </p:nvSpPr>
        <p:spPr>
          <a:xfrm>
            <a:off x="1955800" y="4876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ABA8"/>
              </a:buClr>
              <a:buSzPts val="3200"/>
              <a:buNone/>
              <a:defRPr>
                <a:solidFill>
                  <a:srgbClr val="88ABA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ABA8"/>
              </a:buClr>
              <a:buSzPts val="2800"/>
              <a:buNone/>
              <a:defRPr>
                <a:solidFill>
                  <a:srgbClr val="88ABA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ABA8"/>
              </a:buClr>
              <a:buSzPts val="2400"/>
              <a:buNone/>
              <a:defRPr>
                <a:solidFill>
                  <a:srgbClr val="88ABA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9pPr>
          </a:lstStyle>
          <a:p>
            <a:endParaRPr/>
          </a:p>
        </p:txBody>
      </p:sp>
      <p:pic>
        <p:nvPicPr>
          <p:cNvPr id="33" name="Google Shape;33;p17"/>
          <p:cNvPicPr preferRelativeResize="0"/>
          <p:nvPr/>
        </p:nvPicPr>
        <p:blipFill rotWithShape="1">
          <a:blip r:embed="rId3">
            <a:alphaModFix/>
          </a:blip>
          <a:srcRect r="22"/>
          <a:stretch/>
        </p:blipFill>
        <p:spPr>
          <a:xfrm>
            <a:off x="13995400" y="7894320"/>
            <a:ext cx="1955800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 sz="2000">
                <a:solidFill>
                  <a:srgbClr val="88ABA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ABA8"/>
              </a:buClr>
              <a:buSzPts val="1800"/>
              <a:buNone/>
              <a:defRPr sz="1800">
                <a:solidFill>
                  <a:srgbClr val="88ABA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ABA8"/>
              </a:buClr>
              <a:buSzPts val="1600"/>
              <a:buNone/>
              <a:defRPr sz="1600">
                <a:solidFill>
                  <a:srgbClr val="88ABA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seño personalizado">
  <p:cSld name="Diseño personalizado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6876" y="3472511"/>
            <a:ext cx="4826049" cy="2288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1"/>
          <p:cNvPicPr preferRelativeResize="0"/>
          <p:nvPr/>
        </p:nvPicPr>
        <p:blipFill rotWithShape="1">
          <a:blip r:embed="rId4">
            <a:alphaModFix/>
          </a:blip>
          <a:srcRect l="44" r="44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1"/>
          <p:cNvPicPr preferRelativeResize="0"/>
          <p:nvPr/>
        </p:nvPicPr>
        <p:blipFill rotWithShape="1">
          <a:blip r:embed="rId5">
            <a:alphaModFix/>
          </a:blip>
          <a:srcRect b="5385"/>
          <a:stretch/>
        </p:blipFill>
        <p:spPr>
          <a:xfrm>
            <a:off x="15151100" y="152400"/>
            <a:ext cx="889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3807B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2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72">
          <p15:clr>
            <a:srgbClr val="F26B43"/>
          </p15:clr>
        </p15:guide>
        <p15:guide id="4" pos="99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>
            <a:alpha val="0"/>
          </a:schemeClr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0"/>
          <p:cNvPicPr preferRelativeResize="0"/>
          <p:nvPr/>
        </p:nvPicPr>
        <p:blipFill rotWithShape="1">
          <a:blip r:embed="rId9">
            <a:alphaModFix/>
          </a:blip>
          <a:srcRect l="44" r="44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0"/>
          <p:cNvPicPr preferRelativeResize="0"/>
          <p:nvPr/>
        </p:nvPicPr>
        <p:blipFill rotWithShape="1">
          <a:blip r:embed="rId10">
            <a:alphaModFix/>
          </a:blip>
          <a:srcRect b="5385"/>
          <a:stretch/>
        </p:blipFill>
        <p:spPr>
          <a:xfrm>
            <a:off x="15151100" y="152400"/>
            <a:ext cx="889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3807B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2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72">
          <p15:clr>
            <a:srgbClr val="F26B43"/>
          </p15:clr>
        </p15:guide>
        <p15:guide id="4" pos="99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/>
        </p:nvSpPr>
        <p:spPr>
          <a:xfrm>
            <a:off x="8459850" y="3801596"/>
            <a:ext cx="6996600" cy="154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-MX" sz="4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Modulo de Sensibilidad</a:t>
            </a:r>
            <a:endParaRPr dirty="0"/>
          </a:p>
        </p:txBody>
      </p:sp>
      <p:sp>
        <p:nvSpPr>
          <p:cNvPr id="58" name="Google Shape;58;p1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C6E9E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270000" y="8051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C6E9E7"/>
                </a:solidFill>
                <a:latin typeface="Poppins"/>
                <a:ea typeface="Poppins"/>
                <a:cs typeface="Poppins"/>
                <a:sym typeface="Poppins"/>
              </a:rPr>
              <a:t>SEPTIEMBRE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1270000" y="8382000"/>
            <a:ext cx="762000" cy="50800"/>
          </a:xfrm>
          <a:prstGeom prst="rect">
            <a:avLst/>
          </a:prstGeom>
          <a:solidFill>
            <a:srgbClr val="C6E9E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DA8D-263D-19AB-3315-325DDF2B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67;g3ed063acbfe_1_0">
            <a:extLst>
              <a:ext uri="{FF2B5EF4-FFF2-40B4-BE49-F238E27FC236}">
                <a16:creationId xmlns:a16="http://schemas.microsoft.com/office/drawing/2014/main" id="{645AB9CB-5099-5053-1FF5-49FB54221945}"/>
              </a:ext>
            </a:extLst>
          </p:cNvPr>
          <p:cNvSpPr txBox="1"/>
          <p:nvPr/>
        </p:nvSpPr>
        <p:spPr>
          <a:xfrm>
            <a:off x="658349" y="393190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Sensibilidad</a:t>
            </a:r>
          </a:p>
        </p:txBody>
      </p:sp>
      <p:cxnSp>
        <p:nvCxnSpPr>
          <p:cNvPr id="80" name="Connector 3">
            <a:extLst>
              <a:ext uri="{FF2B5EF4-FFF2-40B4-BE49-F238E27FC236}">
                <a16:creationId xmlns:a16="http://schemas.microsoft.com/office/drawing/2014/main" id="{DB9EDC17-4338-D542-A386-E65ACD8C4CFE}"/>
              </a:ext>
            </a:extLst>
          </p:cNvPr>
          <p:cNvCxnSpPr/>
          <p:nvPr/>
        </p:nvCxnSpPr>
        <p:spPr>
          <a:xfrm>
            <a:off x="658349" y="1298618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">
            <a:extLst>
              <a:ext uri="{FF2B5EF4-FFF2-40B4-BE49-F238E27FC236}">
                <a16:creationId xmlns:a16="http://schemas.microsoft.com/office/drawing/2014/main" id="{4E5CF675-9274-1416-9994-427D6E66CC81}"/>
              </a:ext>
            </a:extLst>
          </p:cNvPr>
          <p:cNvSpPr/>
          <p:nvPr/>
        </p:nvSpPr>
        <p:spPr>
          <a:xfrm>
            <a:off x="658368" y="1645920"/>
            <a:ext cx="4699345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Rectangle 9">
            <a:extLst>
              <a:ext uri="{FF2B5EF4-FFF2-40B4-BE49-F238E27FC236}">
                <a16:creationId xmlns:a16="http://schemas.microsoft.com/office/drawing/2014/main" id="{30C62747-6116-A2E9-2B73-2C99310BAC27}"/>
              </a:ext>
            </a:extLst>
          </p:cNvPr>
          <p:cNvSpPr/>
          <p:nvPr/>
        </p:nvSpPr>
        <p:spPr>
          <a:xfrm>
            <a:off x="658368" y="1645920"/>
            <a:ext cx="4699345" cy="36576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Rectangle 10">
            <a:extLst>
              <a:ext uri="{FF2B5EF4-FFF2-40B4-BE49-F238E27FC236}">
                <a16:creationId xmlns:a16="http://schemas.microsoft.com/office/drawing/2014/main" id="{6965FAA7-2BA7-1129-B4BB-8BF8062E6AC8}"/>
              </a:ext>
            </a:extLst>
          </p:cNvPr>
          <p:cNvSpPr/>
          <p:nvPr/>
        </p:nvSpPr>
        <p:spPr>
          <a:xfrm>
            <a:off x="859536" y="1847088"/>
            <a:ext cx="274320" cy="27432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8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4" name="TextBox 11">
            <a:extLst>
              <a:ext uri="{FF2B5EF4-FFF2-40B4-BE49-F238E27FC236}">
                <a16:creationId xmlns:a16="http://schemas.microsoft.com/office/drawing/2014/main" id="{9952A99B-9CA9-E18B-DCFC-47E19095A5C4}"/>
              </a:ext>
            </a:extLst>
          </p:cNvPr>
          <p:cNvSpPr txBox="1"/>
          <p:nvPr/>
        </p:nvSpPr>
        <p:spPr>
          <a:xfrm>
            <a:off x="1243584" y="1874519"/>
            <a:ext cx="391296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800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técnica</a:t>
            </a:r>
          </a:p>
        </p:txBody>
      </p:sp>
      <p:sp>
        <p:nvSpPr>
          <p:cNvPr id="85" name="TextBox 12">
            <a:extLst>
              <a:ext uri="{FF2B5EF4-FFF2-40B4-BE49-F238E27FC236}">
                <a16:creationId xmlns:a16="http://schemas.microsoft.com/office/drawing/2014/main" id="{49EBD084-1A0B-8343-1E03-692BBF5C4D3C}"/>
              </a:ext>
            </a:extLst>
          </p:cNvPr>
          <p:cNvSpPr txBox="1"/>
          <p:nvPr/>
        </p:nvSpPr>
        <p:spPr>
          <a:xfrm>
            <a:off x="859536" y="2212848"/>
            <a:ext cx="429700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200" b="0" i="0" noProof="0" dirty="0">
                <a:solidFill>
                  <a:srgbClr val="6E7E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Partimos de las tasas definidas en la componente 02.</a:t>
            </a:r>
          </a:p>
        </p:txBody>
      </p:sp>
      <p:sp>
        <p:nvSpPr>
          <p:cNvPr id="86" name="Rectangle 13">
            <a:extLst>
              <a:ext uri="{FF2B5EF4-FFF2-40B4-BE49-F238E27FC236}">
                <a16:creationId xmlns:a16="http://schemas.microsoft.com/office/drawing/2014/main" id="{D8D6E3D1-6583-EAF4-341D-9153E30E0BD2}"/>
              </a:ext>
            </a:extLst>
          </p:cNvPr>
          <p:cNvSpPr/>
          <p:nvPr/>
        </p:nvSpPr>
        <p:spPr>
          <a:xfrm>
            <a:off x="1700784" y="2651760"/>
            <a:ext cx="1124488" cy="27432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Bajo</a:t>
            </a:r>
          </a:p>
        </p:txBody>
      </p:sp>
      <p:sp>
        <p:nvSpPr>
          <p:cNvPr id="87" name="Rectangle 14">
            <a:extLst>
              <a:ext uri="{FF2B5EF4-FFF2-40B4-BE49-F238E27FC236}">
                <a16:creationId xmlns:a16="http://schemas.microsoft.com/office/drawing/2014/main" id="{5C40F31A-ADA3-7E7C-7B7E-2E70578459C4}"/>
              </a:ext>
            </a:extLst>
          </p:cNvPr>
          <p:cNvSpPr/>
          <p:nvPr/>
        </p:nvSpPr>
        <p:spPr>
          <a:xfrm>
            <a:off x="2852704" y="2651760"/>
            <a:ext cx="1124488" cy="27432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Medio</a:t>
            </a:r>
          </a:p>
        </p:txBody>
      </p:sp>
      <p:sp>
        <p:nvSpPr>
          <p:cNvPr id="88" name="Rectangle 15">
            <a:extLst>
              <a:ext uri="{FF2B5EF4-FFF2-40B4-BE49-F238E27FC236}">
                <a16:creationId xmlns:a16="http://schemas.microsoft.com/office/drawing/2014/main" id="{91BEBFC1-722F-43D8-EF9F-DCFCF23F8DEC}"/>
              </a:ext>
            </a:extLst>
          </p:cNvPr>
          <p:cNvSpPr/>
          <p:nvPr/>
        </p:nvSpPr>
        <p:spPr>
          <a:xfrm>
            <a:off x="4004624" y="2651760"/>
            <a:ext cx="1124488" cy="27432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Alto</a:t>
            </a:r>
          </a:p>
        </p:txBody>
      </p:sp>
      <p:sp>
        <p:nvSpPr>
          <p:cNvPr id="89" name="TextBox 16">
            <a:extLst>
              <a:ext uri="{FF2B5EF4-FFF2-40B4-BE49-F238E27FC236}">
                <a16:creationId xmlns:a16="http://schemas.microsoft.com/office/drawing/2014/main" id="{7C6553E8-9671-9F81-542E-66C4D3D17C84}"/>
              </a:ext>
            </a:extLst>
          </p:cNvPr>
          <p:cNvSpPr txBox="1"/>
          <p:nvPr/>
        </p:nvSpPr>
        <p:spPr>
          <a:xfrm>
            <a:off x="859536" y="3265040"/>
            <a:ext cx="768096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Segmento A</a:t>
            </a:r>
          </a:p>
        </p:txBody>
      </p:sp>
      <p:sp>
        <p:nvSpPr>
          <p:cNvPr id="90" name="Rectangle 17">
            <a:extLst>
              <a:ext uri="{FF2B5EF4-FFF2-40B4-BE49-F238E27FC236}">
                <a16:creationId xmlns:a16="http://schemas.microsoft.com/office/drawing/2014/main" id="{B9F5D7F7-8627-8388-623F-F606097CD127}"/>
              </a:ext>
            </a:extLst>
          </p:cNvPr>
          <p:cNvSpPr/>
          <p:nvPr/>
        </p:nvSpPr>
        <p:spPr>
          <a:xfrm>
            <a:off x="1700784" y="2999232"/>
            <a:ext cx="1124488" cy="707136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11%</a:t>
            </a:r>
          </a:p>
        </p:txBody>
      </p:sp>
      <p:sp>
        <p:nvSpPr>
          <p:cNvPr id="91" name="Rectangle 18">
            <a:extLst>
              <a:ext uri="{FF2B5EF4-FFF2-40B4-BE49-F238E27FC236}">
                <a16:creationId xmlns:a16="http://schemas.microsoft.com/office/drawing/2014/main" id="{5C49576F-B76A-78D1-AD79-2047043266A3}"/>
              </a:ext>
            </a:extLst>
          </p:cNvPr>
          <p:cNvSpPr/>
          <p:nvPr/>
        </p:nvSpPr>
        <p:spPr>
          <a:xfrm>
            <a:off x="2852704" y="2999232"/>
            <a:ext cx="1124488" cy="7071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14%</a:t>
            </a:r>
          </a:p>
        </p:txBody>
      </p:sp>
      <p:sp>
        <p:nvSpPr>
          <p:cNvPr id="92" name="Rectangle 19">
            <a:extLst>
              <a:ext uri="{FF2B5EF4-FFF2-40B4-BE49-F238E27FC236}">
                <a16:creationId xmlns:a16="http://schemas.microsoft.com/office/drawing/2014/main" id="{4F25ED28-5E30-86E7-4D8D-ADBF47DC6ED1}"/>
              </a:ext>
            </a:extLst>
          </p:cNvPr>
          <p:cNvSpPr/>
          <p:nvPr/>
        </p:nvSpPr>
        <p:spPr>
          <a:xfrm>
            <a:off x="4004624" y="2999232"/>
            <a:ext cx="1124488" cy="707136"/>
          </a:xfrm>
          <a:prstGeom prst="rect">
            <a:avLst/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20%</a:t>
            </a:r>
          </a:p>
        </p:txBody>
      </p:sp>
      <p:sp>
        <p:nvSpPr>
          <p:cNvPr id="93" name="TextBox 20">
            <a:extLst>
              <a:ext uri="{FF2B5EF4-FFF2-40B4-BE49-F238E27FC236}">
                <a16:creationId xmlns:a16="http://schemas.microsoft.com/office/drawing/2014/main" id="{A86183E8-B881-9B4D-0A60-D7F696CEAB7F}"/>
              </a:ext>
            </a:extLst>
          </p:cNvPr>
          <p:cNvSpPr txBox="1"/>
          <p:nvPr/>
        </p:nvSpPr>
        <p:spPr>
          <a:xfrm>
            <a:off x="859536" y="4017896"/>
            <a:ext cx="768096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Segmento B</a:t>
            </a:r>
          </a:p>
        </p:txBody>
      </p:sp>
      <p:sp>
        <p:nvSpPr>
          <p:cNvPr id="94" name="Rectangle 21">
            <a:extLst>
              <a:ext uri="{FF2B5EF4-FFF2-40B4-BE49-F238E27FC236}">
                <a16:creationId xmlns:a16="http://schemas.microsoft.com/office/drawing/2014/main" id="{3E3A4754-CCDA-0208-5B12-2EA4BB6323AC}"/>
              </a:ext>
            </a:extLst>
          </p:cNvPr>
          <p:cNvSpPr/>
          <p:nvPr/>
        </p:nvSpPr>
        <p:spPr>
          <a:xfrm>
            <a:off x="1700784" y="3752088"/>
            <a:ext cx="1124488" cy="7071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13.5%</a:t>
            </a:r>
          </a:p>
        </p:txBody>
      </p:sp>
      <p:sp>
        <p:nvSpPr>
          <p:cNvPr id="95" name="Rectangle 22">
            <a:extLst>
              <a:ext uri="{FF2B5EF4-FFF2-40B4-BE49-F238E27FC236}">
                <a16:creationId xmlns:a16="http://schemas.microsoft.com/office/drawing/2014/main" id="{A0DC7B7C-A24D-868D-5A59-16D749C296CE}"/>
              </a:ext>
            </a:extLst>
          </p:cNvPr>
          <p:cNvSpPr/>
          <p:nvPr/>
        </p:nvSpPr>
        <p:spPr>
          <a:xfrm>
            <a:off x="2852704" y="3752088"/>
            <a:ext cx="1124488" cy="70713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17%</a:t>
            </a:r>
          </a:p>
        </p:txBody>
      </p:sp>
      <p:sp>
        <p:nvSpPr>
          <p:cNvPr id="96" name="Rectangle 23">
            <a:extLst>
              <a:ext uri="{FF2B5EF4-FFF2-40B4-BE49-F238E27FC236}">
                <a16:creationId xmlns:a16="http://schemas.microsoft.com/office/drawing/2014/main" id="{157B5440-4558-A991-55C4-F6AD480B8D13}"/>
              </a:ext>
            </a:extLst>
          </p:cNvPr>
          <p:cNvSpPr/>
          <p:nvPr/>
        </p:nvSpPr>
        <p:spPr>
          <a:xfrm>
            <a:off x="4004624" y="3752088"/>
            <a:ext cx="1124488" cy="707136"/>
          </a:xfrm>
          <a:prstGeom prst="rect">
            <a:avLst/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24%</a:t>
            </a:r>
          </a:p>
        </p:txBody>
      </p:sp>
      <p:sp>
        <p:nvSpPr>
          <p:cNvPr id="97" name="TextBox 24">
            <a:extLst>
              <a:ext uri="{FF2B5EF4-FFF2-40B4-BE49-F238E27FC236}">
                <a16:creationId xmlns:a16="http://schemas.microsoft.com/office/drawing/2014/main" id="{D20EA4A2-70CF-797D-2206-BF9DF9EB8C0C}"/>
              </a:ext>
            </a:extLst>
          </p:cNvPr>
          <p:cNvSpPr txBox="1"/>
          <p:nvPr/>
        </p:nvSpPr>
        <p:spPr>
          <a:xfrm>
            <a:off x="658349" y="4770752"/>
            <a:ext cx="969283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Segmento N</a:t>
            </a:r>
          </a:p>
        </p:txBody>
      </p:sp>
      <p:sp>
        <p:nvSpPr>
          <p:cNvPr id="98" name="Rectangle 25">
            <a:extLst>
              <a:ext uri="{FF2B5EF4-FFF2-40B4-BE49-F238E27FC236}">
                <a16:creationId xmlns:a16="http://schemas.microsoft.com/office/drawing/2014/main" id="{86477E39-EB76-4ECB-0EDD-51FBC23888E4}"/>
              </a:ext>
            </a:extLst>
          </p:cNvPr>
          <p:cNvSpPr/>
          <p:nvPr/>
        </p:nvSpPr>
        <p:spPr>
          <a:xfrm>
            <a:off x="1700784" y="4504944"/>
            <a:ext cx="1124488" cy="707136"/>
          </a:xfrm>
          <a:prstGeom prst="rect">
            <a:avLst/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16%</a:t>
            </a:r>
          </a:p>
        </p:txBody>
      </p:sp>
      <p:sp>
        <p:nvSpPr>
          <p:cNvPr id="99" name="Rectangle 26">
            <a:extLst>
              <a:ext uri="{FF2B5EF4-FFF2-40B4-BE49-F238E27FC236}">
                <a16:creationId xmlns:a16="http://schemas.microsoft.com/office/drawing/2014/main" id="{AB8C1FAA-929E-70C8-87CC-CEE171CFED6C}"/>
              </a:ext>
            </a:extLst>
          </p:cNvPr>
          <p:cNvSpPr/>
          <p:nvPr/>
        </p:nvSpPr>
        <p:spPr>
          <a:xfrm>
            <a:off x="2852704" y="4504944"/>
            <a:ext cx="1124488" cy="707136"/>
          </a:xfrm>
          <a:prstGeom prst="rect">
            <a:avLst/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22%</a:t>
            </a:r>
          </a:p>
        </p:txBody>
      </p:sp>
      <p:sp>
        <p:nvSpPr>
          <p:cNvPr id="100" name="Rectangle 27">
            <a:extLst>
              <a:ext uri="{FF2B5EF4-FFF2-40B4-BE49-F238E27FC236}">
                <a16:creationId xmlns:a16="http://schemas.microsoft.com/office/drawing/2014/main" id="{1EDEC7EC-C3CF-B176-E12A-331CAD5562F8}"/>
              </a:ext>
            </a:extLst>
          </p:cNvPr>
          <p:cNvSpPr/>
          <p:nvPr/>
        </p:nvSpPr>
        <p:spPr>
          <a:xfrm>
            <a:off x="4004624" y="4504944"/>
            <a:ext cx="1124488" cy="707136"/>
          </a:xfrm>
          <a:prstGeom prst="rect">
            <a:avLst/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12%</a:t>
            </a:r>
          </a:p>
          <a:p>
            <a:pPr algn="ctr">
              <a:lnSpc>
                <a:spcPct val="110000"/>
              </a:lnSpc>
            </a:pPr>
            <a:r>
              <a:rPr lang="es-ES_tradnl" sz="1600" b="1" i="0" noProof="0" dirty="0">
                <a:solidFill>
                  <a:srgbClr val="083A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34%</a:t>
            </a:r>
          </a:p>
        </p:txBody>
      </p:sp>
      <p:sp>
        <p:nvSpPr>
          <p:cNvPr id="101" name="TextBox 28">
            <a:extLst>
              <a:ext uri="{FF2B5EF4-FFF2-40B4-BE49-F238E27FC236}">
                <a16:creationId xmlns:a16="http://schemas.microsoft.com/office/drawing/2014/main" id="{9A7BB02B-2BF6-3027-78EC-0C4E482B39A5}"/>
              </a:ext>
            </a:extLst>
          </p:cNvPr>
          <p:cNvSpPr txBox="1"/>
          <p:nvPr/>
        </p:nvSpPr>
        <p:spPr>
          <a:xfrm>
            <a:off x="859536" y="5358383"/>
            <a:ext cx="429700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sz="1100" b="0" i="0" noProof="0" dirty="0">
                <a:solidFill>
                  <a:srgbClr val="9AA8A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Costo de riesgo  /  TEA técnica</a:t>
            </a:r>
          </a:p>
        </p:txBody>
      </p:sp>
      <p:cxnSp>
        <p:nvCxnSpPr>
          <p:cNvPr id="102" name="Connector 28">
            <a:extLst>
              <a:ext uri="{FF2B5EF4-FFF2-40B4-BE49-F238E27FC236}">
                <a16:creationId xmlns:a16="http://schemas.microsoft.com/office/drawing/2014/main" id="{5571A83D-8A86-307E-0D5C-12954F6E9119}"/>
              </a:ext>
            </a:extLst>
          </p:cNvPr>
          <p:cNvCxnSpPr/>
          <p:nvPr/>
        </p:nvCxnSpPr>
        <p:spPr>
          <a:xfrm>
            <a:off x="5430865" y="3703320"/>
            <a:ext cx="274320" cy="0"/>
          </a:xfrm>
          <a:prstGeom prst="line">
            <a:avLst/>
          </a:prstGeom>
          <a:ln w="25400">
            <a:solidFill>
              <a:srgbClr val="1380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30">
            <a:extLst>
              <a:ext uri="{FF2B5EF4-FFF2-40B4-BE49-F238E27FC236}">
                <a16:creationId xmlns:a16="http://schemas.microsoft.com/office/drawing/2014/main" id="{ACB9E399-CB09-2E09-3BA4-CCCA5B5909EC}"/>
              </a:ext>
            </a:extLst>
          </p:cNvPr>
          <p:cNvSpPr/>
          <p:nvPr/>
        </p:nvSpPr>
        <p:spPr>
          <a:xfrm>
            <a:off x="5778337" y="1645920"/>
            <a:ext cx="4699345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Rectangle 31">
            <a:extLst>
              <a:ext uri="{FF2B5EF4-FFF2-40B4-BE49-F238E27FC236}">
                <a16:creationId xmlns:a16="http://schemas.microsoft.com/office/drawing/2014/main" id="{45980BE2-C533-94E0-9B30-999DC8F48CFF}"/>
              </a:ext>
            </a:extLst>
          </p:cNvPr>
          <p:cNvSpPr/>
          <p:nvPr/>
        </p:nvSpPr>
        <p:spPr>
          <a:xfrm>
            <a:off x="5778337" y="1645920"/>
            <a:ext cx="4699345" cy="36576"/>
          </a:xfrm>
          <a:prstGeom prst="rect">
            <a:avLst/>
          </a:prstGeom>
          <a:solidFill>
            <a:srgbClr val="C8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32">
            <a:extLst>
              <a:ext uri="{FF2B5EF4-FFF2-40B4-BE49-F238E27FC236}">
                <a16:creationId xmlns:a16="http://schemas.microsoft.com/office/drawing/2014/main" id="{F650EBB3-B08B-B6F7-0BEA-43BD7BE19964}"/>
              </a:ext>
            </a:extLst>
          </p:cNvPr>
          <p:cNvSpPr/>
          <p:nvPr/>
        </p:nvSpPr>
        <p:spPr>
          <a:xfrm>
            <a:off x="5979505" y="1847088"/>
            <a:ext cx="274320" cy="274320"/>
          </a:xfrm>
          <a:prstGeom prst="rect">
            <a:avLst/>
          </a:prstGeom>
          <a:solidFill>
            <a:srgbClr val="C8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8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06" name="TextBox 33">
            <a:extLst>
              <a:ext uri="{FF2B5EF4-FFF2-40B4-BE49-F238E27FC236}">
                <a16:creationId xmlns:a16="http://schemas.microsoft.com/office/drawing/2014/main" id="{2C7B145F-740C-D0DB-80CD-5717D6A85A24}"/>
              </a:ext>
            </a:extLst>
          </p:cNvPr>
          <p:cNvSpPr txBox="1"/>
          <p:nvPr/>
        </p:nvSpPr>
        <p:spPr>
          <a:xfrm>
            <a:off x="6363553" y="1874519"/>
            <a:ext cx="391296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800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Reglas estratégicas</a:t>
            </a:r>
          </a:p>
        </p:txBody>
      </p:sp>
      <p:sp>
        <p:nvSpPr>
          <p:cNvPr id="107" name="TextBox 34">
            <a:extLst>
              <a:ext uri="{FF2B5EF4-FFF2-40B4-BE49-F238E27FC236}">
                <a16:creationId xmlns:a16="http://schemas.microsoft.com/office/drawing/2014/main" id="{5FC59E62-959E-7A2B-BD7D-453BF12A2C6C}"/>
              </a:ext>
            </a:extLst>
          </p:cNvPr>
          <p:cNvSpPr txBox="1"/>
          <p:nvPr/>
        </p:nvSpPr>
        <p:spPr>
          <a:xfrm>
            <a:off x="5979505" y="2212848"/>
            <a:ext cx="429700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200" b="0" i="0" noProof="0" dirty="0">
                <a:solidFill>
                  <a:srgbClr val="6E7E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establecen reglas según los distintos escenarios.</a:t>
            </a:r>
          </a:p>
        </p:txBody>
      </p:sp>
      <p:sp>
        <p:nvSpPr>
          <p:cNvPr id="108" name="TextBox 35">
            <a:extLst>
              <a:ext uri="{FF2B5EF4-FFF2-40B4-BE49-F238E27FC236}">
                <a16:creationId xmlns:a16="http://schemas.microsoft.com/office/drawing/2014/main" id="{B388588B-A791-04ED-6D78-12F2AFBB2769}"/>
              </a:ext>
            </a:extLst>
          </p:cNvPr>
          <p:cNvSpPr txBox="1"/>
          <p:nvPr/>
        </p:nvSpPr>
        <p:spPr>
          <a:xfrm>
            <a:off x="6939625" y="2615184"/>
            <a:ext cx="333688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9AA8A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Información de mercado</a:t>
            </a:r>
          </a:p>
        </p:txBody>
      </p:sp>
      <p:sp>
        <p:nvSpPr>
          <p:cNvPr id="109" name="Rectangle 36">
            <a:extLst>
              <a:ext uri="{FF2B5EF4-FFF2-40B4-BE49-F238E27FC236}">
                <a16:creationId xmlns:a16="http://schemas.microsoft.com/office/drawing/2014/main" id="{DDF6AB64-65CD-3038-28F9-A0F925C5FCB1}"/>
              </a:ext>
            </a:extLst>
          </p:cNvPr>
          <p:cNvSpPr/>
          <p:nvPr/>
        </p:nvSpPr>
        <p:spPr>
          <a:xfrm>
            <a:off x="6939625" y="2871216"/>
            <a:ext cx="1641012" cy="310896"/>
          </a:xfrm>
          <a:prstGeom prst="rect">
            <a:avLst/>
          </a:prstGeom>
          <a:solidFill>
            <a:srgbClr val="C8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 debajo</a:t>
            </a:r>
          </a:p>
        </p:txBody>
      </p:sp>
      <p:sp>
        <p:nvSpPr>
          <p:cNvPr id="110" name="Rectangle 37">
            <a:extLst>
              <a:ext uri="{FF2B5EF4-FFF2-40B4-BE49-F238E27FC236}">
                <a16:creationId xmlns:a16="http://schemas.microsoft.com/office/drawing/2014/main" id="{D671E0F5-B9DF-CB00-1576-716E119F67EB}"/>
              </a:ext>
            </a:extLst>
          </p:cNvPr>
          <p:cNvSpPr/>
          <p:nvPr/>
        </p:nvSpPr>
        <p:spPr>
          <a:xfrm>
            <a:off x="8608070" y="2871216"/>
            <a:ext cx="1641012" cy="310896"/>
          </a:xfrm>
          <a:prstGeom prst="rect">
            <a:avLst/>
          </a:prstGeom>
          <a:solidFill>
            <a:srgbClr val="C8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 encima</a:t>
            </a:r>
          </a:p>
        </p:txBody>
      </p:sp>
      <p:sp>
        <p:nvSpPr>
          <p:cNvPr id="111" name="TextBox 38">
            <a:extLst>
              <a:ext uri="{FF2B5EF4-FFF2-40B4-BE49-F238E27FC236}">
                <a16:creationId xmlns:a16="http://schemas.microsoft.com/office/drawing/2014/main" id="{0F77792A-B381-4C2F-7AC4-11B1AE8B1FB5}"/>
              </a:ext>
            </a:extLst>
          </p:cNvPr>
          <p:cNvSpPr txBox="1"/>
          <p:nvPr/>
        </p:nvSpPr>
        <p:spPr>
          <a:xfrm>
            <a:off x="5979505" y="3632175"/>
            <a:ext cx="88696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_tradnl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Baja</a:t>
            </a:r>
          </a:p>
        </p:txBody>
      </p:sp>
      <p:sp>
        <p:nvSpPr>
          <p:cNvPr id="112" name="Rectangle 39">
            <a:extLst>
              <a:ext uri="{FF2B5EF4-FFF2-40B4-BE49-F238E27FC236}">
                <a16:creationId xmlns:a16="http://schemas.microsoft.com/office/drawing/2014/main" id="{89171C65-FD64-132F-3C4B-B2D644FBAB00}"/>
              </a:ext>
            </a:extLst>
          </p:cNvPr>
          <p:cNvSpPr/>
          <p:nvPr/>
        </p:nvSpPr>
        <p:spPr>
          <a:xfrm>
            <a:off x="6939625" y="3255264"/>
            <a:ext cx="1641012" cy="969264"/>
          </a:xfrm>
          <a:prstGeom prst="rect">
            <a:avLst/>
          </a:prstGeom>
          <a:solidFill>
            <a:srgbClr val="FC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2000"/>
              </a:lnSpc>
            </a:pPr>
            <a:r>
              <a:rPr lang="es-ES_tradnl" sz="2000" b="1" i="0" noProof="0" dirty="0">
                <a:solidFill>
                  <a:srgbClr val="C87A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Mantener o</a:t>
            </a:r>
          </a:p>
          <a:p>
            <a:pPr algn="ctr">
              <a:lnSpc>
                <a:spcPct val="112000"/>
              </a:lnSpc>
            </a:pPr>
            <a:r>
              <a:rPr lang="es-ES_tradnl" sz="2000" b="1" i="0" noProof="0" dirty="0">
                <a:solidFill>
                  <a:srgbClr val="C87A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subir tasa</a:t>
            </a:r>
          </a:p>
        </p:txBody>
      </p:sp>
      <p:sp>
        <p:nvSpPr>
          <p:cNvPr id="113" name="Rectangle 40">
            <a:extLst>
              <a:ext uri="{FF2B5EF4-FFF2-40B4-BE49-F238E27FC236}">
                <a16:creationId xmlns:a16="http://schemas.microsoft.com/office/drawing/2014/main" id="{A69BAF87-0AFD-3494-9421-5A289F56489B}"/>
              </a:ext>
            </a:extLst>
          </p:cNvPr>
          <p:cNvSpPr/>
          <p:nvPr/>
        </p:nvSpPr>
        <p:spPr>
          <a:xfrm>
            <a:off x="8608070" y="3255264"/>
            <a:ext cx="1641012" cy="969264"/>
          </a:xfrm>
          <a:prstGeom prst="rect">
            <a:avLst/>
          </a:prstGeom>
          <a:solidFill>
            <a:srgbClr val="C8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2000"/>
              </a:lnSpc>
            </a:pPr>
            <a:r>
              <a:rPr lang="es-ES_tradnl" sz="20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Subir tasa</a:t>
            </a:r>
          </a:p>
        </p:txBody>
      </p:sp>
      <p:sp>
        <p:nvSpPr>
          <p:cNvPr id="114" name="TextBox 41">
            <a:extLst>
              <a:ext uri="{FF2B5EF4-FFF2-40B4-BE49-F238E27FC236}">
                <a16:creationId xmlns:a16="http://schemas.microsoft.com/office/drawing/2014/main" id="{32569BF2-FD07-A858-57F8-056598859048}"/>
              </a:ext>
            </a:extLst>
          </p:cNvPr>
          <p:cNvSpPr txBox="1"/>
          <p:nvPr/>
        </p:nvSpPr>
        <p:spPr>
          <a:xfrm>
            <a:off x="5979505" y="4674591"/>
            <a:ext cx="88696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_tradnl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Alta</a:t>
            </a:r>
          </a:p>
        </p:txBody>
      </p:sp>
      <p:sp>
        <p:nvSpPr>
          <p:cNvPr id="115" name="Rectangle 42">
            <a:extLst>
              <a:ext uri="{FF2B5EF4-FFF2-40B4-BE49-F238E27FC236}">
                <a16:creationId xmlns:a16="http://schemas.microsoft.com/office/drawing/2014/main" id="{F2691DC1-88AF-8139-23AE-5723132BE55B}"/>
              </a:ext>
            </a:extLst>
          </p:cNvPr>
          <p:cNvSpPr/>
          <p:nvPr/>
        </p:nvSpPr>
        <p:spPr>
          <a:xfrm>
            <a:off x="6939625" y="4297680"/>
            <a:ext cx="1641012" cy="969264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2000"/>
              </a:lnSpc>
            </a:pPr>
            <a:r>
              <a:rPr lang="es-ES_tradnl" sz="20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Bajar tasa</a:t>
            </a:r>
          </a:p>
        </p:txBody>
      </p:sp>
      <p:sp>
        <p:nvSpPr>
          <p:cNvPr id="116" name="Rectangle 43">
            <a:extLst>
              <a:ext uri="{FF2B5EF4-FFF2-40B4-BE49-F238E27FC236}">
                <a16:creationId xmlns:a16="http://schemas.microsoft.com/office/drawing/2014/main" id="{96FB55A9-4EB1-F65A-7835-FED19FCD4B39}"/>
              </a:ext>
            </a:extLst>
          </p:cNvPr>
          <p:cNvSpPr/>
          <p:nvPr/>
        </p:nvSpPr>
        <p:spPr>
          <a:xfrm>
            <a:off x="8608070" y="4297680"/>
            <a:ext cx="1641012" cy="969264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12000"/>
              </a:lnSpc>
            </a:pPr>
            <a:r>
              <a:rPr lang="es-ES_tradnl" sz="2000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Mantener</a:t>
            </a:r>
          </a:p>
        </p:txBody>
      </p:sp>
      <p:sp>
        <p:nvSpPr>
          <p:cNvPr id="117" name="TextBox 44">
            <a:extLst>
              <a:ext uri="{FF2B5EF4-FFF2-40B4-BE49-F238E27FC236}">
                <a16:creationId xmlns:a16="http://schemas.microsoft.com/office/drawing/2014/main" id="{1E730C25-CC8B-DDAE-93AB-CF89AB61D7E6}"/>
              </a:ext>
            </a:extLst>
          </p:cNvPr>
          <p:cNvSpPr txBox="1"/>
          <p:nvPr/>
        </p:nvSpPr>
        <p:spPr>
          <a:xfrm>
            <a:off x="5979505" y="5358383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9AA8A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Sensibilidad</a:t>
            </a:r>
          </a:p>
        </p:txBody>
      </p:sp>
      <p:cxnSp>
        <p:nvCxnSpPr>
          <p:cNvPr id="118" name="Connector 44">
            <a:extLst>
              <a:ext uri="{FF2B5EF4-FFF2-40B4-BE49-F238E27FC236}">
                <a16:creationId xmlns:a16="http://schemas.microsoft.com/office/drawing/2014/main" id="{A6920597-052A-6764-6375-61A2E55DAF30}"/>
              </a:ext>
            </a:extLst>
          </p:cNvPr>
          <p:cNvCxnSpPr/>
          <p:nvPr/>
        </p:nvCxnSpPr>
        <p:spPr>
          <a:xfrm>
            <a:off x="10550834" y="3703320"/>
            <a:ext cx="274320" cy="0"/>
          </a:xfrm>
          <a:prstGeom prst="line">
            <a:avLst/>
          </a:prstGeom>
          <a:ln w="25400">
            <a:solidFill>
              <a:srgbClr val="1380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46">
            <a:extLst>
              <a:ext uri="{FF2B5EF4-FFF2-40B4-BE49-F238E27FC236}">
                <a16:creationId xmlns:a16="http://schemas.microsoft.com/office/drawing/2014/main" id="{D470DD88-E0CB-5486-12D7-8664801782B9}"/>
              </a:ext>
            </a:extLst>
          </p:cNvPr>
          <p:cNvSpPr/>
          <p:nvPr/>
        </p:nvSpPr>
        <p:spPr>
          <a:xfrm>
            <a:off x="10898306" y="1645920"/>
            <a:ext cx="4699345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Rectangle 128">
            <a:extLst>
              <a:ext uri="{FF2B5EF4-FFF2-40B4-BE49-F238E27FC236}">
                <a16:creationId xmlns:a16="http://schemas.microsoft.com/office/drawing/2014/main" id="{8C0C3F9A-496C-7731-C700-E22CA8618E10}"/>
              </a:ext>
            </a:extLst>
          </p:cNvPr>
          <p:cNvSpPr/>
          <p:nvPr/>
        </p:nvSpPr>
        <p:spPr>
          <a:xfrm>
            <a:off x="10898306" y="1645920"/>
            <a:ext cx="4699345" cy="36576"/>
          </a:xfrm>
          <a:prstGeom prst="rect">
            <a:avLst/>
          </a:prstGeom>
          <a:solidFill>
            <a:srgbClr val="0C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 129">
            <a:extLst>
              <a:ext uri="{FF2B5EF4-FFF2-40B4-BE49-F238E27FC236}">
                <a16:creationId xmlns:a16="http://schemas.microsoft.com/office/drawing/2014/main" id="{CA1D5E0F-159A-DE6F-71D8-61BCD462F49B}"/>
              </a:ext>
            </a:extLst>
          </p:cNvPr>
          <p:cNvSpPr/>
          <p:nvPr/>
        </p:nvSpPr>
        <p:spPr>
          <a:xfrm>
            <a:off x="11099474" y="1847088"/>
            <a:ext cx="274320" cy="274320"/>
          </a:xfrm>
          <a:prstGeom prst="rect">
            <a:avLst/>
          </a:prstGeom>
          <a:solidFill>
            <a:srgbClr val="0C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18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22" name="TextBox 130">
            <a:extLst>
              <a:ext uri="{FF2B5EF4-FFF2-40B4-BE49-F238E27FC236}">
                <a16:creationId xmlns:a16="http://schemas.microsoft.com/office/drawing/2014/main" id="{8DCB7906-DFC3-A234-2E9D-42220CAF61E7}"/>
              </a:ext>
            </a:extLst>
          </p:cNvPr>
          <p:cNvSpPr txBox="1"/>
          <p:nvPr/>
        </p:nvSpPr>
        <p:spPr>
          <a:xfrm>
            <a:off x="11483522" y="1874519"/>
            <a:ext cx="391296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800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Aplicación de las reglas</a:t>
            </a:r>
          </a:p>
        </p:txBody>
      </p:sp>
      <p:sp>
        <p:nvSpPr>
          <p:cNvPr id="123" name="Rectangle 131">
            <a:extLst>
              <a:ext uri="{FF2B5EF4-FFF2-40B4-BE49-F238E27FC236}">
                <a16:creationId xmlns:a16="http://schemas.microsoft.com/office/drawing/2014/main" id="{5316D6DB-A2DA-E4DE-4AD6-0D061EE02210}"/>
              </a:ext>
            </a:extLst>
          </p:cNvPr>
          <p:cNvSpPr/>
          <p:nvPr/>
        </p:nvSpPr>
        <p:spPr>
          <a:xfrm>
            <a:off x="11099474" y="2359152"/>
            <a:ext cx="4297009" cy="310896"/>
          </a:xfrm>
          <a:prstGeom prst="rect">
            <a:avLst/>
          </a:prstGeom>
          <a:solidFill>
            <a:srgbClr val="0C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TextBox 132">
            <a:extLst>
              <a:ext uri="{FF2B5EF4-FFF2-40B4-BE49-F238E27FC236}">
                <a16:creationId xmlns:a16="http://schemas.microsoft.com/office/drawing/2014/main" id="{5101BAF3-EBA8-2CCD-040D-39C1ABF24D29}"/>
              </a:ext>
            </a:extLst>
          </p:cNvPr>
          <p:cNvSpPr txBox="1"/>
          <p:nvPr/>
        </p:nvSpPr>
        <p:spPr>
          <a:xfrm>
            <a:off x="11099474" y="2423160"/>
            <a:ext cx="94534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Segmento</a:t>
            </a:r>
          </a:p>
        </p:txBody>
      </p:sp>
      <p:sp>
        <p:nvSpPr>
          <p:cNvPr id="125" name="TextBox 133">
            <a:extLst>
              <a:ext uri="{FF2B5EF4-FFF2-40B4-BE49-F238E27FC236}">
                <a16:creationId xmlns:a16="http://schemas.microsoft.com/office/drawing/2014/main" id="{301F1072-1C37-C072-3D42-E15AAE1C14F8}"/>
              </a:ext>
            </a:extLst>
          </p:cNvPr>
          <p:cNvSpPr txBox="1"/>
          <p:nvPr/>
        </p:nvSpPr>
        <p:spPr>
          <a:xfrm>
            <a:off x="12044816" y="2423160"/>
            <a:ext cx="111722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Elasticidad</a:t>
            </a:r>
          </a:p>
        </p:txBody>
      </p:sp>
      <p:sp>
        <p:nvSpPr>
          <p:cNvPr id="126" name="TextBox 134">
            <a:extLst>
              <a:ext uri="{FF2B5EF4-FFF2-40B4-BE49-F238E27FC236}">
                <a16:creationId xmlns:a16="http://schemas.microsoft.com/office/drawing/2014/main" id="{252B967B-C1D3-279D-314B-2117E241134D}"/>
              </a:ext>
            </a:extLst>
          </p:cNvPr>
          <p:cNvSpPr txBox="1"/>
          <p:nvPr/>
        </p:nvSpPr>
        <p:spPr>
          <a:xfrm>
            <a:off x="13162039" y="2423160"/>
            <a:ext cx="120316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Tasa mercado</a:t>
            </a:r>
          </a:p>
        </p:txBody>
      </p:sp>
      <p:sp>
        <p:nvSpPr>
          <p:cNvPr id="127" name="TextBox 135">
            <a:extLst>
              <a:ext uri="{FF2B5EF4-FFF2-40B4-BE49-F238E27FC236}">
                <a16:creationId xmlns:a16="http://schemas.microsoft.com/office/drawing/2014/main" id="{BB87B40D-5C12-B501-1D85-29906B2E636A}"/>
              </a:ext>
            </a:extLst>
          </p:cNvPr>
          <p:cNvSpPr txBox="1"/>
          <p:nvPr/>
        </p:nvSpPr>
        <p:spPr>
          <a:xfrm>
            <a:off x="14365202" y="2423160"/>
            <a:ext cx="103128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Ajuste</a:t>
            </a:r>
          </a:p>
        </p:txBody>
      </p:sp>
      <p:sp>
        <p:nvSpPr>
          <p:cNvPr id="128" name="Rectangle 136">
            <a:extLst>
              <a:ext uri="{FF2B5EF4-FFF2-40B4-BE49-F238E27FC236}">
                <a16:creationId xmlns:a16="http://schemas.microsoft.com/office/drawing/2014/main" id="{4BC84247-7FCF-874E-F3B5-F6909271E7DC}"/>
              </a:ext>
            </a:extLst>
          </p:cNvPr>
          <p:cNvSpPr/>
          <p:nvPr/>
        </p:nvSpPr>
        <p:spPr>
          <a:xfrm>
            <a:off x="11099474" y="2724912"/>
            <a:ext cx="4297009" cy="36576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TextBox 137">
            <a:extLst>
              <a:ext uri="{FF2B5EF4-FFF2-40B4-BE49-F238E27FC236}">
                <a16:creationId xmlns:a16="http://schemas.microsoft.com/office/drawing/2014/main" id="{31F4EC20-6FC7-2F39-D8F6-89323336F80E}"/>
              </a:ext>
            </a:extLst>
          </p:cNvPr>
          <p:cNvSpPr txBox="1"/>
          <p:nvPr/>
        </p:nvSpPr>
        <p:spPr>
          <a:xfrm>
            <a:off x="11099474" y="2807208"/>
            <a:ext cx="94534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30" name="TextBox 138">
            <a:extLst>
              <a:ext uri="{FF2B5EF4-FFF2-40B4-BE49-F238E27FC236}">
                <a16:creationId xmlns:a16="http://schemas.microsoft.com/office/drawing/2014/main" id="{29918C06-0C01-EE60-E7FD-B7015FBA5592}"/>
              </a:ext>
            </a:extLst>
          </p:cNvPr>
          <p:cNvSpPr txBox="1"/>
          <p:nvPr/>
        </p:nvSpPr>
        <p:spPr>
          <a:xfrm>
            <a:off x="12044816" y="2807208"/>
            <a:ext cx="11172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Baja</a:t>
            </a:r>
          </a:p>
        </p:txBody>
      </p:sp>
      <p:sp>
        <p:nvSpPr>
          <p:cNvPr id="131" name="TextBox 139">
            <a:extLst>
              <a:ext uri="{FF2B5EF4-FFF2-40B4-BE49-F238E27FC236}">
                <a16:creationId xmlns:a16="http://schemas.microsoft.com/office/drawing/2014/main" id="{2E39879C-9326-CD58-B3FC-B4654D0F93EC}"/>
              </a:ext>
            </a:extLst>
          </p:cNvPr>
          <p:cNvSpPr txBox="1"/>
          <p:nvPr/>
        </p:nvSpPr>
        <p:spPr>
          <a:xfrm>
            <a:off x="13162039" y="2807208"/>
            <a:ext cx="12031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17.5%</a:t>
            </a:r>
          </a:p>
        </p:txBody>
      </p:sp>
      <p:sp>
        <p:nvSpPr>
          <p:cNvPr id="132" name="TextBox 140">
            <a:extLst>
              <a:ext uri="{FF2B5EF4-FFF2-40B4-BE49-F238E27FC236}">
                <a16:creationId xmlns:a16="http://schemas.microsoft.com/office/drawing/2014/main" id="{E1B10AA1-45F9-D32C-814D-9866A50F4EE7}"/>
              </a:ext>
            </a:extLst>
          </p:cNvPr>
          <p:cNvSpPr txBox="1"/>
          <p:nvPr/>
        </p:nvSpPr>
        <p:spPr>
          <a:xfrm>
            <a:off x="14365202" y="2807208"/>
            <a:ext cx="10312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1" i="0" noProof="0" dirty="0">
                <a:solidFill>
                  <a:srgbClr val="C87A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+150 </a:t>
            </a:r>
            <a:r>
              <a:rPr lang="es-ES_tradnl" b="1" i="0" noProof="0" dirty="0" err="1">
                <a:solidFill>
                  <a:srgbClr val="C87A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pbs</a:t>
            </a:r>
            <a:endParaRPr lang="es-ES_tradnl" b="1" i="0" noProof="0" dirty="0">
              <a:solidFill>
                <a:srgbClr val="C87A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TextBox 141">
            <a:extLst>
              <a:ext uri="{FF2B5EF4-FFF2-40B4-BE49-F238E27FC236}">
                <a16:creationId xmlns:a16="http://schemas.microsoft.com/office/drawing/2014/main" id="{33285467-F589-1CFB-2AB5-B5EEB1D092A7}"/>
              </a:ext>
            </a:extLst>
          </p:cNvPr>
          <p:cNvSpPr txBox="1"/>
          <p:nvPr/>
        </p:nvSpPr>
        <p:spPr>
          <a:xfrm>
            <a:off x="11099474" y="3209544"/>
            <a:ext cx="94534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34" name="TextBox 142">
            <a:extLst>
              <a:ext uri="{FF2B5EF4-FFF2-40B4-BE49-F238E27FC236}">
                <a16:creationId xmlns:a16="http://schemas.microsoft.com/office/drawing/2014/main" id="{70A4D77B-6B79-4257-C8C4-1C870006AB67}"/>
              </a:ext>
            </a:extLst>
          </p:cNvPr>
          <p:cNvSpPr txBox="1"/>
          <p:nvPr/>
        </p:nvSpPr>
        <p:spPr>
          <a:xfrm>
            <a:off x="12044816" y="3209544"/>
            <a:ext cx="11172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Alta</a:t>
            </a:r>
          </a:p>
        </p:txBody>
      </p:sp>
      <p:sp>
        <p:nvSpPr>
          <p:cNvPr id="135" name="TextBox 143">
            <a:extLst>
              <a:ext uri="{FF2B5EF4-FFF2-40B4-BE49-F238E27FC236}">
                <a16:creationId xmlns:a16="http://schemas.microsoft.com/office/drawing/2014/main" id="{635FE48E-2CBB-7DF7-D9DB-A8AA6E6C3E34}"/>
              </a:ext>
            </a:extLst>
          </p:cNvPr>
          <p:cNvSpPr txBox="1"/>
          <p:nvPr/>
        </p:nvSpPr>
        <p:spPr>
          <a:xfrm>
            <a:off x="13162039" y="3209544"/>
            <a:ext cx="12031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16.0%</a:t>
            </a:r>
          </a:p>
        </p:txBody>
      </p:sp>
      <p:sp>
        <p:nvSpPr>
          <p:cNvPr id="136" name="TextBox 144">
            <a:extLst>
              <a:ext uri="{FF2B5EF4-FFF2-40B4-BE49-F238E27FC236}">
                <a16:creationId xmlns:a16="http://schemas.microsoft.com/office/drawing/2014/main" id="{1F20528D-63D0-59DF-5CB7-A32FC6DA33CB}"/>
              </a:ext>
            </a:extLst>
          </p:cNvPr>
          <p:cNvSpPr txBox="1"/>
          <p:nvPr/>
        </p:nvSpPr>
        <p:spPr>
          <a:xfrm>
            <a:off x="14365202" y="3209544"/>
            <a:ext cx="10312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1" i="0" noProof="0" dirty="0">
                <a:solidFill>
                  <a:srgbClr val="1380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−150 </a:t>
            </a:r>
            <a:r>
              <a:rPr lang="es-ES_tradnl" b="1" i="0" noProof="0" dirty="0" err="1">
                <a:solidFill>
                  <a:srgbClr val="1380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pbs</a:t>
            </a:r>
            <a:endParaRPr lang="es-ES_tradnl" b="1" i="0" noProof="0" dirty="0">
              <a:solidFill>
                <a:srgbClr val="13807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Rectangle 145">
            <a:extLst>
              <a:ext uri="{FF2B5EF4-FFF2-40B4-BE49-F238E27FC236}">
                <a16:creationId xmlns:a16="http://schemas.microsoft.com/office/drawing/2014/main" id="{966FF611-A9C3-246F-295D-D2593707C57E}"/>
              </a:ext>
            </a:extLst>
          </p:cNvPr>
          <p:cNvSpPr/>
          <p:nvPr/>
        </p:nvSpPr>
        <p:spPr>
          <a:xfrm>
            <a:off x="11099474" y="3529584"/>
            <a:ext cx="4297009" cy="36576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TextBox 146">
            <a:extLst>
              <a:ext uri="{FF2B5EF4-FFF2-40B4-BE49-F238E27FC236}">
                <a16:creationId xmlns:a16="http://schemas.microsoft.com/office/drawing/2014/main" id="{97FD99C3-D696-285F-1F95-E088B31CABB8}"/>
              </a:ext>
            </a:extLst>
          </p:cNvPr>
          <p:cNvSpPr txBox="1"/>
          <p:nvPr/>
        </p:nvSpPr>
        <p:spPr>
          <a:xfrm>
            <a:off x="11099474" y="3611879"/>
            <a:ext cx="94534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39" name="TextBox 147">
            <a:extLst>
              <a:ext uri="{FF2B5EF4-FFF2-40B4-BE49-F238E27FC236}">
                <a16:creationId xmlns:a16="http://schemas.microsoft.com/office/drawing/2014/main" id="{93237AF0-2B73-18AD-DABA-3192D86DE224}"/>
              </a:ext>
            </a:extLst>
          </p:cNvPr>
          <p:cNvSpPr txBox="1"/>
          <p:nvPr/>
        </p:nvSpPr>
        <p:spPr>
          <a:xfrm>
            <a:off x="12044816" y="3611879"/>
            <a:ext cx="11172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Baja</a:t>
            </a:r>
          </a:p>
        </p:txBody>
      </p:sp>
      <p:sp>
        <p:nvSpPr>
          <p:cNvPr id="140" name="TextBox 148">
            <a:extLst>
              <a:ext uri="{FF2B5EF4-FFF2-40B4-BE49-F238E27FC236}">
                <a16:creationId xmlns:a16="http://schemas.microsoft.com/office/drawing/2014/main" id="{CA072E23-8D4B-F271-B129-1746EBCCD87C}"/>
              </a:ext>
            </a:extLst>
          </p:cNvPr>
          <p:cNvSpPr txBox="1"/>
          <p:nvPr/>
        </p:nvSpPr>
        <p:spPr>
          <a:xfrm>
            <a:off x="13162039" y="3611879"/>
            <a:ext cx="12031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15.5%</a:t>
            </a:r>
          </a:p>
        </p:txBody>
      </p:sp>
      <p:sp>
        <p:nvSpPr>
          <p:cNvPr id="141" name="TextBox 149">
            <a:extLst>
              <a:ext uri="{FF2B5EF4-FFF2-40B4-BE49-F238E27FC236}">
                <a16:creationId xmlns:a16="http://schemas.microsoft.com/office/drawing/2014/main" id="{A3B7F35F-E5A2-41EF-35F3-9D8774B337AB}"/>
              </a:ext>
            </a:extLst>
          </p:cNvPr>
          <p:cNvSpPr txBox="1"/>
          <p:nvPr/>
        </p:nvSpPr>
        <p:spPr>
          <a:xfrm>
            <a:off x="14365202" y="3611879"/>
            <a:ext cx="10312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_tradnl" b="1" i="0" noProof="0" dirty="0">
                <a:solidFill>
                  <a:srgbClr val="1380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−100 </a:t>
            </a:r>
            <a:r>
              <a:rPr lang="es-ES_tradnl" b="1" i="0" noProof="0" dirty="0" err="1">
                <a:solidFill>
                  <a:srgbClr val="1380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pbs</a:t>
            </a:r>
            <a:endParaRPr lang="es-ES_tradnl" b="1" i="0" noProof="0" dirty="0">
              <a:solidFill>
                <a:srgbClr val="13807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Rectangle 150">
            <a:extLst>
              <a:ext uri="{FF2B5EF4-FFF2-40B4-BE49-F238E27FC236}">
                <a16:creationId xmlns:a16="http://schemas.microsoft.com/office/drawing/2014/main" id="{B6F2E0A3-2165-8A93-0A9B-3FBD05D6295F}"/>
              </a:ext>
            </a:extLst>
          </p:cNvPr>
          <p:cNvSpPr/>
          <p:nvPr/>
        </p:nvSpPr>
        <p:spPr>
          <a:xfrm>
            <a:off x="11099474" y="4133087"/>
            <a:ext cx="4297009" cy="914400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3" name="Connector 69">
            <a:extLst>
              <a:ext uri="{FF2B5EF4-FFF2-40B4-BE49-F238E27FC236}">
                <a16:creationId xmlns:a16="http://schemas.microsoft.com/office/drawing/2014/main" id="{A1FB7951-FC72-CDFA-90B0-73E1875B4C1B}"/>
              </a:ext>
            </a:extLst>
          </p:cNvPr>
          <p:cNvCxnSpPr/>
          <p:nvPr/>
        </p:nvCxnSpPr>
        <p:spPr>
          <a:xfrm>
            <a:off x="11099474" y="4133087"/>
            <a:ext cx="0" cy="914401"/>
          </a:xfrm>
          <a:prstGeom prst="line">
            <a:avLst/>
          </a:prstGeom>
          <a:ln w="31750">
            <a:solidFill>
              <a:srgbClr val="13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52">
            <a:extLst>
              <a:ext uri="{FF2B5EF4-FFF2-40B4-BE49-F238E27FC236}">
                <a16:creationId xmlns:a16="http://schemas.microsoft.com/office/drawing/2014/main" id="{1C0B3E43-1E59-89D7-3BE3-1B928947F461}"/>
              </a:ext>
            </a:extLst>
          </p:cNvPr>
          <p:cNvSpPr txBox="1"/>
          <p:nvPr/>
        </p:nvSpPr>
        <p:spPr>
          <a:xfrm>
            <a:off x="11264066" y="4209189"/>
            <a:ext cx="3967825" cy="7621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lang="es-ES_tradnl" b="1" i="0" noProof="0" dirty="0">
                <a:solidFill>
                  <a:srgbClr val="1380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Segmento A, bajo riesgo: 11% + 150 </a:t>
            </a:r>
            <a:r>
              <a:rPr lang="es-ES_tradnl" b="0" i="0" noProof="0" dirty="0" err="1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pbs</a:t>
            </a: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12.5%.
La tasa campaña para ese </a:t>
            </a:r>
            <a:r>
              <a:rPr lang="es-ES_tradnl" b="0" i="0" noProof="0" dirty="0" err="1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bucket</a:t>
            </a: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sería 12.5%.</a:t>
            </a:r>
          </a:p>
        </p:txBody>
      </p:sp>
      <p:sp>
        <p:nvSpPr>
          <p:cNvPr id="145" name="TextBox 153">
            <a:extLst>
              <a:ext uri="{FF2B5EF4-FFF2-40B4-BE49-F238E27FC236}">
                <a16:creationId xmlns:a16="http://schemas.microsoft.com/office/drawing/2014/main" id="{CEC23686-B784-56A4-8B9F-6A33ACA8D0D1}"/>
              </a:ext>
            </a:extLst>
          </p:cNvPr>
          <p:cNvSpPr txBox="1"/>
          <p:nvPr/>
        </p:nvSpPr>
        <p:spPr>
          <a:xfrm>
            <a:off x="658368" y="6053328"/>
            <a:ext cx="1493928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2000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Cómo se estima la elasticidad</a:t>
            </a:r>
          </a:p>
        </p:txBody>
      </p:sp>
      <p:cxnSp>
        <p:nvCxnSpPr>
          <p:cNvPr id="146" name="Connector 72">
            <a:extLst>
              <a:ext uri="{FF2B5EF4-FFF2-40B4-BE49-F238E27FC236}">
                <a16:creationId xmlns:a16="http://schemas.microsoft.com/office/drawing/2014/main" id="{822C9142-072D-7F49-3A58-11C744E03A09}"/>
              </a:ext>
            </a:extLst>
          </p:cNvPr>
          <p:cNvCxnSpPr/>
          <p:nvPr/>
        </p:nvCxnSpPr>
        <p:spPr>
          <a:xfrm>
            <a:off x="658368" y="6345936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55">
            <a:extLst>
              <a:ext uri="{FF2B5EF4-FFF2-40B4-BE49-F238E27FC236}">
                <a16:creationId xmlns:a16="http://schemas.microsoft.com/office/drawing/2014/main" id="{15D590CB-EA7F-15B4-4E3B-F3D9FBE42E8F}"/>
              </a:ext>
            </a:extLst>
          </p:cNvPr>
          <p:cNvSpPr/>
          <p:nvPr/>
        </p:nvSpPr>
        <p:spPr>
          <a:xfrm>
            <a:off x="658368" y="6455664"/>
            <a:ext cx="14939284" cy="1234440"/>
          </a:xfrm>
          <a:prstGeom prst="rect">
            <a:avLst/>
          </a:prstGeom>
          <a:solidFill>
            <a:srgbClr val="F6FBFA"/>
          </a:solidFill>
          <a:ln w="9525">
            <a:solidFill>
              <a:srgbClr val="D5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Rectangle 156">
            <a:extLst>
              <a:ext uri="{FF2B5EF4-FFF2-40B4-BE49-F238E27FC236}">
                <a16:creationId xmlns:a16="http://schemas.microsoft.com/office/drawing/2014/main" id="{72DEE08B-3E54-8690-8D75-6297386BD50D}"/>
              </a:ext>
            </a:extLst>
          </p:cNvPr>
          <p:cNvSpPr/>
          <p:nvPr/>
        </p:nvSpPr>
        <p:spPr>
          <a:xfrm>
            <a:off x="877824" y="6675120"/>
            <a:ext cx="2103120" cy="786384"/>
          </a:xfrm>
          <a:prstGeom prst="rect">
            <a:avLst/>
          </a:prstGeom>
          <a:solidFill>
            <a:srgbClr val="0C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lang="es-ES_tradnl" sz="2800" b="1" i="0" noProof="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s-ES_tradnl" sz="28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=  ΔV / ΔP</a:t>
            </a:r>
          </a:p>
        </p:txBody>
      </p:sp>
      <p:pic>
        <p:nvPicPr>
          <p:cNvPr id="149" name="Picture 157" descr="elast.png">
            <a:extLst>
              <a:ext uri="{FF2B5EF4-FFF2-40B4-BE49-F238E27FC236}">
                <a16:creationId xmlns:a16="http://schemas.microsoft.com/office/drawing/2014/main" id="{EF3239EF-53A7-65C7-428B-AF5E41A39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4532" y="6583680"/>
            <a:ext cx="1696212" cy="969264"/>
          </a:xfrm>
          <a:prstGeom prst="rect">
            <a:avLst/>
          </a:prstGeom>
        </p:spPr>
      </p:pic>
      <p:sp>
        <p:nvSpPr>
          <p:cNvPr id="150" name="TextBox 158">
            <a:extLst>
              <a:ext uri="{FF2B5EF4-FFF2-40B4-BE49-F238E27FC236}">
                <a16:creationId xmlns:a16="http://schemas.microsoft.com/office/drawing/2014/main" id="{3AEB2207-C3D1-DF20-3C3C-54CCE8A34FBC}"/>
              </a:ext>
            </a:extLst>
          </p:cNvPr>
          <p:cNvSpPr txBox="1"/>
          <p:nvPr/>
        </p:nvSpPr>
        <p:spPr>
          <a:xfrm>
            <a:off x="3200400" y="6686485"/>
            <a:ext cx="9910084" cy="7819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lang="es-ES_tradnl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f(x) y g(x) </a:t>
            </a: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 funciones de probabilidad basadas en múltiples dimensiones del cliente y del contexto: </a:t>
            </a:r>
            <a:r>
              <a:rPr lang="es-ES_tradnl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 del cliente </a:t>
            </a: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(sector económico), </a:t>
            </a:r>
            <a:r>
              <a:rPr lang="es-ES_tradnl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 del crédito </a:t>
            </a: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(monto, plazo), </a:t>
            </a:r>
            <a:r>
              <a:rPr lang="es-ES_tradnl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 de mercado </a:t>
            </a: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(tasas de la competencia, tendencias), </a:t>
            </a:r>
            <a:r>
              <a:rPr lang="es-ES_tradnl" b="1" i="0" noProof="0" dirty="0">
                <a:solidFill>
                  <a:srgbClr val="0B2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relación con el banco </a:t>
            </a:r>
            <a:r>
              <a:rPr lang="es-ES_tradnl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(antigüedad, cantidad de productos), variación de tasas históricas y respuesta a ofertas previas. La elasticidad se evalúa por segmento.</a:t>
            </a:r>
          </a:p>
        </p:txBody>
      </p:sp>
      <p:sp>
        <p:nvSpPr>
          <p:cNvPr id="151" name="Rectangle 159">
            <a:extLst>
              <a:ext uri="{FF2B5EF4-FFF2-40B4-BE49-F238E27FC236}">
                <a16:creationId xmlns:a16="http://schemas.microsoft.com/office/drawing/2014/main" id="{2ECDA921-5A88-87AE-5E51-3FBEFA9CA8E6}"/>
              </a:ext>
            </a:extLst>
          </p:cNvPr>
          <p:cNvSpPr/>
          <p:nvPr/>
        </p:nvSpPr>
        <p:spPr>
          <a:xfrm>
            <a:off x="658368" y="7820228"/>
            <a:ext cx="14939284" cy="566928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2" name="Connector 78">
            <a:extLst>
              <a:ext uri="{FF2B5EF4-FFF2-40B4-BE49-F238E27FC236}">
                <a16:creationId xmlns:a16="http://schemas.microsoft.com/office/drawing/2014/main" id="{34987F44-524E-8E12-DAB1-3CC6CF023207}"/>
              </a:ext>
            </a:extLst>
          </p:cNvPr>
          <p:cNvCxnSpPr/>
          <p:nvPr/>
        </p:nvCxnSpPr>
        <p:spPr>
          <a:xfrm>
            <a:off x="658368" y="7820228"/>
            <a:ext cx="0" cy="566928"/>
          </a:xfrm>
          <a:prstGeom prst="line">
            <a:avLst/>
          </a:prstGeom>
          <a:ln w="38100">
            <a:solidFill>
              <a:srgbClr val="13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61">
            <a:extLst>
              <a:ext uri="{FF2B5EF4-FFF2-40B4-BE49-F238E27FC236}">
                <a16:creationId xmlns:a16="http://schemas.microsoft.com/office/drawing/2014/main" id="{A01E2924-762A-9B3B-3519-05F02EB833E3}"/>
              </a:ext>
            </a:extLst>
          </p:cNvPr>
          <p:cNvSpPr txBox="1"/>
          <p:nvPr/>
        </p:nvSpPr>
        <p:spPr>
          <a:xfrm>
            <a:off x="896112" y="7953780"/>
            <a:ext cx="14482084" cy="2998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es-ES_tradnl" sz="1800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Aquí es donde entra la tasa de la competencia: sin ese módulo, la componente 03 opera con la mitad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95802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81460-9700-1F50-D585-0CD6E944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8578C92-CEAC-DDA4-54E3-EF8F911443EC}"/>
              </a:ext>
            </a:extLst>
          </p:cNvPr>
          <p:cNvGrpSpPr/>
          <p:nvPr/>
        </p:nvGrpSpPr>
        <p:grpSpPr>
          <a:xfrm>
            <a:off x="658368" y="1645919"/>
            <a:ext cx="14710684" cy="3558251"/>
            <a:chOff x="658368" y="1645920"/>
            <a:chExt cx="14939283" cy="4617720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2DD16BD2-4EF5-C572-2522-5A9181B3317B}"/>
                </a:ext>
              </a:extLst>
            </p:cNvPr>
            <p:cNvSpPr/>
            <p:nvPr/>
          </p:nvSpPr>
          <p:spPr>
            <a:xfrm>
              <a:off x="658368" y="1645920"/>
              <a:ext cx="4809073" cy="4617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09193633-826B-1A68-9CF8-79DE74C32D32}"/>
                </a:ext>
              </a:extLst>
            </p:cNvPr>
            <p:cNvSpPr/>
            <p:nvPr/>
          </p:nvSpPr>
          <p:spPr>
            <a:xfrm>
              <a:off x="658368" y="1645920"/>
              <a:ext cx="4809073" cy="329184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 · CONSTRUCCIÓN DEL PANEL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745976-7833-B360-CF3F-EE1017CB7119}"/>
                </a:ext>
              </a:extLst>
            </p:cNvPr>
            <p:cNvSpPr/>
            <p:nvPr/>
          </p:nvSpPr>
          <p:spPr>
            <a:xfrm>
              <a:off x="859536" y="2176272"/>
              <a:ext cx="4406737" cy="310896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37D6ADA-564A-15DB-7DB7-4A590AA807BE}"/>
                </a:ext>
              </a:extLst>
            </p:cNvPr>
            <p:cNvSpPr txBox="1"/>
            <p:nvPr/>
          </p:nvSpPr>
          <p:spPr>
            <a:xfrm>
              <a:off x="859536" y="224028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 err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Bucket</a:t>
              </a:r>
              <a:endPara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47">
              <a:extLst>
                <a:ext uri="{FF2B5EF4-FFF2-40B4-BE49-F238E27FC236}">
                  <a16:creationId xmlns:a16="http://schemas.microsoft.com/office/drawing/2014/main" id="{CA55B0B7-A081-583F-45D0-0ED03A641DC3}"/>
                </a:ext>
              </a:extLst>
            </p:cNvPr>
            <p:cNvSpPr txBox="1"/>
            <p:nvPr/>
          </p:nvSpPr>
          <p:spPr>
            <a:xfrm>
              <a:off x="1593992" y="224028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Mes(t)</a:t>
              </a:r>
            </a:p>
          </p:txBody>
        </p:sp>
        <p:sp>
          <p:nvSpPr>
            <p:cNvPr id="9" name="TextBox 48">
              <a:extLst>
                <a:ext uri="{FF2B5EF4-FFF2-40B4-BE49-F238E27FC236}">
                  <a16:creationId xmlns:a16="http://schemas.microsoft.com/office/drawing/2014/main" id="{50E230AF-828F-7475-6EAA-81F9D80463BD}"/>
                </a:ext>
              </a:extLst>
            </p:cNvPr>
            <p:cNvSpPr txBox="1"/>
            <p:nvPr/>
          </p:nvSpPr>
          <p:spPr>
            <a:xfrm>
              <a:off x="2328448" y="224028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Tasa IBK</a:t>
              </a:r>
            </a:p>
          </p:txBody>
        </p:sp>
        <p:sp>
          <p:nvSpPr>
            <p:cNvPr id="10" name="TextBox 49">
              <a:extLst>
                <a:ext uri="{FF2B5EF4-FFF2-40B4-BE49-F238E27FC236}">
                  <a16:creationId xmlns:a16="http://schemas.microsoft.com/office/drawing/2014/main" id="{0D50E6DF-5DD4-3EC9-55B7-D15EA91BCBDC}"/>
                </a:ext>
              </a:extLst>
            </p:cNvPr>
            <p:cNvSpPr txBox="1"/>
            <p:nvPr/>
          </p:nvSpPr>
          <p:spPr>
            <a:xfrm>
              <a:off x="3062904" y="224028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Tasa </a:t>
              </a:r>
              <a:r>
                <a:rPr lang="es-ES_tradnl" sz="1200" b="1" i="0" noProof="0" dirty="0" err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mkt</a:t>
              </a:r>
              <a:endParaRPr lang="es-ES_tradnl" sz="1200" b="1" i="0" noProof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50">
              <a:extLst>
                <a:ext uri="{FF2B5EF4-FFF2-40B4-BE49-F238E27FC236}">
                  <a16:creationId xmlns:a16="http://schemas.microsoft.com/office/drawing/2014/main" id="{4951FC45-EFC6-E148-04D3-2B3852F8441F}"/>
                </a:ext>
              </a:extLst>
            </p:cNvPr>
            <p:cNvSpPr txBox="1"/>
            <p:nvPr/>
          </p:nvSpPr>
          <p:spPr>
            <a:xfrm>
              <a:off x="3797360" y="224028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Spread</a:t>
              </a:r>
            </a:p>
          </p:txBody>
        </p:sp>
        <p:sp>
          <p:nvSpPr>
            <p:cNvPr id="12" name="TextBox 51">
              <a:extLst>
                <a:ext uri="{FF2B5EF4-FFF2-40B4-BE49-F238E27FC236}">
                  <a16:creationId xmlns:a16="http://schemas.microsoft.com/office/drawing/2014/main" id="{03E97E2A-BD44-B267-4B02-AE065F1CCADE}"/>
                </a:ext>
              </a:extLst>
            </p:cNvPr>
            <p:cNvSpPr txBox="1"/>
            <p:nvPr/>
          </p:nvSpPr>
          <p:spPr>
            <a:xfrm>
              <a:off x="4531817" y="2240280"/>
              <a:ext cx="734456" cy="239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Efectividad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A4E5B454-EF3D-4E3C-212F-E5C3258B8F53}"/>
                </a:ext>
              </a:extLst>
            </p:cNvPr>
            <p:cNvSpPr/>
            <p:nvPr/>
          </p:nvSpPr>
          <p:spPr>
            <a:xfrm>
              <a:off x="859536" y="2542032"/>
              <a:ext cx="4406737" cy="31089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53">
              <a:extLst>
                <a:ext uri="{FF2B5EF4-FFF2-40B4-BE49-F238E27FC236}">
                  <a16:creationId xmlns:a16="http://schemas.microsoft.com/office/drawing/2014/main" id="{B7D89F48-334D-CF27-555F-D0DC10F69831}"/>
                </a:ext>
              </a:extLst>
            </p:cNvPr>
            <p:cNvSpPr txBox="1"/>
            <p:nvPr/>
          </p:nvSpPr>
          <p:spPr>
            <a:xfrm>
              <a:off x="859536" y="260604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B1</a:t>
              </a:r>
            </a:p>
          </p:txBody>
        </p:sp>
        <p:sp>
          <p:nvSpPr>
            <p:cNvPr id="15" name="TextBox 54">
              <a:extLst>
                <a:ext uri="{FF2B5EF4-FFF2-40B4-BE49-F238E27FC236}">
                  <a16:creationId xmlns:a16="http://schemas.microsoft.com/office/drawing/2014/main" id="{02584AB3-BE7F-692A-ECE3-10CF1AF8DAAF}"/>
                </a:ext>
              </a:extLst>
            </p:cNvPr>
            <p:cNvSpPr txBox="1"/>
            <p:nvPr/>
          </p:nvSpPr>
          <p:spPr>
            <a:xfrm>
              <a:off x="1593992" y="2606040"/>
              <a:ext cx="734456" cy="239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202503</a:t>
              </a:r>
            </a:p>
          </p:txBody>
        </p:sp>
        <p:sp>
          <p:nvSpPr>
            <p:cNvPr id="16" name="TextBox 55">
              <a:extLst>
                <a:ext uri="{FF2B5EF4-FFF2-40B4-BE49-F238E27FC236}">
                  <a16:creationId xmlns:a16="http://schemas.microsoft.com/office/drawing/2014/main" id="{41BEC243-C7E7-6ED9-7D62-9312137C2EBA}"/>
                </a:ext>
              </a:extLst>
            </p:cNvPr>
            <p:cNvSpPr txBox="1"/>
            <p:nvPr/>
          </p:nvSpPr>
          <p:spPr>
            <a:xfrm>
              <a:off x="2328448" y="260604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22.5%</a:t>
              </a:r>
            </a:p>
          </p:txBody>
        </p:sp>
        <p:sp>
          <p:nvSpPr>
            <p:cNvPr id="17" name="TextBox 56">
              <a:extLst>
                <a:ext uri="{FF2B5EF4-FFF2-40B4-BE49-F238E27FC236}">
                  <a16:creationId xmlns:a16="http://schemas.microsoft.com/office/drawing/2014/main" id="{C6FCEAF8-EB3D-D1D5-B404-0F99A6171F27}"/>
                </a:ext>
              </a:extLst>
            </p:cNvPr>
            <p:cNvSpPr txBox="1"/>
            <p:nvPr/>
          </p:nvSpPr>
          <p:spPr>
            <a:xfrm>
              <a:off x="3062904" y="260604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18.2%</a:t>
              </a:r>
            </a:p>
          </p:txBody>
        </p:sp>
        <p:sp>
          <p:nvSpPr>
            <p:cNvPr id="18" name="TextBox 57">
              <a:extLst>
                <a:ext uri="{FF2B5EF4-FFF2-40B4-BE49-F238E27FC236}">
                  <a16:creationId xmlns:a16="http://schemas.microsoft.com/office/drawing/2014/main" id="{6EAE4295-D431-AF44-D777-07D37CF2E215}"/>
                </a:ext>
              </a:extLst>
            </p:cNvPr>
            <p:cNvSpPr txBox="1"/>
            <p:nvPr/>
          </p:nvSpPr>
          <p:spPr>
            <a:xfrm>
              <a:off x="3797360" y="260604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4.3%</a:t>
              </a:r>
            </a:p>
          </p:txBody>
        </p:sp>
        <p:sp>
          <p:nvSpPr>
            <p:cNvPr id="19" name="TextBox 58">
              <a:extLst>
                <a:ext uri="{FF2B5EF4-FFF2-40B4-BE49-F238E27FC236}">
                  <a16:creationId xmlns:a16="http://schemas.microsoft.com/office/drawing/2014/main" id="{D3382135-6D2C-C484-2FE1-F295654B3B1B}"/>
                </a:ext>
              </a:extLst>
            </p:cNvPr>
            <p:cNvSpPr txBox="1"/>
            <p:nvPr/>
          </p:nvSpPr>
          <p:spPr>
            <a:xfrm>
              <a:off x="4531817" y="2606040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17.6%</a:t>
              </a:r>
            </a:p>
          </p:txBody>
        </p:sp>
        <p:sp>
          <p:nvSpPr>
            <p:cNvPr id="20" name="TextBox 59">
              <a:extLst>
                <a:ext uri="{FF2B5EF4-FFF2-40B4-BE49-F238E27FC236}">
                  <a16:creationId xmlns:a16="http://schemas.microsoft.com/office/drawing/2014/main" id="{393FE2ED-546F-B82E-0959-07F8D6185745}"/>
                </a:ext>
              </a:extLst>
            </p:cNvPr>
            <p:cNvSpPr txBox="1"/>
            <p:nvPr/>
          </p:nvSpPr>
          <p:spPr>
            <a:xfrm>
              <a:off x="859536" y="2935224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B1</a:t>
              </a: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4F0EFE86-3691-E040-C184-B9C46161D598}"/>
                </a:ext>
              </a:extLst>
            </p:cNvPr>
            <p:cNvSpPr txBox="1"/>
            <p:nvPr/>
          </p:nvSpPr>
          <p:spPr>
            <a:xfrm>
              <a:off x="1593992" y="2935224"/>
              <a:ext cx="734456" cy="239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202503</a:t>
              </a:r>
            </a:p>
          </p:txBody>
        </p:sp>
        <p:sp>
          <p:nvSpPr>
            <p:cNvPr id="22" name="TextBox 61">
              <a:extLst>
                <a:ext uri="{FF2B5EF4-FFF2-40B4-BE49-F238E27FC236}">
                  <a16:creationId xmlns:a16="http://schemas.microsoft.com/office/drawing/2014/main" id="{DF21DAF1-2B67-B4BF-5E25-71CEF62EAEB8}"/>
                </a:ext>
              </a:extLst>
            </p:cNvPr>
            <p:cNvSpPr txBox="1"/>
            <p:nvPr/>
          </p:nvSpPr>
          <p:spPr>
            <a:xfrm>
              <a:off x="2328448" y="2935224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22.0%</a:t>
              </a:r>
            </a:p>
          </p:txBody>
        </p:sp>
        <p:sp>
          <p:nvSpPr>
            <p:cNvPr id="23" name="TextBox 62">
              <a:extLst>
                <a:ext uri="{FF2B5EF4-FFF2-40B4-BE49-F238E27FC236}">
                  <a16:creationId xmlns:a16="http://schemas.microsoft.com/office/drawing/2014/main" id="{3C1D0570-2E94-E8EF-1836-FE5A84A9DBF2}"/>
                </a:ext>
              </a:extLst>
            </p:cNvPr>
            <p:cNvSpPr txBox="1"/>
            <p:nvPr/>
          </p:nvSpPr>
          <p:spPr>
            <a:xfrm>
              <a:off x="3062904" y="2935224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18.0%</a:t>
              </a:r>
            </a:p>
          </p:txBody>
        </p:sp>
        <p:sp>
          <p:nvSpPr>
            <p:cNvPr id="24" name="TextBox 127">
              <a:extLst>
                <a:ext uri="{FF2B5EF4-FFF2-40B4-BE49-F238E27FC236}">
                  <a16:creationId xmlns:a16="http://schemas.microsoft.com/office/drawing/2014/main" id="{DED4655D-2233-4052-55E1-7630E9BA31F4}"/>
                </a:ext>
              </a:extLst>
            </p:cNvPr>
            <p:cNvSpPr txBox="1"/>
            <p:nvPr/>
          </p:nvSpPr>
          <p:spPr>
            <a:xfrm>
              <a:off x="3797360" y="2935224"/>
              <a:ext cx="734456" cy="239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4.0%</a:t>
              </a:r>
            </a:p>
          </p:txBody>
        </p:sp>
        <p:sp>
          <p:nvSpPr>
            <p:cNvPr id="25" name="TextBox 162">
              <a:extLst>
                <a:ext uri="{FF2B5EF4-FFF2-40B4-BE49-F238E27FC236}">
                  <a16:creationId xmlns:a16="http://schemas.microsoft.com/office/drawing/2014/main" id="{78F0A513-5A41-BC98-5A15-1496ECEC0A34}"/>
                </a:ext>
              </a:extLst>
            </p:cNvPr>
            <p:cNvSpPr txBox="1"/>
            <p:nvPr/>
          </p:nvSpPr>
          <p:spPr>
            <a:xfrm>
              <a:off x="4531817" y="2935224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18.1%</a:t>
              </a:r>
            </a:p>
          </p:txBody>
        </p:sp>
        <p:sp>
          <p:nvSpPr>
            <p:cNvPr id="26" name="Rectangle 163">
              <a:extLst>
                <a:ext uri="{FF2B5EF4-FFF2-40B4-BE49-F238E27FC236}">
                  <a16:creationId xmlns:a16="http://schemas.microsoft.com/office/drawing/2014/main" id="{DA75C98B-B75F-4F9B-E186-39713ADBF405}"/>
                </a:ext>
              </a:extLst>
            </p:cNvPr>
            <p:cNvSpPr/>
            <p:nvPr/>
          </p:nvSpPr>
          <p:spPr>
            <a:xfrm>
              <a:off x="859536" y="3200400"/>
              <a:ext cx="4406737" cy="31089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164">
              <a:extLst>
                <a:ext uri="{FF2B5EF4-FFF2-40B4-BE49-F238E27FC236}">
                  <a16:creationId xmlns:a16="http://schemas.microsoft.com/office/drawing/2014/main" id="{0CD54C00-8138-D9A4-08E2-A03B8B3E0C5F}"/>
                </a:ext>
              </a:extLst>
            </p:cNvPr>
            <p:cNvSpPr txBox="1"/>
            <p:nvPr/>
          </p:nvSpPr>
          <p:spPr>
            <a:xfrm>
              <a:off x="859536" y="3264408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Bi</a:t>
              </a:r>
            </a:p>
          </p:txBody>
        </p:sp>
        <p:sp>
          <p:nvSpPr>
            <p:cNvPr id="28" name="TextBox 165">
              <a:extLst>
                <a:ext uri="{FF2B5EF4-FFF2-40B4-BE49-F238E27FC236}">
                  <a16:creationId xmlns:a16="http://schemas.microsoft.com/office/drawing/2014/main" id="{4AE20EEB-0DEA-BC01-785A-023D55919F8D}"/>
                </a:ext>
              </a:extLst>
            </p:cNvPr>
            <p:cNvSpPr txBox="1"/>
            <p:nvPr/>
          </p:nvSpPr>
          <p:spPr>
            <a:xfrm>
              <a:off x="1593992" y="3264408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</a:p>
          </p:txBody>
        </p:sp>
        <p:sp>
          <p:nvSpPr>
            <p:cNvPr id="29" name="TextBox 166">
              <a:extLst>
                <a:ext uri="{FF2B5EF4-FFF2-40B4-BE49-F238E27FC236}">
                  <a16:creationId xmlns:a16="http://schemas.microsoft.com/office/drawing/2014/main" id="{E01BBD7C-E0B6-F51F-F861-9E9DF5773F9D}"/>
                </a:ext>
              </a:extLst>
            </p:cNvPr>
            <p:cNvSpPr txBox="1"/>
            <p:nvPr/>
          </p:nvSpPr>
          <p:spPr>
            <a:xfrm>
              <a:off x="2328448" y="3264408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</a:p>
          </p:txBody>
        </p:sp>
        <p:sp>
          <p:nvSpPr>
            <p:cNvPr id="30" name="TextBox 167">
              <a:extLst>
                <a:ext uri="{FF2B5EF4-FFF2-40B4-BE49-F238E27FC236}">
                  <a16:creationId xmlns:a16="http://schemas.microsoft.com/office/drawing/2014/main" id="{9034F69E-0247-DEBE-4364-BBD69A81C80E}"/>
                </a:ext>
              </a:extLst>
            </p:cNvPr>
            <p:cNvSpPr txBox="1"/>
            <p:nvPr/>
          </p:nvSpPr>
          <p:spPr>
            <a:xfrm>
              <a:off x="3062904" y="3264408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</a:p>
          </p:txBody>
        </p:sp>
        <p:sp>
          <p:nvSpPr>
            <p:cNvPr id="31" name="TextBox 168">
              <a:extLst>
                <a:ext uri="{FF2B5EF4-FFF2-40B4-BE49-F238E27FC236}">
                  <a16:creationId xmlns:a16="http://schemas.microsoft.com/office/drawing/2014/main" id="{F27C4475-CD5E-4304-E492-9E1D4E1B7C92}"/>
                </a:ext>
              </a:extLst>
            </p:cNvPr>
            <p:cNvSpPr txBox="1"/>
            <p:nvPr/>
          </p:nvSpPr>
          <p:spPr>
            <a:xfrm>
              <a:off x="3797360" y="3264408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</a:p>
          </p:txBody>
        </p:sp>
        <p:sp>
          <p:nvSpPr>
            <p:cNvPr id="32" name="TextBox 169">
              <a:extLst>
                <a:ext uri="{FF2B5EF4-FFF2-40B4-BE49-F238E27FC236}">
                  <a16:creationId xmlns:a16="http://schemas.microsoft.com/office/drawing/2014/main" id="{19FFBF71-C080-56AC-E121-40B927C598EB}"/>
                </a:ext>
              </a:extLst>
            </p:cNvPr>
            <p:cNvSpPr txBox="1"/>
            <p:nvPr/>
          </p:nvSpPr>
          <p:spPr>
            <a:xfrm>
              <a:off x="4531817" y="3264408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</a:p>
          </p:txBody>
        </p:sp>
        <p:sp>
          <p:nvSpPr>
            <p:cNvPr id="33" name="TextBox 170">
              <a:extLst>
                <a:ext uri="{FF2B5EF4-FFF2-40B4-BE49-F238E27FC236}">
                  <a16:creationId xmlns:a16="http://schemas.microsoft.com/office/drawing/2014/main" id="{9C63AF25-A2C1-3AA6-0D0D-387EAA149F4C}"/>
                </a:ext>
              </a:extLst>
            </p:cNvPr>
            <p:cNvSpPr txBox="1"/>
            <p:nvPr/>
          </p:nvSpPr>
          <p:spPr>
            <a:xfrm>
              <a:off x="859536" y="3593591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 err="1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Bn</a:t>
              </a:r>
              <a:endParaRPr lang="es-ES_tradnl" sz="1200" b="1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Box 171">
              <a:extLst>
                <a:ext uri="{FF2B5EF4-FFF2-40B4-BE49-F238E27FC236}">
                  <a16:creationId xmlns:a16="http://schemas.microsoft.com/office/drawing/2014/main" id="{0144D9AC-A57B-D1EE-0250-F55602460589}"/>
                </a:ext>
              </a:extLst>
            </p:cNvPr>
            <p:cNvSpPr txBox="1"/>
            <p:nvPr/>
          </p:nvSpPr>
          <p:spPr>
            <a:xfrm>
              <a:off x="1593992" y="3593591"/>
              <a:ext cx="734456" cy="239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202</a:t>
              </a:r>
              <a:r>
                <a:rPr lang="es-ES_tradnl" sz="120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605</a:t>
              </a:r>
              <a:endParaRPr lang="es-ES_tradnl" sz="1200" b="0" i="0" noProof="0" dirty="0">
                <a:solidFill>
                  <a:srgbClr val="3E555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TextBox 172">
              <a:extLst>
                <a:ext uri="{FF2B5EF4-FFF2-40B4-BE49-F238E27FC236}">
                  <a16:creationId xmlns:a16="http://schemas.microsoft.com/office/drawing/2014/main" id="{E3F8267F-5208-8589-8AB4-1075BA2C184A}"/>
                </a:ext>
              </a:extLst>
            </p:cNvPr>
            <p:cNvSpPr txBox="1"/>
            <p:nvPr/>
          </p:nvSpPr>
          <p:spPr>
            <a:xfrm>
              <a:off x="2328448" y="3593591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24.8%</a:t>
              </a:r>
            </a:p>
          </p:txBody>
        </p:sp>
        <p:sp>
          <p:nvSpPr>
            <p:cNvPr id="36" name="TextBox 173">
              <a:extLst>
                <a:ext uri="{FF2B5EF4-FFF2-40B4-BE49-F238E27FC236}">
                  <a16:creationId xmlns:a16="http://schemas.microsoft.com/office/drawing/2014/main" id="{CC7D5A9F-FC46-0EB4-D11F-AB23DF42389A}"/>
                </a:ext>
              </a:extLst>
            </p:cNvPr>
            <p:cNvSpPr txBox="1"/>
            <p:nvPr/>
          </p:nvSpPr>
          <p:spPr>
            <a:xfrm>
              <a:off x="3062904" y="3593591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19.3%</a:t>
              </a:r>
            </a:p>
          </p:txBody>
        </p:sp>
        <p:sp>
          <p:nvSpPr>
            <p:cNvPr id="37" name="TextBox 174">
              <a:extLst>
                <a:ext uri="{FF2B5EF4-FFF2-40B4-BE49-F238E27FC236}">
                  <a16:creationId xmlns:a16="http://schemas.microsoft.com/office/drawing/2014/main" id="{5C256DD7-ECB5-757C-924A-A3E2751EB85E}"/>
                </a:ext>
              </a:extLst>
            </p:cNvPr>
            <p:cNvSpPr txBox="1"/>
            <p:nvPr/>
          </p:nvSpPr>
          <p:spPr>
            <a:xfrm>
              <a:off x="3797360" y="3593591"/>
              <a:ext cx="734456" cy="239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-5.5%</a:t>
              </a:r>
            </a:p>
          </p:txBody>
        </p:sp>
        <p:sp>
          <p:nvSpPr>
            <p:cNvPr id="38" name="TextBox 175">
              <a:extLst>
                <a:ext uri="{FF2B5EF4-FFF2-40B4-BE49-F238E27FC236}">
                  <a16:creationId xmlns:a16="http://schemas.microsoft.com/office/drawing/2014/main" id="{72FA72C9-FC1E-E0A1-C525-9379C683BF1C}"/>
                </a:ext>
              </a:extLst>
            </p:cNvPr>
            <p:cNvSpPr txBox="1"/>
            <p:nvPr/>
          </p:nvSpPr>
          <p:spPr>
            <a:xfrm>
              <a:off x="4531817" y="3593591"/>
              <a:ext cx="734456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3E555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15.2%</a:t>
              </a:r>
            </a:p>
          </p:txBody>
        </p:sp>
        <p:sp>
          <p:nvSpPr>
            <p:cNvPr id="39" name="TextBox 176">
              <a:extLst>
                <a:ext uri="{FF2B5EF4-FFF2-40B4-BE49-F238E27FC236}">
                  <a16:creationId xmlns:a16="http://schemas.microsoft.com/office/drawing/2014/main" id="{0BE765AA-7E9B-CA7B-8B8E-6E356A57C630}"/>
                </a:ext>
              </a:extLst>
            </p:cNvPr>
            <p:cNvSpPr txBox="1"/>
            <p:nvPr/>
          </p:nvSpPr>
          <p:spPr>
            <a:xfrm>
              <a:off x="859536" y="4133087"/>
              <a:ext cx="4406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800" b="1" i="0" noProof="0" dirty="0">
                  <a:solidFill>
                    <a:srgbClr val="0B2E2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Variables clave del panel</a:t>
              </a:r>
            </a:p>
          </p:txBody>
        </p:sp>
        <p:sp>
          <p:nvSpPr>
            <p:cNvPr id="40" name="Rectangle 177">
              <a:extLst>
                <a:ext uri="{FF2B5EF4-FFF2-40B4-BE49-F238E27FC236}">
                  <a16:creationId xmlns:a16="http://schemas.microsoft.com/office/drawing/2014/main" id="{E309C204-A1EB-8CCE-5857-44D848A7D102}"/>
                </a:ext>
              </a:extLst>
            </p:cNvPr>
            <p:cNvSpPr/>
            <p:nvPr/>
          </p:nvSpPr>
          <p:spPr>
            <a:xfrm>
              <a:off x="859536" y="4462272"/>
              <a:ext cx="786384" cy="31089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445A6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 IBK</a:t>
              </a:r>
            </a:p>
          </p:txBody>
        </p:sp>
        <p:sp>
          <p:nvSpPr>
            <p:cNvPr id="41" name="TextBox 178">
              <a:extLst>
                <a:ext uri="{FF2B5EF4-FFF2-40B4-BE49-F238E27FC236}">
                  <a16:creationId xmlns:a16="http://schemas.microsoft.com/office/drawing/2014/main" id="{6B1EEBCE-A9BE-526D-C03D-9C59772BE3E2}"/>
                </a:ext>
              </a:extLst>
            </p:cNvPr>
            <p:cNvSpPr txBox="1"/>
            <p:nvPr/>
          </p:nvSpPr>
          <p:spPr>
            <a:xfrm>
              <a:off x="1755648" y="4507992"/>
              <a:ext cx="3492337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Tasa ofertada por IBK</a:t>
              </a:r>
            </a:p>
          </p:txBody>
        </p:sp>
        <p:sp>
          <p:nvSpPr>
            <p:cNvPr id="42" name="Rectangle 179">
              <a:extLst>
                <a:ext uri="{FF2B5EF4-FFF2-40B4-BE49-F238E27FC236}">
                  <a16:creationId xmlns:a16="http://schemas.microsoft.com/office/drawing/2014/main" id="{F93E218E-287E-9AA0-6810-0B171B1D244E}"/>
                </a:ext>
              </a:extLst>
            </p:cNvPr>
            <p:cNvSpPr/>
            <p:nvPr/>
          </p:nvSpPr>
          <p:spPr>
            <a:xfrm>
              <a:off x="859536" y="4864608"/>
              <a:ext cx="786384" cy="31089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445A6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 MKT</a:t>
              </a:r>
            </a:p>
          </p:txBody>
        </p:sp>
        <p:sp>
          <p:nvSpPr>
            <p:cNvPr id="43" name="TextBox 180">
              <a:extLst>
                <a:ext uri="{FF2B5EF4-FFF2-40B4-BE49-F238E27FC236}">
                  <a16:creationId xmlns:a16="http://schemas.microsoft.com/office/drawing/2014/main" id="{B51907E2-312A-B049-AD7B-27A9E92BD0AB}"/>
                </a:ext>
              </a:extLst>
            </p:cNvPr>
            <p:cNvSpPr txBox="1"/>
            <p:nvPr/>
          </p:nvSpPr>
          <p:spPr>
            <a:xfrm>
              <a:off x="1755648" y="4910328"/>
              <a:ext cx="3492337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20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Inferencia de tasas de mercado</a:t>
              </a:r>
              <a:endParaRPr lang="es-ES_tradnl" sz="1200" b="0" i="0" noProof="0" dirty="0">
                <a:solidFill>
                  <a:srgbClr val="6E7E7D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Rectangle 181">
              <a:extLst>
                <a:ext uri="{FF2B5EF4-FFF2-40B4-BE49-F238E27FC236}">
                  <a16:creationId xmlns:a16="http://schemas.microsoft.com/office/drawing/2014/main" id="{E1D69944-FF64-4091-FD47-C109F9EEAB72}"/>
                </a:ext>
              </a:extLst>
            </p:cNvPr>
            <p:cNvSpPr/>
            <p:nvPr/>
          </p:nvSpPr>
          <p:spPr>
            <a:xfrm>
              <a:off x="859536" y="5266944"/>
              <a:ext cx="786384" cy="31089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445A6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Spread</a:t>
              </a:r>
            </a:p>
          </p:txBody>
        </p:sp>
        <p:sp>
          <p:nvSpPr>
            <p:cNvPr id="45" name="TextBox 182">
              <a:extLst>
                <a:ext uri="{FF2B5EF4-FFF2-40B4-BE49-F238E27FC236}">
                  <a16:creationId xmlns:a16="http://schemas.microsoft.com/office/drawing/2014/main" id="{9CD567E4-7B60-DD4A-7E4D-80E32AC709C4}"/>
                </a:ext>
              </a:extLst>
            </p:cNvPr>
            <p:cNvSpPr txBox="1"/>
            <p:nvPr/>
          </p:nvSpPr>
          <p:spPr>
            <a:xfrm>
              <a:off x="1755648" y="5312664"/>
              <a:ext cx="3492337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Diferencial competitivo = r IBK − r MKT</a:t>
              </a:r>
            </a:p>
          </p:txBody>
        </p:sp>
        <p:sp>
          <p:nvSpPr>
            <p:cNvPr id="46" name="Rectangle 183">
              <a:extLst>
                <a:ext uri="{FF2B5EF4-FFF2-40B4-BE49-F238E27FC236}">
                  <a16:creationId xmlns:a16="http://schemas.microsoft.com/office/drawing/2014/main" id="{4496FA17-36B3-4FA0-FA08-43C55281E713}"/>
                </a:ext>
              </a:extLst>
            </p:cNvPr>
            <p:cNvSpPr/>
            <p:nvPr/>
          </p:nvSpPr>
          <p:spPr>
            <a:xfrm>
              <a:off x="859536" y="5669280"/>
              <a:ext cx="786384" cy="31089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sz="1200" b="1" i="0" noProof="0" dirty="0">
                  <a:solidFill>
                    <a:srgbClr val="445A6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</a:t>
              </a:r>
            </a:p>
          </p:txBody>
        </p:sp>
        <p:sp>
          <p:nvSpPr>
            <p:cNvPr id="47" name="TextBox 184">
              <a:extLst>
                <a:ext uri="{FF2B5EF4-FFF2-40B4-BE49-F238E27FC236}">
                  <a16:creationId xmlns:a16="http://schemas.microsoft.com/office/drawing/2014/main" id="{255B2852-7F8E-6F7F-223A-7DE20EBFA920}"/>
                </a:ext>
              </a:extLst>
            </p:cNvPr>
            <p:cNvSpPr txBox="1"/>
            <p:nvPr/>
          </p:nvSpPr>
          <p:spPr>
            <a:xfrm>
              <a:off x="1755648" y="5715000"/>
              <a:ext cx="3492337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Efectividad = monto desembolsado / monto ofertado</a:t>
              </a:r>
            </a:p>
          </p:txBody>
        </p:sp>
        <p:sp>
          <p:nvSpPr>
            <p:cNvPr id="48" name="Rectangle 185">
              <a:extLst>
                <a:ext uri="{FF2B5EF4-FFF2-40B4-BE49-F238E27FC236}">
                  <a16:creationId xmlns:a16="http://schemas.microsoft.com/office/drawing/2014/main" id="{6841768D-8AC6-AA06-34D3-695DB8243014}"/>
                </a:ext>
              </a:extLst>
            </p:cNvPr>
            <p:cNvSpPr/>
            <p:nvPr/>
          </p:nvSpPr>
          <p:spPr>
            <a:xfrm>
              <a:off x="5723473" y="1645920"/>
              <a:ext cx="4809073" cy="4617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Rectangle 186">
              <a:extLst>
                <a:ext uri="{FF2B5EF4-FFF2-40B4-BE49-F238E27FC236}">
                  <a16:creationId xmlns:a16="http://schemas.microsoft.com/office/drawing/2014/main" id="{A80B583F-9BED-FF8E-0F31-556400AC892E}"/>
                </a:ext>
              </a:extLst>
            </p:cNvPr>
            <p:cNvSpPr/>
            <p:nvPr/>
          </p:nvSpPr>
          <p:spPr>
            <a:xfrm>
              <a:off x="5723473" y="1645920"/>
              <a:ext cx="4809073" cy="329184"/>
            </a:xfrm>
            <a:prstGeom prst="rect">
              <a:avLst/>
            </a:prstGeom>
            <a:solidFill>
              <a:srgbClr val="1380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 · ELASTICIDAD INTERNA (β₁)</a:t>
              </a:r>
            </a:p>
          </p:txBody>
        </p:sp>
        <p:sp>
          <p:nvSpPr>
            <p:cNvPr id="50" name="TextBox 187">
              <a:extLst>
                <a:ext uri="{FF2B5EF4-FFF2-40B4-BE49-F238E27FC236}">
                  <a16:creationId xmlns:a16="http://schemas.microsoft.com/office/drawing/2014/main" id="{9F040844-1021-17F2-EA40-5ACA30390964}"/>
                </a:ext>
              </a:extLst>
            </p:cNvPr>
            <p:cNvSpPr txBox="1"/>
            <p:nvPr/>
          </p:nvSpPr>
          <p:spPr>
            <a:xfrm>
              <a:off x="5924641" y="2139696"/>
              <a:ext cx="440673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Sensibilidad a cambios de la tasa IBK</a:t>
              </a:r>
            </a:p>
          </p:txBody>
        </p:sp>
        <p:sp>
          <p:nvSpPr>
            <p:cNvPr id="51" name="Rectangle 188">
              <a:extLst>
                <a:ext uri="{FF2B5EF4-FFF2-40B4-BE49-F238E27FC236}">
                  <a16:creationId xmlns:a16="http://schemas.microsoft.com/office/drawing/2014/main" id="{BDE14C20-AEC5-B8D1-5D88-76284D40056C}"/>
                </a:ext>
              </a:extLst>
            </p:cNvPr>
            <p:cNvSpPr/>
            <p:nvPr/>
          </p:nvSpPr>
          <p:spPr>
            <a:xfrm>
              <a:off x="5924641" y="2450592"/>
              <a:ext cx="4406737" cy="566928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sz="1800" b="1" i="0" noProof="0" dirty="0">
                  <a:solidFill>
                    <a:srgbClr val="0C514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β₁  =  % Δ Efectividad /  % Δ Tasa IBK</a:t>
              </a:r>
            </a:p>
          </p:txBody>
        </p:sp>
        <p:pic>
          <p:nvPicPr>
            <p:cNvPr id="52" name="Picture 189" descr="elast.png">
              <a:extLst>
                <a:ext uri="{FF2B5EF4-FFF2-40B4-BE49-F238E27FC236}">
                  <a16:creationId xmlns:a16="http://schemas.microsoft.com/office/drawing/2014/main" id="{D020AF89-55CE-FBBF-CCA8-E525CCEA4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10690" y="3218688"/>
              <a:ext cx="2752344" cy="1572768"/>
            </a:xfrm>
            <a:prstGeom prst="rect">
              <a:avLst/>
            </a:prstGeom>
          </p:spPr>
        </p:pic>
        <p:sp>
          <p:nvSpPr>
            <p:cNvPr id="53" name="TextBox 190">
              <a:extLst>
                <a:ext uri="{FF2B5EF4-FFF2-40B4-BE49-F238E27FC236}">
                  <a16:creationId xmlns:a16="http://schemas.microsoft.com/office/drawing/2014/main" id="{40CF9574-3AF3-E7F7-BAAE-912FCB45319C}"/>
                </a:ext>
              </a:extLst>
            </p:cNvPr>
            <p:cNvSpPr txBox="1"/>
            <p:nvPr/>
          </p:nvSpPr>
          <p:spPr>
            <a:xfrm>
              <a:off x="5924641" y="4956048"/>
              <a:ext cx="4406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800" b="1" i="0" noProof="0" dirty="0">
                  <a:solidFill>
                    <a:srgbClr val="0B2E2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Interpretación</a:t>
              </a:r>
            </a:p>
          </p:txBody>
        </p:sp>
        <p:sp>
          <p:nvSpPr>
            <p:cNvPr id="54" name="TextBox 191">
              <a:extLst>
                <a:ext uri="{FF2B5EF4-FFF2-40B4-BE49-F238E27FC236}">
                  <a16:creationId xmlns:a16="http://schemas.microsoft.com/office/drawing/2014/main" id="{83A6A5DD-3FFB-FEB9-AAF4-C6CF9CCE5BBF}"/>
                </a:ext>
              </a:extLst>
            </p:cNvPr>
            <p:cNvSpPr txBox="1"/>
            <p:nvPr/>
          </p:nvSpPr>
          <p:spPr>
            <a:xfrm>
              <a:off x="5924641" y="5230368"/>
              <a:ext cx="4406737" cy="7729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28016" indent="-128016" algn="l">
                <a:lnSpc>
                  <a:spcPct val="124000"/>
                </a:lnSpc>
                <a:spcAft>
                  <a:spcPts val="400"/>
                </a:spcAft>
                <a:buClr>
                  <a:srgbClr val="13807B"/>
                </a:buClr>
                <a:buFont typeface="Arial"/>
                <a:buChar char="•"/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 mayor tasa, menor efectividad</a:t>
              </a:r>
            </a:p>
            <a:p>
              <a:pPr marL="128016" indent="-128016" algn="l">
                <a:lnSpc>
                  <a:spcPct val="124000"/>
                </a:lnSpc>
                <a:spcAft>
                  <a:spcPts val="400"/>
                </a:spcAft>
                <a:buClr>
                  <a:srgbClr val="13807B"/>
                </a:buClr>
                <a:buFont typeface="Arial"/>
                <a:buChar char="•"/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|β₁| alto → segmento muy sensible</a:t>
              </a:r>
            </a:p>
            <a:p>
              <a:pPr marL="128016" indent="-128016" algn="l">
                <a:lnSpc>
                  <a:spcPct val="124000"/>
                </a:lnSpc>
                <a:spcAft>
                  <a:spcPts val="400"/>
                </a:spcAft>
                <a:buClr>
                  <a:srgbClr val="13807B"/>
                </a:buClr>
                <a:buFont typeface="Arial"/>
                <a:buChar char="•"/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|β₁| bajo → segmento poco sensible</a:t>
              </a:r>
            </a:p>
          </p:txBody>
        </p:sp>
        <p:sp>
          <p:nvSpPr>
            <p:cNvPr id="55" name="Rectangle 192">
              <a:extLst>
                <a:ext uri="{FF2B5EF4-FFF2-40B4-BE49-F238E27FC236}">
                  <a16:creationId xmlns:a16="http://schemas.microsoft.com/office/drawing/2014/main" id="{F61AD66F-A52A-B9E3-2E56-378151A4EA35}"/>
                </a:ext>
              </a:extLst>
            </p:cNvPr>
            <p:cNvSpPr/>
            <p:nvPr/>
          </p:nvSpPr>
          <p:spPr>
            <a:xfrm>
              <a:off x="10788578" y="1645920"/>
              <a:ext cx="4809073" cy="4617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Rectangle 193">
              <a:extLst>
                <a:ext uri="{FF2B5EF4-FFF2-40B4-BE49-F238E27FC236}">
                  <a16:creationId xmlns:a16="http://schemas.microsoft.com/office/drawing/2014/main" id="{A8D452DF-BF1A-474F-65B7-243B11DDE88D}"/>
                </a:ext>
              </a:extLst>
            </p:cNvPr>
            <p:cNvSpPr/>
            <p:nvPr/>
          </p:nvSpPr>
          <p:spPr>
            <a:xfrm>
              <a:off x="10788578" y="1645920"/>
              <a:ext cx="4809073" cy="329184"/>
            </a:xfrm>
            <a:prstGeom prst="rect">
              <a:avLst/>
            </a:prstGeom>
            <a:solidFill>
              <a:srgbClr val="C87A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b="1" i="0" noProof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 · ELASTICIDAD COMPETITIVA (β₂)</a:t>
              </a:r>
            </a:p>
          </p:txBody>
        </p:sp>
        <p:sp>
          <p:nvSpPr>
            <p:cNvPr id="57" name="TextBox 194">
              <a:extLst>
                <a:ext uri="{FF2B5EF4-FFF2-40B4-BE49-F238E27FC236}">
                  <a16:creationId xmlns:a16="http://schemas.microsoft.com/office/drawing/2014/main" id="{C22E4C0D-4A24-5D29-5DF5-2AF68448A291}"/>
                </a:ext>
              </a:extLst>
            </p:cNvPr>
            <p:cNvSpPr txBox="1"/>
            <p:nvPr/>
          </p:nvSpPr>
          <p:spPr>
            <a:xfrm>
              <a:off x="10989746" y="2139696"/>
              <a:ext cx="440673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Sensibilidad al diferencial contra el mercado</a:t>
              </a:r>
            </a:p>
          </p:txBody>
        </p:sp>
        <p:sp>
          <p:nvSpPr>
            <p:cNvPr id="58" name="Rectangle 195">
              <a:extLst>
                <a:ext uri="{FF2B5EF4-FFF2-40B4-BE49-F238E27FC236}">
                  <a16:creationId xmlns:a16="http://schemas.microsoft.com/office/drawing/2014/main" id="{48FB36CA-9043-9061-BEC7-24C784ADE4AF}"/>
                </a:ext>
              </a:extLst>
            </p:cNvPr>
            <p:cNvSpPr/>
            <p:nvPr/>
          </p:nvSpPr>
          <p:spPr>
            <a:xfrm>
              <a:off x="10989746" y="2450592"/>
              <a:ext cx="4406737" cy="475488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sz="1800" b="1" i="0" noProof="0" dirty="0">
                  <a:solidFill>
                    <a:srgbClr val="C87A0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Spread  =  r IBK  −  r MKT</a:t>
              </a:r>
            </a:p>
          </p:txBody>
        </p:sp>
        <p:sp>
          <p:nvSpPr>
            <p:cNvPr id="59" name="Rectangle 196">
              <a:extLst>
                <a:ext uri="{FF2B5EF4-FFF2-40B4-BE49-F238E27FC236}">
                  <a16:creationId xmlns:a16="http://schemas.microsoft.com/office/drawing/2014/main" id="{3041B1E4-86BB-5B19-DB12-C6399B0AD915}"/>
                </a:ext>
              </a:extLst>
            </p:cNvPr>
            <p:cNvSpPr/>
            <p:nvPr/>
          </p:nvSpPr>
          <p:spPr>
            <a:xfrm>
              <a:off x="10989746" y="3035808"/>
              <a:ext cx="4406737" cy="475488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0000"/>
                </a:lnSpc>
              </a:pPr>
              <a:r>
                <a:rPr lang="es-ES_tradnl" sz="1800" b="1" i="0" noProof="0" dirty="0">
                  <a:solidFill>
                    <a:srgbClr val="C87A0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β₂  =  % </a:t>
              </a:r>
              <a:r>
                <a:rPr lang="es-ES_tradnl" sz="1800" b="1" i="0" noProof="0" dirty="0" err="1">
                  <a:solidFill>
                    <a:srgbClr val="C87A0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Δ</a:t>
              </a:r>
              <a:r>
                <a:rPr lang="es-ES_tradnl" sz="1800" b="1" i="0" noProof="0" dirty="0">
                  <a:solidFill>
                    <a:srgbClr val="C87A0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Conversión  /  % </a:t>
              </a:r>
              <a:r>
                <a:rPr lang="es-ES_tradnl" sz="1800" b="1" i="0" noProof="0" dirty="0" err="1">
                  <a:solidFill>
                    <a:srgbClr val="C87A0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Δ</a:t>
              </a:r>
              <a:r>
                <a:rPr lang="es-ES_tradnl" sz="1800" b="1" i="0" noProof="0" dirty="0">
                  <a:solidFill>
                    <a:srgbClr val="C87A0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Spread</a:t>
              </a:r>
            </a:p>
          </p:txBody>
        </p:sp>
        <p:cxnSp>
          <p:nvCxnSpPr>
            <p:cNvPr id="60" name="Connector 62">
              <a:extLst>
                <a:ext uri="{FF2B5EF4-FFF2-40B4-BE49-F238E27FC236}">
                  <a16:creationId xmlns:a16="http://schemas.microsoft.com/office/drawing/2014/main" id="{A3597AA1-AB90-0622-64FA-AA7E71C7C3C5}"/>
                </a:ext>
              </a:extLst>
            </p:cNvPr>
            <p:cNvCxnSpPr>
              <a:cxnSpLocks/>
            </p:cNvCxnSpPr>
            <p:nvPr/>
          </p:nvCxnSpPr>
          <p:spPr>
            <a:xfrm>
              <a:off x="11200058" y="4023360"/>
              <a:ext cx="3986114" cy="0"/>
            </a:xfrm>
            <a:prstGeom prst="line">
              <a:avLst/>
            </a:prstGeom>
            <a:ln w="1905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198">
              <a:extLst>
                <a:ext uri="{FF2B5EF4-FFF2-40B4-BE49-F238E27FC236}">
                  <a16:creationId xmlns:a16="http://schemas.microsoft.com/office/drawing/2014/main" id="{1E2BB3C9-4380-A45B-CEAC-563458F9C7E8}"/>
                </a:ext>
              </a:extLst>
            </p:cNvPr>
            <p:cNvSpPr/>
            <p:nvPr/>
          </p:nvSpPr>
          <p:spPr>
            <a:xfrm>
              <a:off x="13147395" y="3977640"/>
              <a:ext cx="91440" cy="91440"/>
            </a:xfrm>
            <a:prstGeom prst="ellipse">
              <a:avLst/>
            </a:prstGeom>
            <a:solidFill>
              <a:srgbClr val="6E7E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TextBox 199">
              <a:extLst>
                <a:ext uri="{FF2B5EF4-FFF2-40B4-BE49-F238E27FC236}">
                  <a16:creationId xmlns:a16="http://schemas.microsoft.com/office/drawing/2014/main" id="{5F8F5394-65A9-76AC-50EC-F9C1011C41AF}"/>
                </a:ext>
              </a:extLst>
            </p:cNvPr>
            <p:cNvSpPr txBox="1"/>
            <p:nvPr/>
          </p:nvSpPr>
          <p:spPr>
            <a:xfrm>
              <a:off x="11062898" y="4114800"/>
              <a:ext cx="146304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100" b="1" i="0" noProof="0" dirty="0">
                  <a:solidFill>
                    <a:srgbClr val="13807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spread &lt; 0</a:t>
              </a:r>
            </a:p>
          </p:txBody>
        </p:sp>
        <p:sp>
          <p:nvSpPr>
            <p:cNvPr id="63" name="TextBox 200">
              <a:extLst>
                <a:ext uri="{FF2B5EF4-FFF2-40B4-BE49-F238E27FC236}">
                  <a16:creationId xmlns:a16="http://schemas.microsoft.com/office/drawing/2014/main" id="{B88FCB75-718A-BE58-5539-2144E0F65660}"/>
                </a:ext>
              </a:extLst>
            </p:cNvPr>
            <p:cNvSpPr txBox="1"/>
            <p:nvPr/>
          </p:nvSpPr>
          <p:spPr>
            <a:xfrm>
              <a:off x="12735915" y="4114800"/>
              <a:ext cx="9144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ES_tradnl" sz="1100" b="1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paridad</a:t>
              </a:r>
            </a:p>
          </p:txBody>
        </p:sp>
        <p:sp>
          <p:nvSpPr>
            <p:cNvPr id="64" name="TextBox 201">
              <a:extLst>
                <a:ext uri="{FF2B5EF4-FFF2-40B4-BE49-F238E27FC236}">
                  <a16:creationId xmlns:a16="http://schemas.microsoft.com/office/drawing/2014/main" id="{CB090017-DCFF-ACF7-346C-35BAEEADFF30}"/>
                </a:ext>
              </a:extLst>
            </p:cNvPr>
            <p:cNvSpPr txBox="1"/>
            <p:nvPr/>
          </p:nvSpPr>
          <p:spPr>
            <a:xfrm>
              <a:off x="13906012" y="4114800"/>
              <a:ext cx="146304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s-ES_tradnl" sz="1100" b="1" i="0" noProof="0" dirty="0">
                  <a:solidFill>
                    <a:srgbClr val="C04B4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spread &gt; 0</a:t>
              </a:r>
            </a:p>
          </p:txBody>
        </p:sp>
        <p:sp>
          <p:nvSpPr>
            <p:cNvPr id="65" name="TextBox 202">
              <a:extLst>
                <a:ext uri="{FF2B5EF4-FFF2-40B4-BE49-F238E27FC236}">
                  <a16:creationId xmlns:a16="http://schemas.microsoft.com/office/drawing/2014/main" id="{103CB23F-7002-AE8A-C69E-D7984379F3E3}"/>
                </a:ext>
              </a:extLst>
            </p:cNvPr>
            <p:cNvSpPr txBox="1"/>
            <p:nvPr/>
          </p:nvSpPr>
          <p:spPr>
            <a:xfrm>
              <a:off x="11062898" y="4297680"/>
              <a:ext cx="173736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1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IBK más competitiva</a:t>
              </a:r>
            </a:p>
          </p:txBody>
        </p:sp>
        <p:sp>
          <p:nvSpPr>
            <p:cNvPr id="66" name="TextBox 203">
              <a:extLst>
                <a:ext uri="{FF2B5EF4-FFF2-40B4-BE49-F238E27FC236}">
                  <a16:creationId xmlns:a16="http://schemas.microsoft.com/office/drawing/2014/main" id="{8AF88401-398D-3254-C095-E10272E7C111}"/>
                </a:ext>
              </a:extLst>
            </p:cNvPr>
            <p:cNvSpPr txBox="1"/>
            <p:nvPr/>
          </p:nvSpPr>
          <p:spPr>
            <a:xfrm>
              <a:off x="13814572" y="4297680"/>
              <a:ext cx="155448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s-ES_tradnl" sz="11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IBK más cara</a:t>
              </a:r>
            </a:p>
          </p:txBody>
        </p:sp>
        <p:sp>
          <p:nvSpPr>
            <p:cNvPr id="67" name="TextBox 204">
              <a:extLst>
                <a:ext uri="{FF2B5EF4-FFF2-40B4-BE49-F238E27FC236}">
                  <a16:creationId xmlns:a16="http://schemas.microsoft.com/office/drawing/2014/main" id="{4104C240-3810-8AAE-EF03-60FC197AA867}"/>
                </a:ext>
              </a:extLst>
            </p:cNvPr>
            <p:cNvSpPr txBox="1"/>
            <p:nvPr/>
          </p:nvSpPr>
          <p:spPr>
            <a:xfrm>
              <a:off x="10989746" y="4956048"/>
              <a:ext cx="4406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_tradnl" sz="1800" b="1" i="0" noProof="0" dirty="0">
                  <a:solidFill>
                    <a:srgbClr val="0B2E2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Interpretación</a:t>
              </a:r>
            </a:p>
          </p:txBody>
        </p:sp>
        <p:sp>
          <p:nvSpPr>
            <p:cNvPr id="68" name="TextBox 205">
              <a:extLst>
                <a:ext uri="{FF2B5EF4-FFF2-40B4-BE49-F238E27FC236}">
                  <a16:creationId xmlns:a16="http://schemas.microsoft.com/office/drawing/2014/main" id="{B9CC1D6C-8E6B-252C-1C96-621E70D77EC1}"/>
                </a:ext>
              </a:extLst>
            </p:cNvPr>
            <p:cNvSpPr txBox="1"/>
            <p:nvPr/>
          </p:nvSpPr>
          <p:spPr>
            <a:xfrm>
              <a:off x="10989746" y="5230368"/>
              <a:ext cx="4406737" cy="7729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28016" indent="-128016" algn="l">
                <a:lnSpc>
                  <a:spcPct val="124000"/>
                </a:lnSpc>
                <a:spcAft>
                  <a:spcPts val="400"/>
                </a:spcAft>
                <a:buClr>
                  <a:srgbClr val="C87A0B"/>
                </a:buClr>
                <a:buFont typeface="Arial"/>
                <a:buChar char="•"/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Spread &gt; 0 → IBK más cara que el mercado</a:t>
              </a:r>
            </a:p>
            <a:p>
              <a:pPr marL="128016" indent="-128016" algn="l">
                <a:lnSpc>
                  <a:spcPct val="124000"/>
                </a:lnSpc>
                <a:spcAft>
                  <a:spcPts val="400"/>
                </a:spcAft>
                <a:buClr>
                  <a:srgbClr val="C87A0B"/>
                </a:buClr>
                <a:buFont typeface="Arial"/>
                <a:buChar char="•"/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Spread &lt; 0 → IBK más competitiva</a:t>
              </a:r>
            </a:p>
            <a:p>
              <a:pPr marL="128016" indent="-128016" algn="l">
                <a:lnSpc>
                  <a:spcPct val="124000"/>
                </a:lnSpc>
                <a:spcAft>
                  <a:spcPts val="400"/>
                </a:spcAft>
                <a:buClr>
                  <a:srgbClr val="C87A0B"/>
                </a:buClr>
                <a:buFont typeface="Arial"/>
                <a:buChar char="•"/>
              </a:pP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β₂ &lt; 0 → si IBK encarece, la </a:t>
              </a:r>
              <a:r>
                <a:rPr lang="es-ES_tradnl" sz="1200" b="0" i="0" noProof="0" dirty="0" err="1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efec</a:t>
              </a:r>
              <a:r>
                <a:rPr lang="es-ES_tradnl" sz="1200" dirty="0" err="1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ticidad</a:t>
              </a:r>
              <a:r>
                <a:rPr lang="es-ES_tradnl" sz="120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s-ES_tradnl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cae</a:t>
              </a:r>
            </a:p>
          </p:txBody>
        </p:sp>
      </p:grpSp>
      <p:sp>
        <p:nvSpPr>
          <p:cNvPr id="69" name="Rectangle 206">
            <a:extLst>
              <a:ext uri="{FF2B5EF4-FFF2-40B4-BE49-F238E27FC236}">
                <a16:creationId xmlns:a16="http://schemas.microsoft.com/office/drawing/2014/main" id="{B37EA742-B6BC-F3CA-76E4-1D3C701F9B9C}"/>
              </a:ext>
            </a:extLst>
          </p:cNvPr>
          <p:cNvSpPr/>
          <p:nvPr/>
        </p:nvSpPr>
        <p:spPr>
          <a:xfrm>
            <a:off x="658368" y="5455073"/>
            <a:ext cx="14939284" cy="3463149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Box 207">
            <a:extLst>
              <a:ext uri="{FF2B5EF4-FFF2-40B4-BE49-F238E27FC236}">
                <a16:creationId xmlns:a16="http://schemas.microsoft.com/office/drawing/2014/main" id="{95657DCF-6C08-EB32-5493-201E577A0EAC}"/>
              </a:ext>
            </a:extLst>
          </p:cNvPr>
          <p:cNvSpPr txBox="1"/>
          <p:nvPr/>
        </p:nvSpPr>
        <p:spPr>
          <a:xfrm>
            <a:off x="1072794" y="5639252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_tradnl" sz="1800" b="1" i="0" noProof="0" dirty="0">
                <a:solidFill>
                  <a:schemeClr val="tx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 · MODELOS DE PANEL PROBADOS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208">
                <a:extLst>
                  <a:ext uri="{FF2B5EF4-FFF2-40B4-BE49-F238E27FC236}">
                    <a16:creationId xmlns:a16="http://schemas.microsoft.com/office/drawing/2014/main" id="{EDCB994E-DD69-000B-2192-69E95165EF7F}"/>
                  </a:ext>
                </a:extLst>
              </p:cNvPr>
              <p:cNvSpPr/>
              <p:nvPr/>
            </p:nvSpPr>
            <p:spPr>
              <a:xfrm>
                <a:off x="1072794" y="6124672"/>
                <a:ext cx="6115868" cy="658368"/>
              </a:xfrm>
              <a:prstGeom prst="rect">
                <a:avLst/>
              </a:prstGeom>
              <a:solidFill>
                <a:srgbClr val="13807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log</m:t>
                      </m:r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⁡(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𝑬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) =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𝜶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𝜸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𝜷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s-ES_tradnl" sz="1600" b="0" i="0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_tradnl" sz="1600" b="0" i="0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_tradnl" sz="1600" b="1" i="1" noProof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𝒃</m:t>
                                  </m:r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𝒕</m:t>
                                  </m:r>
                                </m:sub>
                                <m:sup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𝑰𝑩𝑲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𝜷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𝑺𝒑𝒓𝒆𝒂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𝜺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s-ES_tradnl" noProof="0" dirty="0"/>
              </a:p>
            </p:txBody>
          </p:sp>
        </mc:Choice>
        <mc:Fallback xmlns="">
          <p:sp>
            <p:nvSpPr>
              <p:cNvPr id="71" name="Rectangle 208">
                <a:extLst>
                  <a:ext uri="{FF2B5EF4-FFF2-40B4-BE49-F238E27FC236}">
                    <a16:creationId xmlns:a16="http://schemas.microsoft.com/office/drawing/2014/main" id="{EDCB994E-DD69-000B-2192-69E95165E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94" y="6124672"/>
                <a:ext cx="6115868" cy="6583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Google Shape;167;g3ed063acbfe_1_0">
            <a:extLst>
              <a:ext uri="{FF2B5EF4-FFF2-40B4-BE49-F238E27FC236}">
                <a16:creationId xmlns:a16="http://schemas.microsoft.com/office/drawing/2014/main" id="{21245215-C5DD-95BD-92B6-97493203B4D9}"/>
              </a:ext>
            </a:extLst>
          </p:cNvPr>
          <p:cNvSpPr txBox="1"/>
          <p:nvPr/>
        </p:nvSpPr>
        <p:spPr>
          <a:xfrm>
            <a:off x="761956" y="417690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Arquitectura del Modulo de Sensibilidad</a:t>
            </a:r>
          </a:p>
        </p:txBody>
      </p:sp>
      <p:cxnSp>
        <p:nvCxnSpPr>
          <p:cNvPr id="86" name="Connector 3">
            <a:extLst>
              <a:ext uri="{FF2B5EF4-FFF2-40B4-BE49-F238E27FC236}">
                <a16:creationId xmlns:a16="http://schemas.microsoft.com/office/drawing/2014/main" id="{012B2655-D95F-4D2A-9E2F-677B40ACBCBF}"/>
              </a:ext>
            </a:extLst>
          </p:cNvPr>
          <p:cNvCxnSpPr/>
          <p:nvPr/>
        </p:nvCxnSpPr>
        <p:spPr>
          <a:xfrm>
            <a:off x="658368" y="1343774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208">
                <a:extLst>
                  <a:ext uri="{FF2B5EF4-FFF2-40B4-BE49-F238E27FC236}">
                    <a16:creationId xmlns:a16="http://schemas.microsoft.com/office/drawing/2014/main" id="{0887BA49-A843-2541-CCEE-F178225B3B77}"/>
                  </a:ext>
                </a:extLst>
              </p:cNvPr>
              <p:cNvSpPr/>
              <p:nvPr/>
            </p:nvSpPr>
            <p:spPr>
              <a:xfrm>
                <a:off x="1072794" y="7003962"/>
                <a:ext cx="6115868" cy="658368"/>
              </a:xfrm>
              <a:prstGeom prst="rect">
                <a:avLst/>
              </a:prstGeom>
              <a:solidFill>
                <a:srgbClr val="13807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log</m:t>
                      </m:r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⁡(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𝑬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) =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𝜶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𝜸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𝜷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s-ES_tradnl" sz="1600" b="0" i="0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_tradnl" sz="1600" b="0" i="0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_tradnl" sz="1600" b="1" i="1" noProof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𝒃</m:t>
                                  </m:r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𝒕</m:t>
                                  </m:r>
                                </m:sub>
                                <m:sup>
                                  <m:r>
                                    <a:rPr lang="es-ES_tradnl" sz="1600" b="1" i="1" noProof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𝑰𝑩𝑲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𝜺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s-ES_tradnl" noProof="0" dirty="0"/>
              </a:p>
            </p:txBody>
          </p:sp>
        </mc:Choice>
        <mc:Fallback xmlns="">
          <p:sp>
            <p:nvSpPr>
              <p:cNvPr id="90" name="Rectangle 208">
                <a:extLst>
                  <a:ext uri="{FF2B5EF4-FFF2-40B4-BE49-F238E27FC236}">
                    <a16:creationId xmlns:a16="http://schemas.microsoft.com/office/drawing/2014/main" id="{0887BA49-A843-2541-CCEE-F178225B3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94" y="7003962"/>
                <a:ext cx="6115868" cy="658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208">
                <a:extLst>
                  <a:ext uri="{FF2B5EF4-FFF2-40B4-BE49-F238E27FC236}">
                    <a16:creationId xmlns:a16="http://schemas.microsoft.com/office/drawing/2014/main" id="{3AE7119B-A373-A22B-2175-F0209C4B2CA4}"/>
                  </a:ext>
                </a:extLst>
              </p:cNvPr>
              <p:cNvSpPr/>
              <p:nvPr/>
            </p:nvSpPr>
            <p:spPr>
              <a:xfrm>
                <a:off x="1072794" y="7865136"/>
                <a:ext cx="6115868" cy="658368"/>
              </a:xfrm>
              <a:prstGeom prst="rect">
                <a:avLst/>
              </a:prstGeom>
              <a:solidFill>
                <a:srgbClr val="13807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45720" tIns="27432" rIns="45720" bIns="27432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log</m:t>
                      </m:r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⁡(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𝑬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) =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𝜶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𝜸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𝜷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𝑺𝒑𝒓𝒆𝒂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s-ES_tradnl" sz="1600" b="1" i="1" noProof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+  </m:t>
                      </m:r>
                      <m:sSub>
                        <m:sSubPr>
                          <m:ctrlP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𝜺</m:t>
                          </m:r>
                        </m:e>
                        <m:sub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_tradnl" sz="1600" b="1" i="1" noProof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s-ES_tradnl" noProof="0" dirty="0"/>
              </a:p>
            </p:txBody>
          </p:sp>
        </mc:Choice>
        <mc:Fallback xmlns="">
          <p:sp>
            <p:nvSpPr>
              <p:cNvPr id="96" name="Rectangle 208">
                <a:extLst>
                  <a:ext uri="{FF2B5EF4-FFF2-40B4-BE49-F238E27FC236}">
                    <a16:creationId xmlns:a16="http://schemas.microsoft.com/office/drawing/2014/main" id="{3AE7119B-A373-A22B-2175-F0209C4B2C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94" y="7865136"/>
                <a:ext cx="6115868" cy="6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" name="Grupo 105">
            <a:extLst>
              <a:ext uri="{FF2B5EF4-FFF2-40B4-BE49-F238E27FC236}">
                <a16:creationId xmlns:a16="http://schemas.microsoft.com/office/drawing/2014/main" id="{17BCE573-951D-5893-2371-61B275A7FAED}"/>
              </a:ext>
            </a:extLst>
          </p:cNvPr>
          <p:cNvGrpSpPr/>
          <p:nvPr/>
        </p:nvGrpSpPr>
        <p:grpSpPr>
          <a:xfrm>
            <a:off x="7483717" y="6769767"/>
            <a:ext cx="8179510" cy="892563"/>
            <a:chOff x="7472428" y="6440583"/>
            <a:chExt cx="8179510" cy="892563"/>
          </a:xfrm>
        </p:grpSpPr>
        <p:grpSp>
          <p:nvGrpSpPr>
            <p:cNvPr id="104" name="Grupo 103">
              <a:extLst>
                <a:ext uri="{FF2B5EF4-FFF2-40B4-BE49-F238E27FC236}">
                  <a16:creationId xmlns:a16="http://schemas.microsoft.com/office/drawing/2014/main" id="{B216F353-AD9E-483A-D286-0F0584DBFC8B}"/>
                </a:ext>
              </a:extLst>
            </p:cNvPr>
            <p:cNvGrpSpPr/>
            <p:nvPr/>
          </p:nvGrpSpPr>
          <p:grpSpPr>
            <a:xfrm>
              <a:off x="7472428" y="6440583"/>
              <a:ext cx="4342394" cy="874892"/>
              <a:chOff x="7761337" y="6037677"/>
              <a:chExt cx="4342394" cy="87489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209">
                    <a:extLst>
                      <a:ext uri="{FF2B5EF4-FFF2-40B4-BE49-F238E27FC236}">
                        <a16:creationId xmlns:a16="http://schemas.microsoft.com/office/drawing/2014/main" id="{C4C787DE-CBAD-F6D6-E71B-105FAA0C6359}"/>
                      </a:ext>
                    </a:extLst>
                  </p:cNvPr>
                  <p:cNvSpPr txBox="1"/>
                  <p:nvPr/>
                </p:nvSpPr>
                <p:spPr>
                  <a:xfrm>
                    <a:off x="7761337" y="6037677"/>
                    <a:ext cx="2098045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ES_tradnl" sz="2800" b="1" i="1" noProof="0" smtClean="0">
                                  <a:solidFill>
                                    <a:srgbClr val="2F9E98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_tradnl" sz="2800" b="1" i="1" noProof="0" smtClean="0">
                                  <a:solidFill>
                                    <a:srgbClr val="2F9E98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s-ES_tradnl" sz="2800" b="1" i="1" noProof="0" smtClean="0">
                                  <a:solidFill>
                                    <a:srgbClr val="2F9E98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𝒃</m:t>
                              </m:r>
                            </m:sub>
                          </m:sSub>
                        </m:oMath>
                      </m:oMathPara>
                    </a14:m>
                    <a:endParaRPr lang="es-ES_tradnl" noProof="0" dirty="0"/>
                  </a:p>
                </p:txBody>
              </p:sp>
            </mc:Choice>
            <mc:Fallback xmlns="">
              <p:sp>
                <p:nvSpPr>
                  <p:cNvPr id="83" name="TextBox 209">
                    <a:extLst>
                      <a:ext uri="{FF2B5EF4-FFF2-40B4-BE49-F238E27FC236}">
                        <a16:creationId xmlns:a16="http://schemas.microsoft.com/office/drawing/2014/main" id="{C4C787DE-CBAD-F6D6-E71B-105FAA0C63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1337" y="6037677"/>
                    <a:ext cx="2098045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C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9" name="TextBox 210">
                <a:extLst>
                  <a:ext uri="{FF2B5EF4-FFF2-40B4-BE49-F238E27FC236}">
                    <a16:creationId xmlns:a16="http://schemas.microsoft.com/office/drawing/2014/main" id="{90AFD21D-DCE2-3ED7-6E06-E44931EFC342}"/>
                  </a:ext>
                </a:extLst>
              </p:cNvPr>
              <p:cNvSpPr txBox="1"/>
              <p:nvPr/>
            </p:nvSpPr>
            <p:spPr>
              <a:xfrm>
                <a:off x="7761337" y="6490659"/>
                <a:ext cx="2098045" cy="421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Efecto fijo </a:t>
                </a:r>
                <a:r>
                  <a:rPr lang="es-ES_tradnl" sz="1200" b="0" i="0" noProof="0" dirty="0" err="1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bucket</a:t>
                </a:r>
                <a:endParaRPr lang="es-ES_tradnl" sz="1200" b="0" i="0" noProof="0" dirty="0">
                  <a:solidFill>
                    <a:schemeClr val="tx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(heterogeneidad estructural)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211">
                    <a:extLst>
                      <a:ext uri="{FF2B5EF4-FFF2-40B4-BE49-F238E27FC236}">
                        <a16:creationId xmlns:a16="http://schemas.microsoft.com/office/drawing/2014/main" id="{B7A2FE8E-C822-39B4-C7CF-0355A07BB7D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5686" y="6037677"/>
                    <a:ext cx="1759381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l">
                      <a:lnSpc>
                        <a:spcPct val="100000"/>
                      </a:lnSpc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ES_tradnl" sz="2800" b="1" i="1" noProof="0" smtClean="0">
                                  <a:solidFill>
                                    <a:srgbClr val="2F9E98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_tradnl" sz="2800" b="1" i="1" noProof="0" smtClean="0">
                                  <a:solidFill>
                                    <a:srgbClr val="2F9E98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es-ES_tradnl" sz="2800" b="1" i="1" noProof="0" smtClean="0">
                                  <a:solidFill>
                                    <a:srgbClr val="2F9E98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𝒕</m:t>
                              </m:r>
                            </m:sub>
                          </m:sSub>
                        </m:oMath>
                      </m:oMathPara>
                    </a14:m>
                    <a:endParaRPr lang="es-ES_tradnl" sz="2800" b="1" i="0" noProof="0" dirty="0">
                      <a:solidFill>
                        <a:srgbClr val="2F9E98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92" name="TextBox 211">
                    <a:extLst>
                      <a:ext uri="{FF2B5EF4-FFF2-40B4-BE49-F238E27FC236}">
                        <a16:creationId xmlns:a16="http://schemas.microsoft.com/office/drawing/2014/main" id="{B7A2FE8E-C822-39B4-C7CF-0355A07BB7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5686" y="6037677"/>
                    <a:ext cx="1759381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C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4" name="TextBox 212">
                <a:extLst>
                  <a:ext uri="{FF2B5EF4-FFF2-40B4-BE49-F238E27FC236}">
                    <a16:creationId xmlns:a16="http://schemas.microsoft.com/office/drawing/2014/main" id="{ED0B72B0-FBAC-690D-A43F-A376BC8DEE1B}"/>
                  </a:ext>
                </a:extLst>
              </p:cNvPr>
              <p:cNvSpPr txBox="1"/>
              <p:nvPr/>
            </p:nvSpPr>
            <p:spPr>
              <a:xfrm>
                <a:off x="10005686" y="6490659"/>
                <a:ext cx="2098045" cy="421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Efecto fijo tiempo</a:t>
                </a:r>
              </a:p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(estacionalidad y shocks)</a:t>
                </a:r>
              </a:p>
            </p:txBody>
          </p:sp>
        </p:grpSp>
        <p:grpSp>
          <p:nvGrpSpPr>
            <p:cNvPr id="105" name="Grupo 104">
              <a:extLst>
                <a:ext uri="{FF2B5EF4-FFF2-40B4-BE49-F238E27FC236}">
                  <a16:creationId xmlns:a16="http://schemas.microsoft.com/office/drawing/2014/main" id="{7958DF57-78A5-43BA-B156-BF67BD655224}"/>
                </a:ext>
              </a:extLst>
            </p:cNvPr>
            <p:cNvGrpSpPr/>
            <p:nvPr/>
          </p:nvGrpSpPr>
          <p:grpSpPr>
            <a:xfrm>
              <a:off x="11309544" y="6458254"/>
              <a:ext cx="4342394" cy="874892"/>
              <a:chOff x="7926391" y="7136289"/>
              <a:chExt cx="4342394" cy="874892"/>
            </a:xfrm>
          </p:grpSpPr>
          <p:sp>
            <p:nvSpPr>
              <p:cNvPr id="97" name="TextBox 213">
                <a:extLst>
                  <a:ext uri="{FF2B5EF4-FFF2-40B4-BE49-F238E27FC236}">
                    <a16:creationId xmlns:a16="http://schemas.microsoft.com/office/drawing/2014/main" id="{0A5463FA-52FF-B61A-B276-A50753CC6A1B}"/>
                  </a:ext>
                </a:extLst>
              </p:cNvPr>
              <p:cNvSpPr txBox="1"/>
              <p:nvPr/>
            </p:nvSpPr>
            <p:spPr>
              <a:xfrm>
                <a:off x="7926391" y="7136289"/>
                <a:ext cx="209804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s-ES_tradnl" sz="2800" b="1" i="0" noProof="0" dirty="0">
                    <a:solidFill>
                      <a:srgbClr val="2F9E9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β₁</a:t>
                </a:r>
              </a:p>
            </p:txBody>
          </p:sp>
          <p:sp>
            <p:nvSpPr>
              <p:cNvPr id="99" name="TextBox 214">
                <a:extLst>
                  <a:ext uri="{FF2B5EF4-FFF2-40B4-BE49-F238E27FC236}">
                    <a16:creationId xmlns:a16="http://schemas.microsoft.com/office/drawing/2014/main" id="{A9B3D84A-9E47-39EF-9F7E-F8FA8D0E4B16}"/>
                  </a:ext>
                </a:extLst>
              </p:cNvPr>
              <p:cNvSpPr txBox="1"/>
              <p:nvPr/>
            </p:nvSpPr>
            <p:spPr>
              <a:xfrm>
                <a:off x="7926391" y="7589271"/>
                <a:ext cx="2098045" cy="421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Elasticidad interna</a:t>
                </a:r>
              </a:p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(tasa IBK)</a:t>
                </a:r>
              </a:p>
            </p:txBody>
          </p:sp>
          <p:sp>
            <p:nvSpPr>
              <p:cNvPr id="101" name="TextBox 215">
                <a:extLst>
                  <a:ext uri="{FF2B5EF4-FFF2-40B4-BE49-F238E27FC236}">
                    <a16:creationId xmlns:a16="http://schemas.microsoft.com/office/drawing/2014/main" id="{A0F69DCE-6B66-873C-BB8C-24724422C47A}"/>
                  </a:ext>
                </a:extLst>
              </p:cNvPr>
              <p:cNvSpPr txBox="1"/>
              <p:nvPr/>
            </p:nvSpPr>
            <p:spPr>
              <a:xfrm>
                <a:off x="10170740" y="7136289"/>
                <a:ext cx="209804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s-ES_tradnl" sz="2800" b="1" i="0" noProof="0" dirty="0">
                    <a:solidFill>
                      <a:srgbClr val="2F9E9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β₂</a:t>
                </a:r>
              </a:p>
            </p:txBody>
          </p:sp>
          <p:sp>
            <p:nvSpPr>
              <p:cNvPr id="103" name="TextBox 216">
                <a:extLst>
                  <a:ext uri="{FF2B5EF4-FFF2-40B4-BE49-F238E27FC236}">
                    <a16:creationId xmlns:a16="http://schemas.microsoft.com/office/drawing/2014/main" id="{639C32A1-B96F-74D2-592D-2853CA6C9164}"/>
                  </a:ext>
                </a:extLst>
              </p:cNvPr>
              <p:cNvSpPr txBox="1"/>
              <p:nvPr/>
            </p:nvSpPr>
            <p:spPr>
              <a:xfrm>
                <a:off x="10170740" y="7589271"/>
                <a:ext cx="2098045" cy="421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Sensibilidad competitiva</a:t>
                </a:r>
              </a:p>
              <a:p>
                <a:pPr algn="ctr">
                  <a:lnSpc>
                    <a:spcPct val="118000"/>
                  </a:lnSpc>
                </a:pPr>
                <a:r>
                  <a:rPr lang="es-ES_tradnl" sz="1200" b="0" i="0" noProof="0" dirty="0">
                    <a:solidFill>
                      <a:schemeClr val="tx2">
                        <a:lumMod val="1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(al spread)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725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1397F-806D-EDA4-8991-AC608BDD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6">
            <a:extLst>
              <a:ext uri="{FF2B5EF4-FFF2-40B4-BE49-F238E27FC236}">
                <a16:creationId xmlns:a16="http://schemas.microsoft.com/office/drawing/2014/main" id="{E259A91D-433A-A8C9-6C25-E03D5152B1CA}"/>
              </a:ext>
            </a:extLst>
          </p:cNvPr>
          <p:cNvSpPr/>
          <p:nvPr/>
        </p:nvSpPr>
        <p:spPr>
          <a:xfrm>
            <a:off x="623804" y="1645920"/>
            <a:ext cx="9692640" cy="6035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274" name="Rectangle 7">
            <a:extLst>
              <a:ext uri="{FF2B5EF4-FFF2-40B4-BE49-F238E27FC236}">
                <a16:creationId xmlns:a16="http://schemas.microsoft.com/office/drawing/2014/main" id="{50B6BCD4-C3DF-E1AB-0F39-6299CDDE0DD2}"/>
              </a:ext>
            </a:extLst>
          </p:cNvPr>
          <p:cNvSpPr/>
          <p:nvPr/>
        </p:nvSpPr>
        <p:spPr>
          <a:xfrm>
            <a:off x="658368" y="1645920"/>
            <a:ext cx="9692640" cy="347472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 dirty="0">
                <a:solidFill>
                  <a:srgbClr val="FFFFFF"/>
                </a:solidFill>
                <a:latin typeface="Arial"/>
              </a:rPr>
              <a:t>CON DEUDA ·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deuda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el SSFF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los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últimos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12 meses</a:t>
            </a:r>
          </a:p>
        </p:txBody>
      </p:sp>
      <p:sp>
        <p:nvSpPr>
          <p:cNvPr id="5" name="Google Shape;167;g3ed063acbfe_1_0">
            <a:extLst>
              <a:ext uri="{FF2B5EF4-FFF2-40B4-BE49-F238E27FC236}">
                <a16:creationId xmlns:a16="http://schemas.microsoft.com/office/drawing/2014/main" id="{88579DC2-E9FE-0A9F-FEE8-899C55999867}"/>
              </a:ext>
            </a:extLst>
          </p:cNvPr>
          <p:cNvSpPr txBox="1"/>
          <p:nvPr/>
        </p:nvSpPr>
        <p:spPr>
          <a:xfrm>
            <a:off x="658348" y="329547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Segmentos</a:t>
            </a:r>
          </a:p>
        </p:txBody>
      </p: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66EA2676-6521-F7B7-27B7-234F664C7234}"/>
              </a:ext>
            </a:extLst>
          </p:cNvPr>
          <p:cNvCxnSpPr/>
          <p:nvPr/>
        </p:nvCxnSpPr>
        <p:spPr>
          <a:xfrm>
            <a:off x="658368" y="1343774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0" name="Grupo 269">
            <a:extLst>
              <a:ext uri="{FF2B5EF4-FFF2-40B4-BE49-F238E27FC236}">
                <a16:creationId xmlns:a16="http://schemas.microsoft.com/office/drawing/2014/main" id="{E1F15223-C012-0320-57D4-44C0F404292A}"/>
              </a:ext>
            </a:extLst>
          </p:cNvPr>
          <p:cNvGrpSpPr/>
          <p:nvPr/>
        </p:nvGrpSpPr>
        <p:grpSpPr>
          <a:xfrm>
            <a:off x="761956" y="2269859"/>
            <a:ext cx="9499644" cy="5214605"/>
            <a:chOff x="761956" y="2134462"/>
            <a:chExt cx="10399914" cy="584671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60A6DEB2-B4CC-AEE8-543C-BB6E8FF44658}"/>
                </a:ext>
              </a:extLst>
            </p:cNvPr>
            <p:cNvSpPr/>
            <p:nvPr/>
          </p:nvSpPr>
          <p:spPr>
            <a:xfrm>
              <a:off x="7785274" y="2491418"/>
              <a:ext cx="3008240" cy="4923546"/>
            </a:xfrm>
            <a:prstGeom prst="rect">
              <a:avLst/>
            </a:prstGeom>
            <a:solidFill>
              <a:srgbClr val="ECF6F5"/>
            </a:solidFill>
            <a:ln/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BA42FFD9-C738-FC0F-FA9A-DE564D7BDC59}"/>
                </a:ext>
              </a:extLst>
            </p:cNvPr>
            <p:cNvSpPr/>
            <p:nvPr/>
          </p:nvSpPr>
          <p:spPr>
            <a:xfrm>
              <a:off x="1768797" y="2491419"/>
              <a:ext cx="6016480" cy="1506179"/>
            </a:xfrm>
            <a:prstGeom prst="rect">
              <a:avLst/>
            </a:prstGeom>
            <a:solidFill>
              <a:srgbClr val="FCF3E3"/>
            </a:solidFill>
            <a:ln/>
          </p:spPr>
          <p:txBody>
            <a:bodyPr/>
            <a:lstStyle/>
            <a:p>
              <a:endParaRPr lang="es-PE" sz="2800" dirty="0"/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748FF66B-A501-8058-1033-D829578C26B2}"/>
                </a:ext>
              </a:extLst>
            </p:cNvPr>
            <p:cNvSpPr/>
            <p:nvPr/>
          </p:nvSpPr>
          <p:spPr>
            <a:xfrm>
              <a:off x="7785274" y="2491418"/>
              <a:ext cx="0" cy="4923546"/>
            </a:xfrm>
            <a:prstGeom prst="line">
              <a:avLst/>
            </a:prstGeom>
            <a:noFill/>
            <a:ln w="12700">
              <a:solidFill>
                <a:srgbClr val="D5DFDE"/>
              </a:solidFill>
              <a:prstDash val="dash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A24A32DD-833E-EDF9-2A1A-49CCA9877D96}"/>
                </a:ext>
              </a:extLst>
            </p:cNvPr>
            <p:cNvSpPr/>
            <p:nvPr/>
          </p:nvSpPr>
          <p:spPr>
            <a:xfrm>
              <a:off x="1768797" y="3997599"/>
              <a:ext cx="6016480" cy="0"/>
            </a:xfrm>
            <a:prstGeom prst="line">
              <a:avLst/>
            </a:prstGeom>
            <a:noFill/>
            <a:ln w="12700">
              <a:solidFill>
                <a:srgbClr val="D5DFDE"/>
              </a:solidFill>
              <a:prstDash val="dash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6FED8074-055B-E87B-4D63-8FC614D32BCD}"/>
                </a:ext>
              </a:extLst>
            </p:cNvPr>
            <p:cNvSpPr txBox="1"/>
            <p:nvPr/>
          </p:nvSpPr>
          <p:spPr>
            <a:xfrm>
              <a:off x="1768797" y="2134462"/>
              <a:ext cx="6016480" cy="270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kern="0" spc="38" dirty="0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MAYOR TAMAÑO, MENOR SHARE · el valor </a:t>
              </a:r>
              <a:r>
                <a:rPr lang="en-US" sz="1100" b="1" kern="0" spc="38" dirty="0" err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</a:t>
              </a:r>
              <a:r>
                <a:rPr lang="en-US" sz="1100" b="1" kern="0" spc="38" dirty="0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kern="0" spc="38" dirty="0" err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capturar</a:t>
              </a:r>
              <a:endParaRPr lang="en-US" sz="1100" dirty="0"/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2418E2F4-99B8-6B1B-E3CF-04FF9C0F778F}"/>
                </a:ext>
              </a:extLst>
            </p:cNvPr>
            <p:cNvSpPr txBox="1"/>
            <p:nvPr/>
          </p:nvSpPr>
          <p:spPr>
            <a:xfrm>
              <a:off x="7883504" y="2134462"/>
              <a:ext cx="2910011" cy="270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kern="0" spc="38">
                  <a:solidFill>
                    <a:srgbClr val="13807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YA NOS PREFIEREN · SOW ≥ 50%</a:t>
              </a:r>
              <a:endParaRPr lang="en-US" sz="1100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7F38DF3C-76FD-CE74-D70D-C4CC90079A85}"/>
                </a:ext>
              </a:extLst>
            </p:cNvPr>
            <p:cNvSpPr txBox="1"/>
            <p:nvPr/>
          </p:nvSpPr>
          <p:spPr>
            <a:xfrm>
              <a:off x="1867025" y="7070317"/>
              <a:ext cx="2210136" cy="246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kern="0" spc="38">
                  <a:solidFill>
                    <a:srgbClr val="A8B5B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MENOR ESCALA</a:t>
              </a:r>
              <a:endParaRPr lang="en-US" sz="1100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A5494799-1C18-889D-6559-5C5F2781AB66}"/>
                </a:ext>
              </a:extLst>
            </p:cNvPr>
            <p:cNvSpPr/>
            <p:nvPr/>
          </p:nvSpPr>
          <p:spPr>
            <a:xfrm>
              <a:off x="1768795" y="2491418"/>
              <a:ext cx="0" cy="4923546"/>
            </a:xfrm>
            <a:prstGeom prst="line">
              <a:avLst/>
            </a:prstGeom>
            <a:noFill/>
            <a:ln w="15875">
              <a:solidFill>
                <a:srgbClr val="3E5553"/>
              </a:solidFill>
              <a:prstDash val="solid"/>
              <a:headEnd type="arrow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63C1FB0D-47F6-A930-7C95-B595B6643585}"/>
                </a:ext>
              </a:extLst>
            </p:cNvPr>
            <p:cNvSpPr/>
            <p:nvPr/>
          </p:nvSpPr>
          <p:spPr>
            <a:xfrm>
              <a:off x="1768797" y="7414963"/>
              <a:ext cx="9024718" cy="0"/>
            </a:xfrm>
            <a:prstGeom prst="line">
              <a:avLst/>
            </a:prstGeom>
            <a:noFill/>
            <a:ln w="15875">
              <a:solidFill>
                <a:srgbClr val="3E5553"/>
              </a:solidFill>
              <a:prstDash val="solid"/>
              <a:tailEnd type="arrow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5C980BDB-64D6-83D1-FA5D-3CA6DC0895B2}"/>
                </a:ext>
              </a:extLst>
            </p:cNvPr>
            <p:cNvSpPr txBox="1"/>
            <p:nvPr/>
          </p:nvSpPr>
          <p:spPr>
            <a:xfrm>
              <a:off x="1400440" y="7451889"/>
              <a:ext cx="736712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0%</a:t>
              </a:r>
              <a:endParaRPr lang="en-US" sz="1100"/>
            </a:p>
          </p:txBody>
        </p:sp>
        <p:sp>
          <p:nvSpPr>
            <p:cNvPr id="28" name="Text 12">
              <a:extLst>
                <a:ext uri="{FF2B5EF4-FFF2-40B4-BE49-F238E27FC236}">
                  <a16:creationId xmlns:a16="http://schemas.microsoft.com/office/drawing/2014/main" id="{AC17507F-159F-1B4F-63EF-5C27BAE0A8AA}"/>
                </a:ext>
              </a:extLst>
            </p:cNvPr>
            <p:cNvSpPr txBox="1"/>
            <p:nvPr/>
          </p:nvSpPr>
          <p:spPr>
            <a:xfrm>
              <a:off x="4408679" y="7451889"/>
              <a:ext cx="736712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25%</a:t>
              </a:r>
              <a:endParaRPr lang="en-US" sz="1100"/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49876419-475F-1559-1854-61BDEC0B1350}"/>
                </a:ext>
              </a:extLst>
            </p:cNvPr>
            <p:cNvSpPr txBox="1"/>
            <p:nvPr/>
          </p:nvSpPr>
          <p:spPr>
            <a:xfrm>
              <a:off x="7416920" y="7451889"/>
              <a:ext cx="736712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50%</a:t>
              </a:r>
              <a:endParaRPr lang="en-US" sz="1100"/>
            </a:p>
          </p:txBody>
        </p:sp>
        <p:sp>
          <p:nvSpPr>
            <p:cNvPr id="32" name="Text 14">
              <a:extLst>
                <a:ext uri="{FF2B5EF4-FFF2-40B4-BE49-F238E27FC236}">
                  <a16:creationId xmlns:a16="http://schemas.microsoft.com/office/drawing/2014/main" id="{460B6AEF-13CA-73CB-C5C6-A6A452DED629}"/>
                </a:ext>
              </a:extLst>
            </p:cNvPr>
            <p:cNvSpPr txBox="1"/>
            <p:nvPr/>
          </p:nvSpPr>
          <p:spPr>
            <a:xfrm>
              <a:off x="10425158" y="7451889"/>
              <a:ext cx="736712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75%</a:t>
              </a:r>
              <a:endParaRPr lang="en-US" sz="1100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B7D04F61-6803-4E40-0925-F97C916326CA}"/>
                </a:ext>
              </a:extLst>
            </p:cNvPr>
            <p:cNvSpPr txBox="1"/>
            <p:nvPr/>
          </p:nvSpPr>
          <p:spPr>
            <a:xfrm>
              <a:off x="761956" y="6105441"/>
              <a:ext cx="933169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0.5 MM</a:t>
              </a:r>
              <a:endParaRPr lang="en-US" sz="1100"/>
            </a:p>
          </p:txBody>
        </p:sp>
        <p:sp>
          <p:nvSpPr>
            <p:cNvPr id="36" name="Text 16">
              <a:extLst>
                <a:ext uri="{FF2B5EF4-FFF2-40B4-BE49-F238E27FC236}">
                  <a16:creationId xmlns:a16="http://schemas.microsoft.com/office/drawing/2014/main" id="{88B7424B-B971-2AF0-C173-C02D4CC89422}"/>
                </a:ext>
              </a:extLst>
            </p:cNvPr>
            <p:cNvSpPr txBox="1"/>
            <p:nvPr/>
          </p:nvSpPr>
          <p:spPr>
            <a:xfrm>
              <a:off x="761956" y="4705647"/>
              <a:ext cx="933169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 MM</a:t>
              </a:r>
              <a:endParaRPr lang="en-US" sz="1100"/>
            </a:p>
          </p:txBody>
        </p:sp>
        <p:sp>
          <p:nvSpPr>
            <p:cNvPr id="38" name="Text 17">
              <a:extLst>
                <a:ext uri="{FF2B5EF4-FFF2-40B4-BE49-F238E27FC236}">
                  <a16:creationId xmlns:a16="http://schemas.microsoft.com/office/drawing/2014/main" id="{9166EFB9-C28B-B88A-048C-DFA9E59C6576}"/>
                </a:ext>
              </a:extLst>
            </p:cNvPr>
            <p:cNvSpPr txBox="1"/>
            <p:nvPr/>
          </p:nvSpPr>
          <p:spPr>
            <a:xfrm>
              <a:off x="761956" y="2626354"/>
              <a:ext cx="933169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2.8 MM</a:t>
              </a:r>
              <a:endParaRPr lang="en-US" sz="1100"/>
            </a:p>
          </p:txBody>
        </p:sp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B20BF65E-26EC-1954-0754-2BECF151485D}"/>
                </a:ext>
              </a:extLst>
            </p:cNvPr>
            <p:cNvSpPr txBox="1"/>
            <p:nvPr/>
          </p:nvSpPr>
          <p:spPr>
            <a:xfrm>
              <a:off x="1768797" y="7710378"/>
              <a:ext cx="9024718" cy="270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PROFUNDIDAD DE RELACIÓN</a:t>
              </a:r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SOW de deuda (mediana)</a:t>
              </a:r>
              <a:endParaRPr lang="en-US" sz="1100"/>
            </a:p>
          </p:txBody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23C44A51-3F4D-3C26-D241-A8BF70800E57}"/>
                </a:ext>
              </a:extLst>
            </p:cNvPr>
            <p:cNvSpPr txBox="1"/>
            <p:nvPr/>
          </p:nvSpPr>
          <p:spPr>
            <a:xfrm rot="16200000">
              <a:off x="-1561686" y="4784468"/>
              <a:ext cx="5046635" cy="2882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TAMAÑO DEL CLIENTE</a:t>
              </a:r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Ventas </a:t>
              </a:r>
              <a:r>
                <a:rPr lang="en-US" sz="1100" err="1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medianas</a:t>
              </a:r>
              <a:r>
                <a:rPr lang="en-US" sz="110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100"/>
            </a:p>
          </p:txBody>
        </p:sp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F9CED359-663E-B831-2688-C198316E8584}"/>
                </a:ext>
              </a:extLst>
            </p:cNvPr>
            <p:cNvSpPr/>
            <p:nvPr/>
          </p:nvSpPr>
          <p:spPr>
            <a:xfrm>
              <a:off x="8968926" y="5023123"/>
              <a:ext cx="1964565" cy="10093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5875">
              <a:solidFill>
                <a:srgbClr val="0C514E"/>
              </a:solidFill>
              <a:prstDash val="solid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46" name="Shape 21">
              <a:extLst>
                <a:ext uri="{FF2B5EF4-FFF2-40B4-BE49-F238E27FC236}">
                  <a16:creationId xmlns:a16="http://schemas.microsoft.com/office/drawing/2014/main" id="{B63D8761-2433-8BA9-DBA8-37067105F383}"/>
                </a:ext>
              </a:extLst>
            </p:cNvPr>
            <p:cNvSpPr/>
            <p:nvPr/>
          </p:nvSpPr>
          <p:spPr>
            <a:xfrm>
              <a:off x="9054876" y="5109287"/>
              <a:ext cx="306963" cy="307721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48" name="Text 22">
              <a:extLst>
                <a:ext uri="{FF2B5EF4-FFF2-40B4-BE49-F238E27FC236}">
                  <a16:creationId xmlns:a16="http://schemas.microsoft.com/office/drawing/2014/main" id="{D45E3FCE-A56B-D9F5-0AE7-4C0124143D60}"/>
                </a:ext>
              </a:extLst>
            </p:cNvPr>
            <p:cNvSpPr txBox="1"/>
            <p:nvPr/>
          </p:nvSpPr>
          <p:spPr>
            <a:xfrm>
              <a:off x="9054876" y="5109287"/>
              <a:ext cx="306963" cy="307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1</a:t>
              </a:r>
              <a:endParaRPr lang="en-US" sz="1200"/>
            </a:p>
          </p:txBody>
        </p:sp>
        <p:pic>
          <p:nvPicPr>
            <p:cNvPr id="50" name="Image 0" descr="preencoded.png">
              <a:extLst>
                <a:ext uri="{FF2B5EF4-FFF2-40B4-BE49-F238E27FC236}">
                  <a16:creationId xmlns:a16="http://schemas.microsoft.com/office/drawing/2014/main" id="{CED588E2-55F5-2105-9B48-52E82ACEA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3362" y="5109285"/>
              <a:ext cx="159621" cy="160016"/>
            </a:xfrm>
            <a:prstGeom prst="rect">
              <a:avLst/>
            </a:prstGeom>
          </p:spPr>
        </p:pic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0B612F2A-F776-AA3D-4B1F-A6A0E7ECA85F}"/>
                </a:ext>
              </a:extLst>
            </p:cNvPr>
            <p:cNvSpPr txBox="1"/>
            <p:nvPr/>
          </p:nvSpPr>
          <p:spPr>
            <a:xfrm>
              <a:off x="9435510" y="5078514"/>
              <a:ext cx="1203296" cy="3938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0000"/>
                </a:lnSpc>
              </a:pPr>
              <a:r>
                <a:rPr lang="en-US" sz="1100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 Ancla</a:t>
              </a:r>
              <a:endParaRPr lang="en-US" sz="1100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522CC556-3048-D8D8-EDD9-2158C5FC4DE0}"/>
                </a:ext>
              </a:extLst>
            </p:cNvPr>
            <p:cNvSpPr txBox="1"/>
            <p:nvPr/>
          </p:nvSpPr>
          <p:spPr>
            <a:xfrm>
              <a:off x="9054875" y="5515477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68% · Ventas S/ 682k</a:t>
              </a:r>
              <a:endParaRPr lang="en-US" sz="1050"/>
            </a:p>
          </p:txBody>
        </p:sp>
        <p:sp>
          <p:nvSpPr>
            <p:cNvPr id="56" name="Text 25">
              <a:extLst>
                <a:ext uri="{FF2B5EF4-FFF2-40B4-BE49-F238E27FC236}">
                  <a16:creationId xmlns:a16="http://schemas.microsoft.com/office/drawing/2014/main" id="{CEFFBE4C-3F32-3376-4539-A25B3E3336D0}"/>
                </a:ext>
              </a:extLst>
            </p:cNvPr>
            <p:cNvSpPr txBox="1"/>
            <p:nvPr/>
          </p:nvSpPr>
          <p:spPr>
            <a:xfrm>
              <a:off x="9054875" y="5737037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13807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Conv. 2.7%</a:t>
              </a:r>
              <a:r>
                <a:rPr lang="en-US" sz="10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· Retanq. 18.5%</a:t>
              </a:r>
              <a:endParaRPr lang="en-US" sz="1050"/>
            </a:p>
          </p:txBody>
        </p:sp>
        <p:sp>
          <p:nvSpPr>
            <p:cNvPr id="58" name="Shape 26">
              <a:extLst>
                <a:ext uri="{FF2B5EF4-FFF2-40B4-BE49-F238E27FC236}">
                  <a16:creationId xmlns:a16="http://schemas.microsoft.com/office/drawing/2014/main" id="{0DED78CB-E8F5-BA71-42FF-6B8D72848B60}"/>
                </a:ext>
              </a:extLst>
            </p:cNvPr>
            <p:cNvSpPr/>
            <p:nvPr/>
          </p:nvSpPr>
          <p:spPr>
            <a:xfrm>
              <a:off x="7831933" y="6099143"/>
              <a:ext cx="1964565" cy="10093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5875">
              <a:solidFill>
                <a:srgbClr val="13807B"/>
              </a:solidFill>
              <a:prstDash val="solid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60" name="Shape 27">
              <a:extLst>
                <a:ext uri="{FF2B5EF4-FFF2-40B4-BE49-F238E27FC236}">
                  <a16:creationId xmlns:a16="http://schemas.microsoft.com/office/drawing/2014/main" id="{80DA1C8A-2FCC-2434-92FD-E37116392246}"/>
                </a:ext>
              </a:extLst>
            </p:cNvPr>
            <p:cNvSpPr/>
            <p:nvPr/>
          </p:nvSpPr>
          <p:spPr>
            <a:xfrm>
              <a:off x="7917883" y="6185305"/>
              <a:ext cx="306963" cy="307721"/>
            </a:xfrm>
            <a:prstGeom prst="ellipse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62" name="Text 28">
              <a:extLst>
                <a:ext uri="{FF2B5EF4-FFF2-40B4-BE49-F238E27FC236}">
                  <a16:creationId xmlns:a16="http://schemas.microsoft.com/office/drawing/2014/main" id="{CAD975C4-B6DF-1C96-A96B-E373163928CD}"/>
                </a:ext>
              </a:extLst>
            </p:cNvPr>
            <p:cNvSpPr txBox="1"/>
            <p:nvPr/>
          </p:nvSpPr>
          <p:spPr>
            <a:xfrm>
              <a:off x="7917883" y="6185305"/>
              <a:ext cx="306963" cy="307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2</a:t>
              </a:r>
              <a:endParaRPr lang="en-US" sz="1200"/>
            </a:p>
          </p:txBody>
        </p:sp>
        <p:pic>
          <p:nvPicPr>
            <p:cNvPr id="64" name="Image 1" descr="preencoded.png">
              <a:extLst>
                <a:ext uri="{FF2B5EF4-FFF2-40B4-BE49-F238E27FC236}">
                  <a16:creationId xmlns:a16="http://schemas.microsoft.com/office/drawing/2014/main" id="{54FEA007-DA34-1A22-F138-9FA44BA5A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6369" y="6185305"/>
              <a:ext cx="159621" cy="160016"/>
            </a:xfrm>
            <a:prstGeom prst="rect">
              <a:avLst/>
            </a:prstGeom>
          </p:spPr>
        </p:pic>
        <p:sp>
          <p:nvSpPr>
            <p:cNvPr id="66" name="Text 29">
              <a:extLst>
                <a:ext uri="{FF2B5EF4-FFF2-40B4-BE49-F238E27FC236}">
                  <a16:creationId xmlns:a16="http://schemas.microsoft.com/office/drawing/2014/main" id="{D53C8786-2952-0ED5-74A3-74A5202820E3}"/>
                </a:ext>
              </a:extLst>
            </p:cNvPr>
            <p:cNvSpPr txBox="1"/>
            <p:nvPr/>
          </p:nvSpPr>
          <p:spPr>
            <a:xfrm>
              <a:off x="8298517" y="6154534"/>
              <a:ext cx="1203296" cy="3938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0000"/>
                </a:lnSpc>
              </a:pPr>
              <a:r>
                <a:rPr lang="en-US" sz="1100" b="1">
                  <a:solidFill>
                    <a:srgbClr val="13807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Socio en Crecimiento</a:t>
              </a:r>
              <a:endParaRPr lang="en-US" sz="1100"/>
            </a:p>
          </p:txBody>
        </p:sp>
        <p:sp>
          <p:nvSpPr>
            <p:cNvPr id="68" name="Text 30">
              <a:extLst>
                <a:ext uri="{FF2B5EF4-FFF2-40B4-BE49-F238E27FC236}">
                  <a16:creationId xmlns:a16="http://schemas.microsoft.com/office/drawing/2014/main" id="{46366733-369B-3D0A-697C-98735738A33E}"/>
                </a:ext>
              </a:extLst>
            </p:cNvPr>
            <p:cNvSpPr txBox="1"/>
            <p:nvPr/>
          </p:nvSpPr>
          <p:spPr>
            <a:xfrm>
              <a:off x="7917882" y="6591497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56% · Ventas S/ 444k</a:t>
              </a:r>
              <a:endParaRPr lang="en-US" sz="1050"/>
            </a:p>
          </p:txBody>
        </p:sp>
        <p:sp>
          <p:nvSpPr>
            <p:cNvPr id="70" name="Text 31">
              <a:extLst>
                <a:ext uri="{FF2B5EF4-FFF2-40B4-BE49-F238E27FC236}">
                  <a16:creationId xmlns:a16="http://schemas.microsoft.com/office/drawing/2014/main" id="{283EC4CB-42A8-E5D8-7E27-D376FFA62DDF}"/>
                </a:ext>
              </a:extLst>
            </p:cNvPr>
            <p:cNvSpPr txBox="1"/>
            <p:nvPr/>
          </p:nvSpPr>
          <p:spPr>
            <a:xfrm>
              <a:off x="7917882" y="6813056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Conv. 0.4% · Leads 27.5%</a:t>
              </a:r>
              <a:endParaRPr lang="en-US" sz="1050"/>
            </a:p>
          </p:txBody>
        </p:sp>
        <p:sp>
          <p:nvSpPr>
            <p:cNvPr id="72" name="Shape 32">
              <a:extLst>
                <a:ext uri="{FF2B5EF4-FFF2-40B4-BE49-F238E27FC236}">
                  <a16:creationId xmlns:a16="http://schemas.microsoft.com/office/drawing/2014/main" id="{3B836DDD-B4D1-3C3B-8D62-E2F29B08E7A7}"/>
                </a:ext>
              </a:extLst>
            </p:cNvPr>
            <p:cNvSpPr/>
            <p:nvPr/>
          </p:nvSpPr>
          <p:spPr>
            <a:xfrm>
              <a:off x="5359038" y="2515165"/>
              <a:ext cx="1964565" cy="10093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5875">
              <a:solidFill>
                <a:srgbClr val="2F9E98"/>
              </a:solidFill>
              <a:prstDash val="solid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74" name="Shape 33">
              <a:extLst>
                <a:ext uri="{FF2B5EF4-FFF2-40B4-BE49-F238E27FC236}">
                  <a16:creationId xmlns:a16="http://schemas.microsoft.com/office/drawing/2014/main" id="{B9C3F9DE-8AB7-DFFA-D473-57D996EEC47F}"/>
                </a:ext>
              </a:extLst>
            </p:cNvPr>
            <p:cNvSpPr/>
            <p:nvPr/>
          </p:nvSpPr>
          <p:spPr>
            <a:xfrm>
              <a:off x="5444989" y="2601328"/>
              <a:ext cx="306963" cy="307721"/>
            </a:xfrm>
            <a:prstGeom prst="ellipse">
              <a:avLst/>
            </a:prstGeom>
            <a:solidFill>
              <a:srgbClr val="2F9E98"/>
            </a:solidFill>
            <a:ln/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76" name="Text 34">
              <a:extLst>
                <a:ext uri="{FF2B5EF4-FFF2-40B4-BE49-F238E27FC236}">
                  <a16:creationId xmlns:a16="http://schemas.microsoft.com/office/drawing/2014/main" id="{4F8C2BEA-EDBC-EC65-2DBD-9A5AAC4C41F3}"/>
                </a:ext>
              </a:extLst>
            </p:cNvPr>
            <p:cNvSpPr txBox="1"/>
            <p:nvPr/>
          </p:nvSpPr>
          <p:spPr>
            <a:xfrm>
              <a:off x="5444989" y="2601328"/>
              <a:ext cx="306963" cy="307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3</a:t>
              </a:r>
              <a:endParaRPr lang="en-US" sz="1200"/>
            </a:p>
          </p:txBody>
        </p:sp>
        <p:pic>
          <p:nvPicPr>
            <p:cNvPr id="78" name="Image 2" descr="preencoded.png">
              <a:extLst>
                <a:ext uri="{FF2B5EF4-FFF2-40B4-BE49-F238E27FC236}">
                  <a16:creationId xmlns:a16="http://schemas.microsoft.com/office/drawing/2014/main" id="{E6549EEE-F940-0022-C4F6-452B89A5C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53474" y="2601328"/>
              <a:ext cx="159621" cy="160016"/>
            </a:xfrm>
            <a:prstGeom prst="rect">
              <a:avLst/>
            </a:prstGeom>
          </p:spPr>
        </p:pic>
        <p:sp>
          <p:nvSpPr>
            <p:cNvPr id="80" name="Text 35">
              <a:extLst>
                <a:ext uri="{FF2B5EF4-FFF2-40B4-BE49-F238E27FC236}">
                  <a16:creationId xmlns:a16="http://schemas.microsoft.com/office/drawing/2014/main" id="{E966F38E-60CD-21D1-F373-18C363969BB0}"/>
                </a:ext>
              </a:extLst>
            </p:cNvPr>
            <p:cNvSpPr txBox="1"/>
            <p:nvPr/>
          </p:nvSpPr>
          <p:spPr>
            <a:xfrm>
              <a:off x="5825623" y="2570557"/>
              <a:ext cx="1203296" cy="3938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0000"/>
                </a:lnSpc>
              </a:pPr>
              <a:r>
                <a:rPr lang="en-US" sz="1100" b="1">
                  <a:solidFill>
                    <a:srgbClr val="2F9E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Cuenta Estratégica</a:t>
              </a:r>
              <a:endParaRPr lang="en-US" sz="1100"/>
            </a:p>
          </p:txBody>
        </p:sp>
        <p:sp>
          <p:nvSpPr>
            <p:cNvPr id="82" name="Text 36">
              <a:extLst>
                <a:ext uri="{FF2B5EF4-FFF2-40B4-BE49-F238E27FC236}">
                  <a16:creationId xmlns:a16="http://schemas.microsoft.com/office/drawing/2014/main" id="{529E8579-1CF8-5BD4-0303-426A6EEBF5FB}"/>
                </a:ext>
              </a:extLst>
            </p:cNvPr>
            <p:cNvSpPr txBox="1"/>
            <p:nvPr/>
          </p:nvSpPr>
          <p:spPr>
            <a:xfrm>
              <a:off x="5444988" y="3007520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38% · Ventas S/ 2.7 MM</a:t>
              </a:r>
              <a:endParaRPr lang="en-US" sz="1050"/>
            </a:p>
          </p:txBody>
        </p:sp>
        <p:sp>
          <p:nvSpPr>
            <p:cNvPr id="84" name="Text 37">
              <a:extLst>
                <a:ext uri="{FF2B5EF4-FFF2-40B4-BE49-F238E27FC236}">
                  <a16:creationId xmlns:a16="http://schemas.microsoft.com/office/drawing/2014/main" id="{D7B95931-1408-B544-692D-FB875881C703}"/>
                </a:ext>
              </a:extLst>
            </p:cNvPr>
            <p:cNvSpPr txBox="1"/>
            <p:nvPr/>
          </p:nvSpPr>
          <p:spPr>
            <a:xfrm>
              <a:off x="5444988" y="3229079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13807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Conv. 4.6% · UAI S/ 1,142</a:t>
              </a:r>
              <a:endParaRPr lang="en-US" sz="1050"/>
            </a:p>
          </p:txBody>
        </p:sp>
        <p:sp>
          <p:nvSpPr>
            <p:cNvPr id="86" name="Shape 38">
              <a:extLst>
                <a:ext uri="{FF2B5EF4-FFF2-40B4-BE49-F238E27FC236}">
                  <a16:creationId xmlns:a16="http://schemas.microsoft.com/office/drawing/2014/main" id="{2B2BAB4D-852E-E511-340E-843EC99952CC}"/>
                </a:ext>
              </a:extLst>
            </p:cNvPr>
            <p:cNvSpPr/>
            <p:nvPr/>
          </p:nvSpPr>
          <p:spPr>
            <a:xfrm>
              <a:off x="3674423" y="4840556"/>
              <a:ext cx="1964565" cy="10093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5875">
              <a:solidFill>
                <a:srgbClr val="445A6E"/>
              </a:solidFill>
              <a:prstDash val="solid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88" name="Shape 39">
              <a:extLst>
                <a:ext uri="{FF2B5EF4-FFF2-40B4-BE49-F238E27FC236}">
                  <a16:creationId xmlns:a16="http://schemas.microsoft.com/office/drawing/2014/main" id="{B792BB2A-ADF7-83CC-2C19-757A1AE4659D}"/>
                </a:ext>
              </a:extLst>
            </p:cNvPr>
            <p:cNvSpPr/>
            <p:nvPr/>
          </p:nvSpPr>
          <p:spPr>
            <a:xfrm>
              <a:off x="3760374" y="4926719"/>
              <a:ext cx="306963" cy="307721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90" name="Text 40">
              <a:extLst>
                <a:ext uri="{FF2B5EF4-FFF2-40B4-BE49-F238E27FC236}">
                  <a16:creationId xmlns:a16="http://schemas.microsoft.com/office/drawing/2014/main" id="{1FA03268-7048-1C14-B389-BAF855E551DB}"/>
                </a:ext>
              </a:extLst>
            </p:cNvPr>
            <p:cNvSpPr txBox="1"/>
            <p:nvPr/>
          </p:nvSpPr>
          <p:spPr>
            <a:xfrm>
              <a:off x="3760374" y="4926719"/>
              <a:ext cx="306963" cy="307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4</a:t>
              </a:r>
              <a:endParaRPr lang="en-US" sz="1200"/>
            </a:p>
          </p:txBody>
        </p:sp>
        <p:pic>
          <p:nvPicPr>
            <p:cNvPr id="92" name="Image 3" descr="preencoded.png">
              <a:extLst>
                <a:ext uri="{FF2B5EF4-FFF2-40B4-BE49-F238E27FC236}">
                  <a16:creationId xmlns:a16="http://schemas.microsoft.com/office/drawing/2014/main" id="{EFC77700-4853-DE7E-55C0-265BB3971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68861" y="4926718"/>
              <a:ext cx="159621" cy="160016"/>
            </a:xfrm>
            <a:prstGeom prst="rect">
              <a:avLst/>
            </a:prstGeom>
          </p:spPr>
        </p:pic>
        <p:sp>
          <p:nvSpPr>
            <p:cNvPr id="94" name="Text 41">
              <a:extLst>
                <a:ext uri="{FF2B5EF4-FFF2-40B4-BE49-F238E27FC236}">
                  <a16:creationId xmlns:a16="http://schemas.microsoft.com/office/drawing/2014/main" id="{A1C6715E-54C5-16FB-5F1C-A65A5EEE6095}"/>
                </a:ext>
              </a:extLst>
            </p:cNvPr>
            <p:cNvSpPr txBox="1"/>
            <p:nvPr/>
          </p:nvSpPr>
          <p:spPr>
            <a:xfrm>
              <a:off x="4141007" y="4895946"/>
              <a:ext cx="1203296" cy="3938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0000"/>
                </a:lnSpc>
              </a:pPr>
              <a:r>
                <a:rPr lang="en-US" sz="1100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Maduro Multibanco</a:t>
              </a:r>
              <a:endParaRPr lang="en-US" sz="1100"/>
            </a:p>
          </p:txBody>
        </p:sp>
        <p:sp>
          <p:nvSpPr>
            <p:cNvPr id="96" name="Text 42">
              <a:extLst>
                <a:ext uri="{FF2B5EF4-FFF2-40B4-BE49-F238E27FC236}">
                  <a16:creationId xmlns:a16="http://schemas.microsoft.com/office/drawing/2014/main" id="{A33FFCC3-D2F3-C805-63A6-BC8DDA9064A7}"/>
                </a:ext>
              </a:extLst>
            </p:cNvPr>
            <p:cNvSpPr txBox="1"/>
            <p:nvPr/>
          </p:nvSpPr>
          <p:spPr>
            <a:xfrm>
              <a:off x="3760374" y="5332911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24% · Ventas S/ 711k</a:t>
              </a:r>
              <a:endParaRPr lang="en-US" sz="1050"/>
            </a:p>
          </p:txBody>
        </p:sp>
        <p:sp>
          <p:nvSpPr>
            <p:cNvPr id="98" name="Text 43">
              <a:extLst>
                <a:ext uri="{FF2B5EF4-FFF2-40B4-BE49-F238E27FC236}">
                  <a16:creationId xmlns:a16="http://schemas.microsoft.com/office/drawing/2014/main" id="{31991FDE-8FBF-064B-0C96-A27C79F58205}"/>
                </a:ext>
              </a:extLst>
            </p:cNvPr>
            <p:cNvSpPr txBox="1"/>
            <p:nvPr/>
          </p:nvSpPr>
          <p:spPr>
            <a:xfrm>
              <a:off x="3760374" y="5554471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Conv. 1.1% · Leads 15.0%</a:t>
              </a:r>
              <a:endParaRPr lang="en-US" sz="1050"/>
            </a:p>
          </p:txBody>
        </p:sp>
        <p:sp>
          <p:nvSpPr>
            <p:cNvPr id="100" name="Shape 44">
              <a:extLst>
                <a:ext uri="{FF2B5EF4-FFF2-40B4-BE49-F238E27FC236}">
                  <a16:creationId xmlns:a16="http://schemas.microsoft.com/office/drawing/2014/main" id="{4CA4F035-BBCA-ACDB-744D-325AB55F7A34}"/>
                </a:ext>
              </a:extLst>
            </p:cNvPr>
            <p:cNvSpPr/>
            <p:nvPr/>
          </p:nvSpPr>
          <p:spPr>
            <a:xfrm>
              <a:off x="2230467" y="2478648"/>
              <a:ext cx="1964565" cy="10093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5875">
              <a:solidFill>
                <a:srgbClr val="C87A0B"/>
              </a:solidFill>
              <a:prstDash val="solid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102" name="Shape 45">
              <a:extLst>
                <a:ext uri="{FF2B5EF4-FFF2-40B4-BE49-F238E27FC236}">
                  <a16:creationId xmlns:a16="http://schemas.microsoft.com/office/drawing/2014/main" id="{8E12B3A2-951B-1742-3287-59053576F5FA}"/>
                </a:ext>
              </a:extLst>
            </p:cNvPr>
            <p:cNvSpPr/>
            <p:nvPr/>
          </p:nvSpPr>
          <p:spPr>
            <a:xfrm>
              <a:off x="2316418" y="2564811"/>
              <a:ext cx="306963" cy="307721"/>
            </a:xfrm>
            <a:prstGeom prst="ellipse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104" name="Text 46">
              <a:extLst>
                <a:ext uri="{FF2B5EF4-FFF2-40B4-BE49-F238E27FC236}">
                  <a16:creationId xmlns:a16="http://schemas.microsoft.com/office/drawing/2014/main" id="{651551A5-ED6B-F685-BC86-30EEED337399}"/>
                </a:ext>
              </a:extLst>
            </p:cNvPr>
            <p:cNvSpPr txBox="1"/>
            <p:nvPr/>
          </p:nvSpPr>
          <p:spPr>
            <a:xfrm>
              <a:off x="2316418" y="2564811"/>
              <a:ext cx="306963" cy="307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5</a:t>
              </a:r>
              <a:endParaRPr lang="en-US" sz="1200"/>
            </a:p>
          </p:txBody>
        </p:sp>
        <p:pic>
          <p:nvPicPr>
            <p:cNvPr id="106" name="Image 4" descr="preencoded.png">
              <a:extLst>
                <a:ext uri="{FF2B5EF4-FFF2-40B4-BE49-F238E27FC236}">
                  <a16:creationId xmlns:a16="http://schemas.microsoft.com/office/drawing/2014/main" id="{4562C40A-EB9C-1EE1-318B-7CCC5978E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24905" y="2564810"/>
              <a:ext cx="159621" cy="160016"/>
            </a:xfrm>
            <a:prstGeom prst="rect">
              <a:avLst/>
            </a:prstGeom>
          </p:spPr>
        </p:pic>
        <p:sp>
          <p:nvSpPr>
            <p:cNvPr id="108" name="Text 47">
              <a:extLst>
                <a:ext uri="{FF2B5EF4-FFF2-40B4-BE49-F238E27FC236}">
                  <a16:creationId xmlns:a16="http://schemas.microsoft.com/office/drawing/2014/main" id="{84081C1F-6269-1BAE-4F3A-CBAF5A9E6749}"/>
                </a:ext>
              </a:extLst>
            </p:cNvPr>
            <p:cNvSpPr txBox="1"/>
            <p:nvPr/>
          </p:nvSpPr>
          <p:spPr>
            <a:xfrm>
              <a:off x="2697052" y="2534038"/>
              <a:ext cx="1203296" cy="3938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0000"/>
                </a:lnSpc>
              </a:pPr>
              <a:r>
                <a:rPr lang="en-US" sz="1100" b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Gran Cuenta por Conquistar</a:t>
              </a:r>
              <a:endParaRPr lang="en-US" sz="1100"/>
            </a:p>
          </p:txBody>
        </p:sp>
        <p:sp>
          <p:nvSpPr>
            <p:cNvPr id="110" name="Text 48">
              <a:extLst>
                <a:ext uri="{FF2B5EF4-FFF2-40B4-BE49-F238E27FC236}">
                  <a16:creationId xmlns:a16="http://schemas.microsoft.com/office/drawing/2014/main" id="{41287FFA-D174-672C-BC16-E082778A4A34}"/>
                </a:ext>
              </a:extLst>
            </p:cNvPr>
            <p:cNvSpPr txBox="1"/>
            <p:nvPr/>
          </p:nvSpPr>
          <p:spPr>
            <a:xfrm>
              <a:off x="2316418" y="2971002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11% · Ventas S/ 2.8 MM</a:t>
              </a:r>
              <a:endParaRPr lang="en-US" sz="1050" dirty="0"/>
            </a:p>
          </p:txBody>
        </p:sp>
        <p:sp>
          <p:nvSpPr>
            <p:cNvPr id="112" name="Text 49">
              <a:extLst>
                <a:ext uri="{FF2B5EF4-FFF2-40B4-BE49-F238E27FC236}">
                  <a16:creationId xmlns:a16="http://schemas.microsoft.com/office/drawing/2014/main" id="{3D247473-B561-8B8A-7E40-3147B79EB325}"/>
                </a:ext>
              </a:extLst>
            </p:cNvPr>
            <p:cNvSpPr txBox="1"/>
            <p:nvPr/>
          </p:nvSpPr>
          <p:spPr>
            <a:xfrm>
              <a:off x="2316418" y="3192562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13807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Conv. 3.0% · Ticket S/ 244k</a:t>
              </a:r>
              <a:endParaRPr lang="en-US" sz="1050"/>
            </a:p>
          </p:txBody>
        </p:sp>
        <p:sp>
          <p:nvSpPr>
            <p:cNvPr id="114" name="Shape 50">
              <a:extLst>
                <a:ext uri="{FF2B5EF4-FFF2-40B4-BE49-F238E27FC236}">
                  <a16:creationId xmlns:a16="http://schemas.microsoft.com/office/drawing/2014/main" id="{2EFC8C56-9B51-8012-39C2-7DE13B682320}"/>
                </a:ext>
              </a:extLst>
            </p:cNvPr>
            <p:cNvSpPr/>
            <p:nvPr/>
          </p:nvSpPr>
          <p:spPr>
            <a:xfrm>
              <a:off x="5390961" y="5852554"/>
              <a:ext cx="1964565" cy="10093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5875">
              <a:solidFill>
                <a:srgbClr val="C04B4B"/>
              </a:solidFill>
              <a:prstDash val="solid"/>
            </a:ln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116" name="Shape 51">
              <a:extLst>
                <a:ext uri="{FF2B5EF4-FFF2-40B4-BE49-F238E27FC236}">
                  <a16:creationId xmlns:a16="http://schemas.microsoft.com/office/drawing/2014/main" id="{D22592CA-40AC-2886-185A-8129256ECF55}"/>
                </a:ext>
              </a:extLst>
            </p:cNvPr>
            <p:cNvSpPr/>
            <p:nvPr/>
          </p:nvSpPr>
          <p:spPr>
            <a:xfrm>
              <a:off x="5476912" y="5938718"/>
              <a:ext cx="306963" cy="307721"/>
            </a:xfrm>
            <a:prstGeom prst="ellipse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2800"/>
            </a:p>
          </p:txBody>
        </p:sp>
        <p:sp>
          <p:nvSpPr>
            <p:cNvPr id="118" name="Text 52">
              <a:extLst>
                <a:ext uri="{FF2B5EF4-FFF2-40B4-BE49-F238E27FC236}">
                  <a16:creationId xmlns:a16="http://schemas.microsoft.com/office/drawing/2014/main" id="{7695F68B-C50C-D40A-9358-9593FB1834AB}"/>
                </a:ext>
              </a:extLst>
            </p:cNvPr>
            <p:cNvSpPr txBox="1"/>
            <p:nvPr/>
          </p:nvSpPr>
          <p:spPr>
            <a:xfrm>
              <a:off x="5476912" y="5938718"/>
              <a:ext cx="306963" cy="307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6</a:t>
              </a:r>
              <a:endParaRPr lang="en-US" sz="1200"/>
            </a:p>
          </p:txBody>
        </p:sp>
        <p:pic>
          <p:nvPicPr>
            <p:cNvPr id="120" name="Image 5" descr="preencoded.png">
              <a:extLst>
                <a:ext uri="{FF2B5EF4-FFF2-40B4-BE49-F238E27FC236}">
                  <a16:creationId xmlns:a16="http://schemas.microsoft.com/office/drawing/2014/main" id="{5A6D6BFD-F75D-8C5A-03C5-46658C630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85399" y="5938718"/>
              <a:ext cx="159621" cy="160016"/>
            </a:xfrm>
            <a:prstGeom prst="rect">
              <a:avLst/>
            </a:prstGeom>
          </p:spPr>
        </p:pic>
        <p:sp>
          <p:nvSpPr>
            <p:cNvPr id="122" name="Text 53">
              <a:extLst>
                <a:ext uri="{FF2B5EF4-FFF2-40B4-BE49-F238E27FC236}">
                  <a16:creationId xmlns:a16="http://schemas.microsoft.com/office/drawing/2014/main" id="{DFAF7D69-7D92-5910-5892-F28E13C74B97}"/>
                </a:ext>
              </a:extLst>
            </p:cNvPr>
            <p:cNvSpPr txBox="1"/>
            <p:nvPr/>
          </p:nvSpPr>
          <p:spPr>
            <a:xfrm>
              <a:off x="5857546" y="5907947"/>
              <a:ext cx="1203296" cy="3938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90000"/>
                </a:lnSpc>
              </a:pPr>
              <a:r>
                <a:rPr lang="en-US" sz="1100" b="1">
                  <a:solidFill>
                    <a:srgbClr val="C04B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 por Reactivar</a:t>
              </a:r>
              <a:endParaRPr lang="en-US" sz="1100"/>
            </a:p>
          </p:txBody>
        </p:sp>
        <p:sp>
          <p:nvSpPr>
            <p:cNvPr id="124" name="Text 54">
              <a:extLst>
                <a:ext uri="{FF2B5EF4-FFF2-40B4-BE49-F238E27FC236}">
                  <a16:creationId xmlns:a16="http://schemas.microsoft.com/office/drawing/2014/main" id="{961545D5-312A-1812-44C8-7A2C2D72A4E5}"/>
                </a:ext>
              </a:extLst>
            </p:cNvPr>
            <p:cNvSpPr txBox="1"/>
            <p:nvPr/>
          </p:nvSpPr>
          <p:spPr>
            <a:xfrm>
              <a:off x="5476912" y="6344910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40% · Ventas S/ 472k</a:t>
              </a:r>
              <a:endParaRPr lang="en-US" sz="1050"/>
            </a:p>
          </p:txBody>
        </p:sp>
        <p:sp>
          <p:nvSpPr>
            <p:cNvPr id="126" name="Text 55">
              <a:extLst>
                <a:ext uri="{FF2B5EF4-FFF2-40B4-BE49-F238E27FC236}">
                  <a16:creationId xmlns:a16="http://schemas.microsoft.com/office/drawing/2014/main" id="{F555F10C-7EE4-9104-4CD2-BCAA17D5A17F}"/>
                </a:ext>
              </a:extLst>
            </p:cNvPr>
            <p:cNvSpPr txBox="1"/>
            <p:nvPr/>
          </p:nvSpPr>
          <p:spPr>
            <a:xfrm>
              <a:off x="5476912" y="6566469"/>
              <a:ext cx="1792665" cy="22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>
                  <a:solidFill>
                    <a:srgbClr val="13807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Conv. 3.3% · Retanq. 1.7%</a:t>
              </a:r>
              <a:endParaRPr lang="en-US" sz="1050"/>
            </a:p>
          </p:txBody>
        </p:sp>
      </p:grpSp>
      <p:sp>
        <p:nvSpPr>
          <p:cNvPr id="275" name="Rectangle 48">
            <a:extLst>
              <a:ext uri="{FF2B5EF4-FFF2-40B4-BE49-F238E27FC236}">
                <a16:creationId xmlns:a16="http://schemas.microsoft.com/office/drawing/2014/main" id="{42BA1267-1252-49E6-3454-57E206E6F281}"/>
              </a:ext>
            </a:extLst>
          </p:cNvPr>
          <p:cNvSpPr/>
          <p:nvPr/>
        </p:nvSpPr>
        <p:spPr>
          <a:xfrm>
            <a:off x="10716768" y="1645920"/>
            <a:ext cx="4880884" cy="6035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276" name="Rectangle 49">
            <a:extLst>
              <a:ext uri="{FF2B5EF4-FFF2-40B4-BE49-F238E27FC236}">
                <a16:creationId xmlns:a16="http://schemas.microsoft.com/office/drawing/2014/main" id="{ACCF9782-36C0-8043-3BB4-407C5D7A8F7F}"/>
              </a:ext>
            </a:extLst>
          </p:cNvPr>
          <p:cNvSpPr/>
          <p:nvPr/>
        </p:nvSpPr>
        <p:spPr>
          <a:xfrm>
            <a:off x="10716768" y="1645920"/>
            <a:ext cx="4880884" cy="347472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SIN DEUDA · sin </a:t>
            </a:r>
            <a:r>
              <a:rPr sz="1100" b="1" i="0" err="1">
                <a:solidFill>
                  <a:srgbClr val="FFFFFF"/>
                </a:solidFill>
                <a:latin typeface="Arial"/>
              </a:rPr>
              <a:t>historial</a:t>
            </a:r>
            <a:r>
              <a:rPr sz="1100" b="1" i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err="1">
                <a:solidFill>
                  <a:srgbClr val="FFFFFF"/>
                </a:solidFill>
                <a:latin typeface="Arial"/>
              </a:rPr>
              <a:t>en</a:t>
            </a:r>
            <a:r>
              <a:rPr sz="1100" b="1" i="0">
                <a:solidFill>
                  <a:srgbClr val="FFFFFF"/>
                </a:solidFill>
                <a:latin typeface="Arial"/>
              </a:rPr>
              <a:t> el SSFF</a:t>
            </a:r>
            <a:r>
              <a:rPr lang="es-419" sz="1100" b="1" i="0">
                <a:solidFill>
                  <a:srgbClr val="FFFFFF"/>
                </a:solidFill>
                <a:latin typeface="Arial"/>
              </a:rPr>
              <a:t> en los últimos 12 meses</a:t>
            </a:r>
            <a:endParaRPr sz="1100" b="1" i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4" name="Grupo 293">
            <a:extLst>
              <a:ext uri="{FF2B5EF4-FFF2-40B4-BE49-F238E27FC236}">
                <a16:creationId xmlns:a16="http://schemas.microsoft.com/office/drawing/2014/main" id="{0D689E7C-400B-D321-425E-D8A086424B73}"/>
              </a:ext>
            </a:extLst>
          </p:cNvPr>
          <p:cNvGrpSpPr/>
          <p:nvPr/>
        </p:nvGrpSpPr>
        <p:grpSpPr>
          <a:xfrm>
            <a:off x="11006319" y="3192807"/>
            <a:ext cx="4389120" cy="3079967"/>
            <a:chOff x="11036808" y="2468880"/>
            <a:chExt cx="4389120" cy="3079967"/>
          </a:xfrm>
        </p:grpSpPr>
        <p:sp>
          <p:nvSpPr>
            <p:cNvPr id="277" name="Rectangle 50">
              <a:extLst>
                <a:ext uri="{FF2B5EF4-FFF2-40B4-BE49-F238E27FC236}">
                  <a16:creationId xmlns:a16="http://schemas.microsoft.com/office/drawing/2014/main" id="{8FE1473E-717D-C24A-BEBB-68A692648F87}"/>
                </a:ext>
              </a:extLst>
            </p:cNvPr>
            <p:cNvSpPr/>
            <p:nvPr/>
          </p:nvSpPr>
          <p:spPr>
            <a:xfrm>
              <a:off x="11905488" y="2468880"/>
              <a:ext cx="2651760" cy="420624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2000"/>
                </a:lnSpc>
              </a:pPr>
              <a:r>
                <a:rPr sz="1050" b="1" i="0">
                  <a:solidFill>
                    <a:srgbClr val="445A6E"/>
                  </a:solidFill>
                  <a:latin typeface="Arial"/>
                </a:rPr>
                <a:t>Pasivos prom u3m ≤ S/ 12K</a:t>
              </a:r>
            </a:p>
          </p:txBody>
        </p:sp>
        <p:sp>
          <p:nvSpPr>
            <p:cNvPr id="278" name="Rectangle 51">
              <a:extLst>
                <a:ext uri="{FF2B5EF4-FFF2-40B4-BE49-F238E27FC236}">
                  <a16:creationId xmlns:a16="http://schemas.microsoft.com/office/drawing/2014/main" id="{39F269CD-40F5-68A2-C28B-6B13EE765B84}"/>
                </a:ext>
              </a:extLst>
            </p:cNvPr>
            <p:cNvSpPr/>
            <p:nvPr/>
          </p:nvSpPr>
          <p:spPr>
            <a:xfrm>
              <a:off x="13734288" y="3566160"/>
              <a:ext cx="1691640" cy="530352"/>
            </a:xfrm>
            <a:prstGeom prst="rect">
              <a:avLst/>
            </a:prstGeom>
            <a:solidFill>
              <a:srgbClr val="ECF6F5"/>
            </a:solidFill>
            <a:ln w="12700">
              <a:solidFill>
                <a:srgbClr val="1380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2000"/>
                </a:lnSpc>
              </a:pPr>
              <a:r>
                <a:rPr sz="1050" b="1" i="0">
                  <a:solidFill>
                    <a:srgbClr val="083A38"/>
                  </a:solidFill>
                  <a:latin typeface="Arial"/>
                </a:rPr>
                <a:t>Próximo Recurrente</a:t>
              </a:r>
            </a:p>
          </p:txBody>
        </p:sp>
        <p:sp>
          <p:nvSpPr>
            <p:cNvPr id="279" name="TextBox 52">
              <a:extLst>
                <a:ext uri="{FF2B5EF4-FFF2-40B4-BE49-F238E27FC236}">
                  <a16:creationId xmlns:a16="http://schemas.microsoft.com/office/drawing/2014/main" id="{6F32743C-7342-997F-5C1C-11AC98BF54D2}"/>
                </a:ext>
              </a:extLst>
            </p:cNvPr>
            <p:cNvSpPr txBox="1"/>
            <p:nvPr/>
          </p:nvSpPr>
          <p:spPr>
            <a:xfrm>
              <a:off x="13734288" y="4114800"/>
              <a:ext cx="16916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i="0">
                  <a:solidFill>
                    <a:srgbClr val="6E7E7D"/>
                  </a:solidFill>
                  <a:latin typeface="Arial"/>
                </a:rPr>
                <a:t>Cluster 3 nulo</a:t>
              </a:r>
            </a:p>
          </p:txBody>
        </p:sp>
        <p:sp>
          <p:nvSpPr>
            <p:cNvPr id="280" name="Rectangle 53">
              <a:extLst>
                <a:ext uri="{FF2B5EF4-FFF2-40B4-BE49-F238E27FC236}">
                  <a16:creationId xmlns:a16="http://schemas.microsoft.com/office/drawing/2014/main" id="{7DDAD74C-9CCD-2C08-9BAC-A3DD0734362C}"/>
                </a:ext>
              </a:extLst>
            </p:cNvPr>
            <p:cNvSpPr/>
            <p:nvPr/>
          </p:nvSpPr>
          <p:spPr>
            <a:xfrm>
              <a:off x="11128248" y="3566160"/>
              <a:ext cx="2286000" cy="420624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2000"/>
                </a:lnSpc>
              </a:pPr>
              <a:r>
                <a:rPr sz="1050" b="1" i="0" dirty="0">
                  <a:solidFill>
                    <a:srgbClr val="445A6E"/>
                  </a:solidFill>
                  <a:latin typeface="Arial"/>
                </a:rPr>
                <a:t>Nivel </a:t>
              </a:r>
              <a:r>
                <a:rPr sz="1050" b="1" i="0" dirty="0" err="1">
                  <a:solidFill>
                    <a:srgbClr val="445A6E"/>
                  </a:solidFill>
                  <a:latin typeface="Arial"/>
                </a:rPr>
                <a:t>ventas</a:t>
              </a:r>
              <a:r>
                <a:rPr sz="1050" b="1" i="0" dirty="0">
                  <a:solidFill>
                    <a:srgbClr val="445A6E"/>
                  </a:solidFill>
                  <a:latin typeface="Arial"/>
                </a:rPr>
                <a:t> ≤ S/ 272K</a:t>
              </a:r>
            </a:p>
          </p:txBody>
        </p:sp>
        <p:cxnSp>
          <p:nvCxnSpPr>
            <p:cNvPr id="281" name="Connector 54">
              <a:extLst>
                <a:ext uri="{FF2B5EF4-FFF2-40B4-BE49-F238E27FC236}">
                  <a16:creationId xmlns:a16="http://schemas.microsoft.com/office/drawing/2014/main" id="{FB8D8E79-005D-E8AB-4C86-677609D68949}"/>
                </a:ext>
              </a:extLst>
            </p:cNvPr>
            <p:cNvCxnSpPr/>
            <p:nvPr/>
          </p:nvCxnSpPr>
          <p:spPr>
            <a:xfrm flipH="1">
              <a:off x="12271248" y="2889504"/>
              <a:ext cx="960120" cy="676656"/>
            </a:xfrm>
            <a:prstGeom prst="line">
              <a:avLst/>
            </a:prstGeom>
            <a:ln w="13970">
              <a:solidFill>
                <a:srgbClr val="9AA8A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TextBox 55">
              <a:extLst>
                <a:ext uri="{FF2B5EF4-FFF2-40B4-BE49-F238E27FC236}">
                  <a16:creationId xmlns:a16="http://schemas.microsoft.com/office/drawing/2014/main" id="{DF5C9906-3EE6-EF5E-CB22-1767F5B0B65F}"/>
                </a:ext>
              </a:extLst>
            </p:cNvPr>
            <p:cNvSpPr txBox="1"/>
            <p:nvPr/>
          </p:nvSpPr>
          <p:spPr>
            <a:xfrm>
              <a:off x="12431268" y="3118104"/>
              <a:ext cx="64008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i="0">
                  <a:solidFill>
                    <a:srgbClr val="13807B"/>
                  </a:solidFill>
                  <a:latin typeface="Arial"/>
                </a:rPr>
                <a:t>Sí</a:t>
              </a:r>
            </a:p>
          </p:txBody>
        </p:sp>
        <p:cxnSp>
          <p:nvCxnSpPr>
            <p:cNvPr id="283" name="Connector 56">
              <a:extLst>
                <a:ext uri="{FF2B5EF4-FFF2-40B4-BE49-F238E27FC236}">
                  <a16:creationId xmlns:a16="http://schemas.microsoft.com/office/drawing/2014/main" id="{F2334D4C-EBC9-6B3A-AEF7-DD38EB1AA67F}"/>
                </a:ext>
              </a:extLst>
            </p:cNvPr>
            <p:cNvCxnSpPr/>
            <p:nvPr/>
          </p:nvCxnSpPr>
          <p:spPr>
            <a:xfrm>
              <a:off x="13231368" y="2889504"/>
              <a:ext cx="1348740" cy="676656"/>
            </a:xfrm>
            <a:prstGeom prst="line">
              <a:avLst/>
            </a:prstGeom>
            <a:ln w="13970">
              <a:solidFill>
                <a:srgbClr val="9AA8A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TextBox 57">
              <a:extLst>
                <a:ext uri="{FF2B5EF4-FFF2-40B4-BE49-F238E27FC236}">
                  <a16:creationId xmlns:a16="http://schemas.microsoft.com/office/drawing/2014/main" id="{5111DED7-D320-2700-61B9-000BB49FA3D9}"/>
                </a:ext>
              </a:extLst>
            </p:cNvPr>
            <p:cNvSpPr txBox="1"/>
            <p:nvPr/>
          </p:nvSpPr>
          <p:spPr>
            <a:xfrm>
              <a:off x="13585698" y="3118104"/>
              <a:ext cx="64008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i="0">
                  <a:solidFill>
                    <a:srgbClr val="C04B4B"/>
                  </a:solidFill>
                  <a:latin typeface="Arial"/>
                </a:rPr>
                <a:t>No</a:t>
              </a:r>
            </a:p>
          </p:txBody>
        </p:sp>
        <p:sp>
          <p:nvSpPr>
            <p:cNvPr id="285" name="Rectangle 58">
              <a:extLst>
                <a:ext uri="{FF2B5EF4-FFF2-40B4-BE49-F238E27FC236}">
                  <a16:creationId xmlns:a16="http://schemas.microsoft.com/office/drawing/2014/main" id="{FFC18196-404A-1638-084B-9DDC6AD4727A}"/>
                </a:ext>
              </a:extLst>
            </p:cNvPr>
            <p:cNvSpPr/>
            <p:nvPr/>
          </p:nvSpPr>
          <p:spPr>
            <a:xfrm>
              <a:off x="11036808" y="4846320"/>
              <a:ext cx="1691640" cy="530352"/>
            </a:xfrm>
            <a:prstGeom prst="rect">
              <a:avLst/>
            </a:prstGeom>
            <a:solidFill>
              <a:srgbClr val="ECF6F5"/>
            </a:solidFill>
            <a:ln w="12700">
              <a:solidFill>
                <a:srgbClr val="1380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2000"/>
                </a:lnSpc>
              </a:pPr>
              <a:r>
                <a:rPr sz="1050" b="1" i="0">
                  <a:solidFill>
                    <a:srgbClr val="083A38"/>
                  </a:solidFill>
                  <a:latin typeface="Arial"/>
                </a:rPr>
                <a:t>Emprendedor Izipay</a:t>
              </a:r>
            </a:p>
          </p:txBody>
        </p:sp>
        <p:sp>
          <p:nvSpPr>
            <p:cNvPr id="286" name="TextBox 59">
              <a:extLst>
                <a:ext uri="{FF2B5EF4-FFF2-40B4-BE49-F238E27FC236}">
                  <a16:creationId xmlns:a16="http://schemas.microsoft.com/office/drawing/2014/main" id="{0E32F3F2-6D19-172F-2087-A696CE9A8BC5}"/>
                </a:ext>
              </a:extLst>
            </p:cNvPr>
            <p:cNvSpPr txBox="1"/>
            <p:nvPr/>
          </p:nvSpPr>
          <p:spPr>
            <a:xfrm>
              <a:off x="11036808" y="5394959"/>
              <a:ext cx="16916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i="0">
                  <a:solidFill>
                    <a:srgbClr val="6E7E7D"/>
                  </a:solidFill>
                  <a:latin typeface="Arial"/>
                </a:rPr>
                <a:t>Cluster 1 nulo</a:t>
              </a:r>
            </a:p>
          </p:txBody>
        </p:sp>
        <p:sp>
          <p:nvSpPr>
            <p:cNvPr id="287" name="Rectangle 60">
              <a:extLst>
                <a:ext uri="{FF2B5EF4-FFF2-40B4-BE49-F238E27FC236}">
                  <a16:creationId xmlns:a16="http://schemas.microsoft.com/office/drawing/2014/main" id="{54D5FDE4-D8B6-B7F6-31AF-CB4187398D73}"/>
                </a:ext>
              </a:extLst>
            </p:cNvPr>
            <p:cNvSpPr/>
            <p:nvPr/>
          </p:nvSpPr>
          <p:spPr>
            <a:xfrm>
              <a:off x="12957048" y="4846320"/>
              <a:ext cx="1691640" cy="530352"/>
            </a:xfrm>
            <a:prstGeom prst="rect">
              <a:avLst/>
            </a:prstGeom>
            <a:solidFill>
              <a:srgbClr val="ECF6F5"/>
            </a:solidFill>
            <a:ln w="12700">
              <a:solidFill>
                <a:srgbClr val="1380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>
                <a:lnSpc>
                  <a:spcPct val="102000"/>
                </a:lnSpc>
              </a:pPr>
              <a:r>
                <a:rPr sz="1050" b="1" i="0">
                  <a:solidFill>
                    <a:srgbClr val="083A38"/>
                  </a:solidFill>
                  <a:latin typeface="Arial"/>
                </a:rPr>
                <a:t>Nuevo en Expansión</a:t>
              </a:r>
            </a:p>
          </p:txBody>
        </p:sp>
        <p:sp>
          <p:nvSpPr>
            <p:cNvPr id="288" name="TextBox 61">
              <a:extLst>
                <a:ext uri="{FF2B5EF4-FFF2-40B4-BE49-F238E27FC236}">
                  <a16:creationId xmlns:a16="http://schemas.microsoft.com/office/drawing/2014/main" id="{259891E5-3228-662D-560F-CE43A927B5C1}"/>
                </a:ext>
              </a:extLst>
            </p:cNvPr>
            <p:cNvSpPr txBox="1"/>
            <p:nvPr/>
          </p:nvSpPr>
          <p:spPr>
            <a:xfrm>
              <a:off x="12957048" y="5394959"/>
              <a:ext cx="16916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i="0" dirty="0">
                  <a:solidFill>
                    <a:srgbClr val="6E7E7D"/>
                  </a:solidFill>
                  <a:latin typeface="Arial"/>
                </a:rPr>
                <a:t>Cluster 2 </a:t>
              </a:r>
              <a:r>
                <a:rPr sz="1000" b="0" i="0" dirty="0" err="1">
                  <a:solidFill>
                    <a:srgbClr val="6E7E7D"/>
                  </a:solidFill>
                  <a:latin typeface="Arial"/>
                </a:rPr>
                <a:t>nulo</a:t>
              </a:r>
              <a:endParaRPr sz="1000" b="0" i="0" dirty="0">
                <a:solidFill>
                  <a:srgbClr val="6E7E7D"/>
                </a:solidFill>
                <a:latin typeface="Arial"/>
              </a:endParaRPr>
            </a:p>
          </p:txBody>
        </p:sp>
        <p:cxnSp>
          <p:nvCxnSpPr>
            <p:cNvPr id="289" name="Connector 62">
              <a:extLst>
                <a:ext uri="{FF2B5EF4-FFF2-40B4-BE49-F238E27FC236}">
                  <a16:creationId xmlns:a16="http://schemas.microsoft.com/office/drawing/2014/main" id="{5BF4D61E-70F2-AF10-FB3F-2B27F31C404A}"/>
                </a:ext>
              </a:extLst>
            </p:cNvPr>
            <p:cNvCxnSpPr/>
            <p:nvPr/>
          </p:nvCxnSpPr>
          <p:spPr>
            <a:xfrm flipH="1">
              <a:off x="11882628" y="3986784"/>
              <a:ext cx="388620" cy="859536"/>
            </a:xfrm>
            <a:prstGeom prst="line">
              <a:avLst/>
            </a:prstGeom>
            <a:ln w="13970">
              <a:solidFill>
                <a:srgbClr val="9AA8A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63">
              <a:extLst>
                <a:ext uri="{FF2B5EF4-FFF2-40B4-BE49-F238E27FC236}">
                  <a16:creationId xmlns:a16="http://schemas.microsoft.com/office/drawing/2014/main" id="{ED3055BF-2C49-720B-3B22-E55576C48571}"/>
                </a:ext>
              </a:extLst>
            </p:cNvPr>
            <p:cNvSpPr txBox="1"/>
            <p:nvPr/>
          </p:nvSpPr>
          <p:spPr>
            <a:xfrm>
              <a:off x="11756898" y="4306824"/>
              <a:ext cx="64008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i="0">
                  <a:solidFill>
                    <a:srgbClr val="13807B"/>
                  </a:solidFill>
                  <a:latin typeface="Arial"/>
                </a:rPr>
                <a:t>Sí</a:t>
              </a:r>
            </a:p>
          </p:txBody>
        </p:sp>
        <p:cxnSp>
          <p:nvCxnSpPr>
            <p:cNvPr id="291" name="Connector 64">
              <a:extLst>
                <a:ext uri="{FF2B5EF4-FFF2-40B4-BE49-F238E27FC236}">
                  <a16:creationId xmlns:a16="http://schemas.microsoft.com/office/drawing/2014/main" id="{D36594CA-634E-FF9E-7382-71C8F6542FC1}"/>
                </a:ext>
              </a:extLst>
            </p:cNvPr>
            <p:cNvCxnSpPr/>
            <p:nvPr/>
          </p:nvCxnSpPr>
          <p:spPr>
            <a:xfrm>
              <a:off x="12271248" y="3986784"/>
              <a:ext cx="1531620" cy="859536"/>
            </a:xfrm>
            <a:prstGeom prst="line">
              <a:avLst/>
            </a:prstGeom>
            <a:ln w="13970">
              <a:solidFill>
                <a:srgbClr val="9AA8A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TextBox 65">
              <a:extLst>
                <a:ext uri="{FF2B5EF4-FFF2-40B4-BE49-F238E27FC236}">
                  <a16:creationId xmlns:a16="http://schemas.microsoft.com/office/drawing/2014/main" id="{52299D48-0354-DB70-3D2C-C4F6211B7229}"/>
                </a:ext>
              </a:extLst>
            </p:cNvPr>
            <p:cNvSpPr txBox="1"/>
            <p:nvPr/>
          </p:nvSpPr>
          <p:spPr>
            <a:xfrm>
              <a:off x="12717018" y="4306824"/>
              <a:ext cx="64008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i="0">
                  <a:solidFill>
                    <a:srgbClr val="C04B4B"/>
                  </a:solidFill>
                  <a:latin typeface="Arial"/>
                </a:rPr>
                <a:t>No</a:t>
              </a:r>
            </a:p>
          </p:txBody>
        </p:sp>
      </p:grpSp>
      <p:sp>
        <p:nvSpPr>
          <p:cNvPr id="297" name="Rectangle 159">
            <a:extLst>
              <a:ext uri="{FF2B5EF4-FFF2-40B4-BE49-F238E27FC236}">
                <a16:creationId xmlns:a16="http://schemas.microsoft.com/office/drawing/2014/main" id="{57D1BC8C-ADDB-5220-8139-F0E27C73A9FA}"/>
              </a:ext>
            </a:extLst>
          </p:cNvPr>
          <p:cNvSpPr/>
          <p:nvPr/>
        </p:nvSpPr>
        <p:spPr>
          <a:xfrm>
            <a:off x="658358" y="8079872"/>
            <a:ext cx="14939284" cy="566928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_tradnl" sz="2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8" name="Connector 78">
            <a:extLst>
              <a:ext uri="{FF2B5EF4-FFF2-40B4-BE49-F238E27FC236}">
                <a16:creationId xmlns:a16="http://schemas.microsoft.com/office/drawing/2014/main" id="{856626F5-D42E-2FEB-CB48-5D6790E1E199}"/>
              </a:ext>
            </a:extLst>
          </p:cNvPr>
          <p:cNvCxnSpPr/>
          <p:nvPr/>
        </p:nvCxnSpPr>
        <p:spPr>
          <a:xfrm>
            <a:off x="658358" y="8079872"/>
            <a:ext cx="0" cy="566928"/>
          </a:xfrm>
          <a:prstGeom prst="line">
            <a:avLst/>
          </a:prstGeom>
          <a:ln w="38100">
            <a:solidFill>
              <a:srgbClr val="13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161">
            <a:extLst>
              <a:ext uri="{FF2B5EF4-FFF2-40B4-BE49-F238E27FC236}">
                <a16:creationId xmlns:a16="http://schemas.microsoft.com/office/drawing/2014/main" id="{B59EBC80-3ACD-46CD-614E-92E6C1A755C6}"/>
              </a:ext>
            </a:extLst>
          </p:cNvPr>
          <p:cNvSpPr txBox="1"/>
          <p:nvPr/>
        </p:nvSpPr>
        <p:spPr>
          <a:xfrm>
            <a:off x="896102" y="8224837"/>
            <a:ext cx="1448208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_tradnl" sz="1800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Consolidación en 4 macro perfiles </a:t>
            </a:r>
            <a:r>
              <a:rPr lang="es-MX" sz="1800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maximizar la captura de sensibilidad al precio</a:t>
            </a:r>
            <a:endParaRPr lang="es-ES_tradnl" sz="1800" b="1" i="0" noProof="0" dirty="0">
              <a:solidFill>
                <a:srgbClr val="0C514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2" name="Rectangle 53">
            <a:extLst>
              <a:ext uri="{FF2B5EF4-FFF2-40B4-BE49-F238E27FC236}">
                <a16:creationId xmlns:a16="http://schemas.microsoft.com/office/drawing/2014/main" id="{9AD5D289-3552-C390-22C4-F45663114572}"/>
              </a:ext>
            </a:extLst>
          </p:cNvPr>
          <p:cNvSpPr/>
          <p:nvPr/>
        </p:nvSpPr>
        <p:spPr>
          <a:xfrm>
            <a:off x="7491531" y="2677584"/>
            <a:ext cx="2286000" cy="420624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r">
              <a:lnSpc>
                <a:spcPct val="102000"/>
              </a:lnSpc>
            </a:pPr>
            <a:r>
              <a:rPr lang="es-MX" sz="1050" b="1" i="0" dirty="0">
                <a:solidFill>
                  <a:srgbClr val="445A6E"/>
                </a:solidFill>
                <a:latin typeface="Arial"/>
              </a:rPr>
              <a:t>Fidelizados</a:t>
            </a:r>
            <a:endParaRPr sz="1050" b="1" i="0" dirty="0">
              <a:solidFill>
                <a:srgbClr val="445A6E"/>
              </a:solidFill>
              <a:latin typeface="Arial"/>
            </a:endParaRPr>
          </a:p>
        </p:txBody>
      </p:sp>
      <p:sp>
        <p:nvSpPr>
          <p:cNvPr id="304" name="Rectangle 53">
            <a:extLst>
              <a:ext uri="{FF2B5EF4-FFF2-40B4-BE49-F238E27FC236}">
                <a16:creationId xmlns:a16="http://schemas.microsoft.com/office/drawing/2014/main" id="{B03ADCB4-3125-8487-B625-2B623187775A}"/>
              </a:ext>
            </a:extLst>
          </p:cNvPr>
          <p:cNvSpPr/>
          <p:nvPr/>
        </p:nvSpPr>
        <p:spPr>
          <a:xfrm>
            <a:off x="1807577" y="3556623"/>
            <a:ext cx="2286000" cy="420624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>
              <a:lnSpc>
                <a:spcPct val="102000"/>
              </a:lnSpc>
            </a:pPr>
            <a:r>
              <a:rPr lang="es-MX" sz="1050" b="1" i="0" dirty="0">
                <a:solidFill>
                  <a:srgbClr val="445A6E"/>
                </a:solidFill>
                <a:latin typeface="Arial"/>
              </a:rPr>
              <a:t>Por Fidelizar – Mayor Escala</a:t>
            </a:r>
            <a:endParaRPr sz="1050" b="1" i="0" dirty="0">
              <a:solidFill>
                <a:srgbClr val="445A6E"/>
              </a:solidFill>
              <a:latin typeface="Arial"/>
            </a:endParaRPr>
          </a:p>
        </p:txBody>
      </p:sp>
      <p:sp>
        <p:nvSpPr>
          <p:cNvPr id="306" name="Rectangle 53">
            <a:extLst>
              <a:ext uri="{FF2B5EF4-FFF2-40B4-BE49-F238E27FC236}">
                <a16:creationId xmlns:a16="http://schemas.microsoft.com/office/drawing/2014/main" id="{5FF9E44A-DF92-9A17-AF87-4B84B383BA6B}"/>
              </a:ext>
            </a:extLst>
          </p:cNvPr>
          <p:cNvSpPr/>
          <p:nvPr/>
        </p:nvSpPr>
        <p:spPr>
          <a:xfrm>
            <a:off x="1807577" y="4069080"/>
            <a:ext cx="2286000" cy="420624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>
              <a:lnSpc>
                <a:spcPct val="102000"/>
              </a:lnSpc>
            </a:pPr>
            <a:r>
              <a:rPr lang="es-MX" sz="1050" b="1" i="0" dirty="0">
                <a:solidFill>
                  <a:srgbClr val="445A6E"/>
                </a:solidFill>
                <a:latin typeface="Arial"/>
              </a:rPr>
              <a:t>Por Fidelizar – Escala Intermedia</a:t>
            </a:r>
            <a:endParaRPr sz="1050" b="1" i="0" dirty="0">
              <a:solidFill>
                <a:srgbClr val="445A6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028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21AB1-8156-16DB-05E7-8C81241E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7;g3ed063acbfe_1_0">
            <a:extLst>
              <a:ext uri="{FF2B5EF4-FFF2-40B4-BE49-F238E27FC236}">
                <a16:creationId xmlns:a16="http://schemas.microsoft.com/office/drawing/2014/main" id="{21F0A3AB-15F2-3A2D-BFD8-544EE3D3FAF7}"/>
              </a:ext>
            </a:extLst>
          </p:cNvPr>
          <p:cNvSpPr txBox="1"/>
          <p:nvPr/>
        </p:nvSpPr>
        <p:spPr>
          <a:xfrm>
            <a:off x="658348" y="329547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</a:p>
        </p:txBody>
      </p: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46679A23-E477-A84F-FC3E-719F657F1E03}"/>
              </a:ext>
            </a:extLst>
          </p:cNvPr>
          <p:cNvCxnSpPr/>
          <p:nvPr/>
        </p:nvCxnSpPr>
        <p:spPr>
          <a:xfrm>
            <a:off x="658368" y="1343774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6511564-7E9E-643B-5F91-6F1AE9CB288A}"/>
              </a:ext>
            </a:extLst>
          </p:cNvPr>
          <p:cNvSpPr/>
          <p:nvPr/>
        </p:nvSpPr>
        <p:spPr>
          <a:xfrm>
            <a:off x="658347" y="1634190"/>
            <a:ext cx="15146090" cy="2401445"/>
          </a:xfrm>
          <a:prstGeom prst="roundRect">
            <a:avLst>
              <a:gd name="adj" fmla="val 618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6" name="Google Shape;429;g3d2af3c2b62_1_0">
            <a:extLst>
              <a:ext uri="{FF2B5EF4-FFF2-40B4-BE49-F238E27FC236}">
                <a16:creationId xmlns:a16="http://schemas.microsoft.com/office/drawing/2014/main" id="{20CF16E4-2E4A-041F-37A8-48DDBD85C381}"/>
              </a:ext>
            </a:extLst>
          </p:cNvPr>
          <p:cNvSpPr/>
          <p:nvPr/>
        </p:nvSpPr>
        <p:spPr>
          <a:xfrm>
            <a:off x="875803" y="1757000"/>
            <a:ext cx="3778135" cy="414207"/>
          </a:xfrm>
          <a:prstGeom prst="roundRect">
            <a:avLst/>
          </a:prstGeom>
          <a:solidFill>
            <a:srgbClr val="D9D9D9"/>
          </a:solidFill>
          <a:ln w="9525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600" b="1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 Configuración Base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BE9840A9-6392-3EC1-2627-D3DACFFB9DEC}"/>
              </a:ext>
            </a:extLst>
          </p:cNvPr>
          <p:cNvSpPr/>
          <p:nvPr/>
        </p:nvSpPr>
        <p:spPr>
          <a:xfrm>
            <a:off x="658346" y="4343976"/>
            <a:ext cx="15146091" cy="3021471"/>
          </a:xfrm>
          <a:prstGeom prst="roundRect">
            <a:avLst>
              <a:gd name="adj" fmla="val 618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45" name="Google Shape;429;g3d2af3c2b62_1_0">
            <a:extLst>
              <a:ext uri="{FF2B5EF4-FFF2-40B4-BE49-F238E27FC236}">
                <a16:creationId xmlns:a16="http://schemas.microsoft.com/office/drawing/2014/main" id="{9061382C-7C6B-8BD7-970D-369C136C00FE}"/>
              </a:ext>
            </a:extLst>
          </p:cNvPr>
          <p:cNvSpPr/>
          <p:nvPr/>
        </p:nvSpPr>
        <p:spPr>
          <a:xfrm>
            <a:off x="875803" y="4487940"/>
            <a:ext cx="3778135" cy="414207"/>
          </a:xfrm>
          <a:prstGeom prst="roundRect">
            <a:avLst/>
          </a:prstGeom>
          <a:solidFill>
            <a:srgbClr val="D9D9D9"/>
          </a:solidFill>
          <a:ln w="9525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600" b="1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 Resultados</a:t>
            </a: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5185CAFB-E8E2-5254-7536-ADE80E79A32F}"/>
              </a:ext>
            </a:extLst>
          </p:cNvPr>
          <p:cNvGrpSpPr/>
          <p:nvPr/>
        </p:nvGrpSpPr>
        <p:grpSpPr>
          <a:xfrm>
            <a:off x="711553" y="7673788"/>
            <a:ext cx="15146090" cy="802801"/>
            <a:chOff x="658348" y="7368897"/>
            <a:chExt cx="15055785" cy="802801"/>
          </a:xfrm>
        </p:grpSpPr>
        <p:sp>
          <p:nvSpPr>
            <p:cNvPr id="53" name="Rectangle 159">
              <a:extLst>
                <a:ext uri="{FF2B5EF4-FFF2-40B4-BE49-F238E27FC236}">
                  <a16:creationId xmlns:a16="http://schemas.microsoft.com/office/drawing/2014/main" id="{AEEE4B17-236F-8E98-79B4-81782F5FD31F}"/>
                </a:ext>
              </a:extLst>
            </p:cNvPr>
            <p:cNvSpPr/>
            <p:nvPr/>
          </p:nvSpPr>
          <p:spPr>
            <a:xfrm>
              <a:off x="658348" y="7368897"/>
              <a:ext cx="15055785" cy="801710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TextBox 161">
              <a:extLst>
                <a:ext uri="{FF2B5EF4-FFF2-40B4-BE49-F238E27FC236}">
                  <a16:creationId xmlns:a16="http://schemas.microsoft.com/office/drawing/2014/main" id="{9916C10B-47E8-9938-E297-7BAD56B56A3C}"/>
                </a:ext>
              </a:extLst>
            </p:cNvPr>
            <p:cNvSpPr txBox="1"/>
            <p:nvPr/>
          </p:nvSpPr>
          <p:spPr>
            <a:xfrm>
              <a:off x="982133" y="7449183"/>
              <a:ext cx="14482084" cy="6183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  <a:spcAft>
                  <a:spcPts val="400"/>
                </a:spcAft>
              </a:pPr>
              <a:r>
                <a:rPr lang="es-MX" sz="1800" b="1" i="0" noProof="0" dirty="0">
                  <a:solidFill>
                    <a:srgbClr val="0C514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El modelo tiene una cobertura del 75% en monto y 72% en desembolsos; para el segmento Fidelizados, se propone usar siembras de precios para medir su respuesta a la tasa y diseñar estrategias de </a:t>
              </a:r>
              <a:r>
                <a:rPr lang="es-MX" sz="1800" b="1" i="0" noProof="0" dirty="0" err="1">
                  <a:solidFill>
                    <a:srgbClr val="0C514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pricing</a:t>
              </a:r>
              <a:r>
                <a:rPr lang="es-MX" sz="1800" b="1" i="0" noProof="0" dirty="0">
                  <a:solidFill>
                    <a:srgbClr val="0C514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s-MX" sz="1800" b="1" i="0" noProof="0">
                  <a:solidFill>
                    <a:srgbClr val="0C514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 medida</a:t>
              </a:r>
              <a:endParaRPr lang="es-ES_tradnl" sz="1800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6" name="Connector 78">
              <a:extLst>
                <a:ext uri="{FF2B5EF4-FFF2-40B4-BE49-F238E27FC236}">
                  <a16:creationId xmlns:a16="http://schemas.microsoft.com/office/drawing/2014/main" id="{32A76923-84C2-016A-C20C-92396FAE9D71}"/>
                </a:ext>
              </a:extLst>
            </p:cNvPr>
            <p:cNvCxnSpPr/>
            <p:nvPr/>
          </p:nvCxnSpPr>
          <p:spPr>
            <a:xfrm>
              <a:off x="658348" y="7368898"/>
              <a:ext cx="0" cy="802800"/>
            </a:xfrm>
            <a:prstGeom prst="line">
              <a:avLst/>
            </a:prstGeom>
            <a:ln w="38100">
              <a:solidFill>
                <a:srgbClr val="1380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34558477-8943-4AE7-4EAD-3709ECDDD12D}"/>
              </a:ext>
            </a:extLst>
          </p:cNvPr>
          <p:cNvGrpSpPr/>
          <p:nvPr/>
        </p:nvGrpSpPr>
        <p:grpSpPr>
          <a:xfrm>
            <a:off x="1636493" y="2500077"/>
            <a:ext cx="13204271" cy="1206687"/>
            <a:chOff x="960474" y="2351644"/>
            <a:chExt cx="13204271" cy="1206687"/>
          </a:xfrm>
        </p:grpSpPr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267805A7-AF44-736E-AFAF-9CA397F65612}"/>
                </a:ext>
              </a:extLst>
            </p:cNvPr>
            <p:cNvGrpSpPr/>
            <p:nvPr/>
          </p:nvGrpSpPr>
          <p:grpSpPr>
            <a:xfrm>
              <a:off x="960474" y="2351644"/>
              <a:ext cx="3797411" cy="1200329"/>
              <a:chOff x="960474" y="2351644"/>
              <a:chExt cx="3797411" cy="1200329"/>
            </a:xfrm>
          </p:grpSpPr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E03919B-4F37-DDE7-BF96-E2241CF3C94F}"/>
                  </a:ext>
                </a:extLst>
              </p:cNvPr>
              <p:cNvSpPr txBox="1"/>
              <p:nvPr/>
            </p:nvSpPr>
            <p:spPr>
              <a:xfrm>
                <a:off x="960474" y="2351644"/>
                <a:ext cx="3797411" cy="1200329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Periodos</a:t>
                </a:r>
              </a:p>
              <a:p>
                <a:endParaRPr lang="es-MX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28600" indent="-228600">
                  <a:buAutoNum type="arabicPeriod"/>
                </a:pPr>
                <a:endParaRPr lang="es-MX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28600" indent="-228600">
                  <a:buAutoNum type="arabicPeriod"/>
                </a:pPr>
                <a:endParaRPr lang="es-MX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s-MX" sz="12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 año completo, para capturar efectos estacionales</a:t>
                </a:r>
              </a:p>
            </p:txBody>
          </p: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8D83D7BB-1123-B894-56EB-90FE56055A19}"/>
                  </a:ext>
                </a:extLst>
              </p:cNvPr>
              <p:cNvGrpSpPr/>
              <p:nvPr/>
            </p:nvGrpSpPr>
            <p:grpSpPr>
              <a:xfrm>
                <a:off x="1100179" y="2722061"/>
                <a:ext cx="3435545" cy="431811"/>
                <a:chOff x="4872619" y="5639614"/>
                <a:chExt cx="5710094" cy="754216"/>
              </a:xfrm>
            </p:grpSpPr>
            <p:sp>
              <p:nvSpPr>
                <p:cNvPr id="25" name="Google Shape;106;p6">
                  <a:extLst>
                    <a:ext uri="{FF2B5EF4-FFF2-40B4-BE49-F238E27FC236}">
                      <a16:creationId xmlns:a16="http://schemas.microsoft.com/office/drawing/2014/main" id="{105978EB-9263-057E-274B-12C3E97AA2BF}"/>
                    </a:ext>
                  </a:extLst>
                </p:cNvPr>
                <p:cNvSpPr/>
                <p:nvPr/>
              </p:nvSpPr>
              <p:spPr>
                <a:xfrm>
                  <a:off x="5123533" y="5982702"/>
                  <a:ext cx="5220000" cy="49301"/>
                </a:xfrm>
                <a:prstGeom prst="rect">
                  <a:avLst/>
                </a:prstGeom>
                <a:solidFill>
                  <a:srgbClr val="08BD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" name="Grupo 25">
                  <a:extLst>
                    <a:ext uri="{FF2B5EF4-FFF2-40B4-BE49-F238E27FC236}">
                      <a16:creationId xmlns:a16="http://schemas.microsoft.com/office/drawing/2014/main" id="{788F8844-B187-75EB-2E12-7DBCD27E1462}"/>
                    </a:ext>
                  </a:extLst>
                </p:cNvPr>
                <p:cNvGrpSpPr/>
                <p:nvPr/>
              </p:nvGrpSpPr>
              <p:grpSpPr>
                <a:xfrm>
                  <a:off x="4872619" y="5639614"/>
                  <a:ext cx="5710094" cy="754216"/>
                  <a:chOff x="4872619" y="5639614"/>
                  <a:chExt cx="5710094" cy="754216"/>
                </a:xfrm>
              </p:grpSpPr>
              <p:sp>
                <p:nvSpPr>
                  <p:cNvPr id="27" name="Google Shape;107;p6">
                    <a:extLst>
                      <a:ext uri="{FF2B5EF4-FFF2-40B4-BE49-F238E27FC236}">
                        <a16:creationId xmlns:a16="http://schemas.microsoft.com/office/drawing/2014/main" id="{C06ED6A8-6A66-6BD3-C904-B9249485A07F}"/>
                      </a:ext>
                    </a:extLst>
                  </p:cNvPr>
                  <p:cNvSpPr txBox="1"/>
                  <p:nvPr/>
                </p:nvSpPr>
                <p:spPr>
                  <a:xfrm>
                    <a:off x="4872619" y="5953834"/>
                    <a:ext cx="1051757" cy="4031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2060"/>
                      </a:buClr>
                      <a:buSzPts val="900"/>
                      <a:buFont typeface="Arial"/>
                      <a:buNone/>
                    </a:pPr>
                    <a:r>
                      <a:rPr lang="en-US" sz="900" b="1" i="0" u="none" strike="noStrike" cap="none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Abril 25</a:t>
                    </a:r>
                    <a:endParaRPr sz="900" b="0" i="0" u="none" strike="noStrike" cap="none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" name="Google Shape;110;p6">
                    <a:extLst>
                      <a:ext uri="{FF2B5EF4-FFF2-40B4-BE49-F238E27FC236}">
                        <a16:creationId xmlns:a16="http://schemas.microsoft.com/office/drawing/2014/main" id="{FCFD20AB-5AAD-8D15-906B-F872F9046535}"/>
                      </a:ext>
                    </a:extLst>
                  </p:cNvPr>
                  <p:cNvSpPr txBox="1"/>
                  <p:nvPr/>
                </p:nvSpPr>
                <p:spPr>
                  <a:xfrm>
                    <a:off x="6882659" y="5639614"/>
                    <a:ext cx="1701747" cy="4031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A5A5A5"/>
                      </a:buClr>
                      <a:buSzPts val="900"/>
                      <a:buFont typeface="Arial"/>
                      <a:buNone/>
                    </a:pPr>
                    <a:r>
                      <a:rPr lang="en-US" sz="900" b="1" i="0" u="none" strike="noStrike" cap="none" dirty="0">
                        <a:solidFill>
                          <a:srgbClr val="A5A5A5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13 meses</a:t>
                    </a:r>
                    <a:endParaRPr lang="en-US" sz="900" b="0" i="0" u="none" strike="noStrike" cap="none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" name="Google Shape;112;p6">
                    <a:extLst>
                      <a:ext uri="{FF2B5EF4-FFF2-40B4-BE49-F238E27FC236}">
                        <a16:creationId xmlns:a16="http://schemas.microsoft.com/office/drawing/2014/main" id="{50847E19-C4F2-AC59-2524-0370421C38D0}"/>
                      </a:ext>
                    </a:extLst>
                  </p:cNvPr>
                  <p:cNvSpPr txBox="1"/>
                  <p:nvPr/>
                </p:nvSpPr>
                <p:spPr>
                  <a:xfrm>
                    <a:off x="9542690" y="5932970"/>
                    <a:ext cx="1040023" cy="4031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38A6"/>
                      </a:buClr>
                      <a:buSzPts val="900"/>
                      <a:buFont typeface="Arial"/>
                      <a:buNone/>
                    </a:pPr>
                    <a:r>
                      <a:rPr lang="en-US" sz="900" b="1" dirty="0">
                        <a:solidFill>
                          <a:srgbClr val="0038A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Abril</a:t>
                    </a:r>
                    <a:r>
                      <a:rPr lang="en-US" sz="900" b="1" i="0" u="none" strike="noStrike" cap="none" dirty="0">
                        <a:solidFill>
                          <a:srgbClr val="0038A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26</a:t>
                    </a:r>
                    <a:endParaRPr sz="900" b="1" i="0" u="none" strike="noStrike" cap="none" dirty="0">
                      <a:solidFill>
                        <a:srgbClr val="0038A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" name="Google Shape;116;p6">
                    <a:extLst>
                      <a:ext uri="{FF2B5EF4-FFF2-40B4-BE49-F238E27FC236}">
                        <a16:creationId xmlns:a16="http://schemas.microsoft.com/office/drawing/2014/main" id="{F718A483-36A6-2215-6277-E5EC22C876DE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7629450" y="3807699"/>
                    <a:ext cx="146183" cy="5026080"/>
                  </a:xfrm>
                  <a:prstGeom prst="rightBrace">
                    <a:avLst>
                      <a:gd name="adj1" fmla="val 44325"/>
                      <a:gd name="adj2" fmla="val 50000"/>
                    </a:avLst>
                  </a:prstGeom>
                  <a:noFill/>
                  <a:ln w="19050" cap="flat" cmpd="sng">
                    <a:solidFill>
                      <a:srgbClr val="EB0046"/>
                    </a:solidFill>
                    <a:prstDash val="solid"/>
                    <a:miter lim="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endParaRPr sz="900" b="0" i="0" u="none" strike="noStrike" cap="none" dirty="0">
                      <a:solidFill>
                        <a:srgbClr val="0038A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id="22" name="Gráfico 21" descr="Calendario giratorio contorno">
                <a:extLst>
                  <a:ext uri="{FF2B5EF4-FFF2-40B4-BE49-F238E27FC236}">
                    <a16:creationId xmlns:a16="http://schemas.microsoft.com/office/drawing/2014/main" id="{F16422C1-3B5E-175A-F03D-93DD7B0BD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34559" y="2375889"/>
                <a:ext cx="360000" cy="292509"/>
              </a:xfrm>
              <a:prstGeom prst="rect">
                <a:avLst/>
              </a:prstGeom>
            </p:spPr>
          </p:pic>
        </p:grp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BFB53878-E269-F8EA-A435-1D0D20AA93FB}"/>
                </a:ext>
              </a:extLst>
            </p:cNvPr>
            <p:cNvGrpSpPr/>
            <p:nvPr/>
          </p:nvGrpSpPr>
          <p:grpSpPr>
            <a:xfrm>
              <a:off x="10367334" y="2358002"/>
              <a:ext cx="3797411" cy="1200329"/>
              <a:chOff x="10188367" y="2370423"/>
              <a:chExt cx="3797411" cy="1200329"/>
            </a:xfrm>
          </p:grpSpPr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35E32D90-6EEE-C758-0E0C-B16B5596F1A4}"/>
                  </a:ext>
                </a:extLst>
              </p:cNvPr>
              <p:cNvSpPr txBox="1"/>
              <p:nvPr/>
            </p:nvSpPr>
            <p:spPr>
              <a:xfrm>
                <a:off x="10188367" y="2370423"/>
                <a:ext cx="3797411" cy="1200329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Población</a:t>
                </a:r>
              </a:p>
              <a:p>
                <a:endParaRPr lang="es-EC" sz="12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C" sz="12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Éxitos:</a:t>
                </a:r>
                <a:r>
                  <a:rPr lang="es-EC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Clientes con desembolso en Interbank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C" sz="1200" b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Fracasos</a:t>
                </a:r>
                <a:r>
                  <a:rPr lang="es-EC" sz="12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:r>
                  <a:rPr lang="es-EC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Leads </a:t>
                </a:r>
                <a:r>
                  <a:rPr lang="es-EC" sz="12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con desembolsos en la competencia por monto similar y con gestión</a:t>
                </a:r>
              </a:p>
              <a:p>
                <a:endParaRPr lang="es-EC" sz="12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62" name="Gráfico 61" descr="Grupo de hombres contorno">
                <a:extLst>
                  <a:ext uri="{FF2B5EF4-FFF2-40B4-BE49-F238E27FC236}">
                    <a16:creationId xmlns:a16="http://schemas.microsoft.com/office/drawing/2014/main" id="{5073808B-A1E3-FF3C-080E-0E97E9134B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514076" y="2407335"/>
                <a:ext cx="333803" cy="333803"/>
              </a:xfrm>
              <a:prstGeom prst="rect">
                <a:avLst/>
              </a:prstGeom>
            </p:spPr>
          </p:pic>
        </p:grp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02AA350D-0748-A5EA-8772-FFE96C64CC92}"/>
                </a:ext>
              </a:extLst>
            </p:cNvPr>
            <p:cNvGrpSpPr/>
            <p:nvPr/>
          </p:nvGrpSpPr>
          <p:grpSpPr>
            <a:xfrm>
              <a:off x="5663904" y="2351644"/>
              <a:ext cx="3797411" cy="1200329"/>
              <a:chOff x="5426091" y="3016854"/>
              <a:chExt cx="3797411" cy="1015663"/>
            </a:xfrm>
          </p:grpSpPr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CE4F0E0-89B1-94BE-47C1-8F116C282A3F}"/>
                  </a:ext>
                </a:extLst>
              </p:cNvPr>
              <p:cNvSpPr txBox="1"/>
              <p:nvPr/>
            </p:nvSpPr>
            <p:spPr>
              <a:xfrm>
                <a:off x="5426091" y="3016854"/>
                <a:ext cx="3797411" cy="1015663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Metodología</a:t>
                </a:r>
              </a:p>
              <a:p>
                <a:endParaRPr lang="es-MX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s-MX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Modelo de Data Panel: Efectividad vs Tasa Ofertada</a:t>
                </a:r>
              </a:p>
              <a:p>
                <a:endParaRPr lang="es-MX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64" name="Gráfico 63" descr="Diagrama de flujo circular contorno">
                <a:extLst>
                  <a:ext uri="{FF2B5EF4-FFF2-40B4-BE49-F238E27FC236}">
                    <a16:creationId xmlns:a16="http://schemas.microsoft.com/office/drawing/2014/main" id="{CE0C458F-5F84-2148-F6A6-A39888A448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796320" y="3027367"/>
                <a:ext cx="427182" cy="427182"/>
              </a:xfrm>
              <a:prstGeom prst="rect">
                <a:avLst/>
              </a:prstGeom>
            </p:spPr>
          </p:pic>
        </p:grp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1B348AF4-1786-97C3-50C1-BA551665A461}"/>
              </a:ext>
            </a:extLst>
          </p:cNvPr>
          <p:cNvGrpSpPr/>
          <p:nvPr/>
        </p:nvGrpSpPr>
        <p:grpSpPr>
          <a:xfrm>
            <a:off x="875803" y="5249702"/>
            <a:ext cx="14721849" cy="1699993"/>
            <a:chOff x="875803" y="5361420"/>
            <a:chExt cx="14721849" cy="1699993"/>
          </a:xfrm>
        </p:grpSpPr>
        <p:graphicFrame>
          <p:nvGraphicFramePr>
            <p:cNvPr id="51" name="Objeto 50">
              <a:extLst>
                <a:ext uri="{FF2B5EF4-FFF2-40B4-BE49-F238E27FC236}">
                  <a16:creationId xmlns:a16="http://schemas.microsoft.com/office/drawing/2014/main" id="{054BBE00-6C47-CD7A-FBFF-E9B1151DAB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5639862"/>
                </p:ext>
              </p:extLst>
            </p:nvPr>
          </p:nvGraphicFramePr>
          <p:xfrm>
            <a:off x="1372056" y="5517623"/>
            <a:ext cx="8764973" cy="1467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6" imgW="5280554" imgH="883778" progId="Excel.Sheet.12">
                    <p:embed/>
                  </p:oleObj>
                </mc:Choice>
                <mc:Fallback>
                  <p:oleObj name="Worksheet" r:id="rId6" imgW="5280554" imgH="883778" progId="Excel.Sheet.12">
                    <p:embed/>
                    <p:pic>
                      <p:nvPicPr>
                        <p:cNvPr id="51" name="Objeto 50">
                          <a:extLst>
                            <a:ext uri="{FF2B5EF4-FFF2-40B4-BE49-F238E27FC236}">
                              <a16:creationId xmlns:a16="http://schemas.microsoft.com/office/drawing/2014/main" id="{054BBE00-6C47-CD7A-FBFF-E9B1151DAB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372056" y="5517623"/>
                          <a:ext cx="8764973" cy="14678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FCE3F3B1-145E-2150-685B-903C5F3DB197}"/>
                </a:ext>
              </a:extLst>
            </p:cNvPr>
            <p:cNvGrpSpPr/>
            <p:nvPr/>
          </p:nvGrpSpPr>
          <p:grpSpPr>
            <a:xfrm>
              <a:off x="875803" y="5361420"/>
              <a:ext cx="373253" cy="1699993"/>
              <a:chOff x="8080890" y="4141806"/>
              <a:chExt cx="207697" cy="865248"/>
            </a:xfrm>
          </p:grpSpPr>
          <p:cxnSp>
            <p:nvCxnSpPr>
              <p:cNvPr id="70" name="Conector recto de flecha 69">
                <a:extLst>
                  <a:ext uri="{FF2B5EF4-FFF2-40B4-BE49-F238E27FC236}">
                    <a16:creationId xmlns:a16="http://schemas.microsoft.com/office/drawing/2014/main" id="{3576A1BB-A91D-17B7-4CEA-686A963C69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34322" y="4141806"/>
                <a:ext cx="9890" cy="865248"/>
              </a:xfrm>
              <a:prstGeom prst="straightConnector1">
                <a:avLst/>
              </a:prstGeom>
              <a:ln>
                <a:solidFill>
                  <a:srgbClr val="00808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CuadroTexto 16">
                <a:extLst>
                  <a:ext uri="{FF2B5EF4-FFF2-40B4-BE49-F238E27FC236}">
                    <a16:creationId xmlns:a16="http://schemas.microsoft.com/office/drawing/2014/main" id="{B2F0B541-C2AB-9966-0482-E0D67975FC89}"/>
                  </a:ext>
                </a:extLst>
              </p:cNvPr>
              <p:cNvSpPr txBox="1"/>
              <p:nvPr/>
            </p:nvSpPr>
            <p:spPr>
              <a:xfrm rot="5400000" flipV="1">
                <a:off x="7858237" y="4433054"/>
                <a:ext cx="653003" cy="207697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C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más</a:t>
                </a:r>
                <a:r>
                  <a:rPr lang="es-EC" sz="1400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elástico</a:t>
                </a:r>
                <a:endParaRPr lang="es-EC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" name="TextBox 191">
              <a:extLst>
                <a:ext uri="{FF2B5EF4-FFF2-40B4-BE49-F238E27FC236}">
                  <a16:creationId xmlns:a16="http://schemas.microsoft.com/office/drawing/2014/main" id="{02BBD034-7559-5B5E-6BAB-30AE06D68AB8}"/>
                </a:ext>
              </a:extLst>
            </p:cNvPr>
            <p:cNvSpPr txBox="1"/>
            <p:nvPr/>
          </p:nvSpPr>
          <p:spPr>
            <a:xfrm>
              <a:off x="10225424" y="5838776"/>
              <a:ext cx="5372228" cy="2124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4000"/>
                </a:lnSpc>
                <a:spcAft>
                  <a:spcPts val="400"/>
                </a:spcAft>
                <a:buClr>
                  <a:srgbClr val="13807B"/>
                </a:buClr>
              </a:pPr>
              <a:r>
                <a:rPr lang="es-MX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 incremento del 1% en la tasa ofertada reduce la efectividad en un 4.77% relativo</a:t>
              </a:r>
              <a:endParaRPr lang="es-ES_tradnl" sz="1200" b="0" i="0" noProof="0" dirty="0">
                <a:solidFill>
                  <a:srgbClr val="6E7E7D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TextBox 191">
              <a:extLst>
                <a:ext uri="{FF2B5EF4-FFF2-40B4-BE49-F238E27FC236}">
                  <a16:creationId xmlns:a16="http://schemas.microsoft.com/office/drawing/2014/main" id="{5D815744-0A07-4C86-15BB-025155051AC7}"/>
                </a:ext>
              </a:extLst>
            </p:cNvPr>
            <p:cNvSpPr txBox="1"/>
            <p:nvPr/>
          </p:nvSpPr>
          <p:spPr>
            <a:xfrm>
              <a:off x="10225424" y="6147117"/>
              <a:ext cx="5302979" cy="2124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4000"/>
                </a:lnSpc>
                <a:spcAft>
                  <a:spcPts val="400"/>
                </a:spcAft>
                <a:buClr>
                  <a:srgbClr val="13807B"/>
                </a:buClr>
              </a:pPr>
              <a:r>
                <a:rPr lang="es-MX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 incremento del 1% en la tasa ofertada reduce la efectividad en un 3,82% relativo</a:t>
              </a:r>
              <a:endParaRPr lang="es-ES_tradnl" sz="1200" b="0" i="0" noProof="0" dirty="0">
                <a:solidFill>
                  <a:srgbClr val="6E7E7D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191">
              <a:extLst>
                <a:ext uri="{FF2B5EF4-FFF2-40B4-BE49-F238E27FC236}">
                  <a16:creationId xmlns:a16="http://schemas.microsoft.com/office/drawing/2014/main" id="{24C9BE8C-A115-5204-C900-645F85DA9600}"/>
                </a:ext>
              </a:extLst>
            </p:cNvPr>
            <p:cNvSpPr txBox="1"/>
            <p:nvPr/>
          </p:nvSpPr>
          <p:spPr>
            <a:xfrm>
              <a:off x="10225424" y="6471977"/>
              <a:ext cx="5302979" cy="2124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4000"/>
                </a:lnSpc>
                <a:spcAft>
                  <a:spcPts val="400"/>
                </a:spcAft>
                <a:buClr>
                  <a:srgbClr val="13807B"/>
                </a:buClr>
              </a:pPr>
              <a:r>
                <a:rPr lang="es-MX" sz="1200" b="0" i="0" noProof="0" dirty="0">
                  <a:solidFill>
                    <a:srgbClr val="6E7E7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 aumento del 1% en la tasa ofertada reduce la efectividad en un 2,60% relativo</a:t>
              </a:r>
              <a:endParaRPr lang="es-ES_tradnl" sz="1200" b="0" i="0" noProof="0" dirty="0">
                <a:solidFill>
                  <a:srgbClr val="6E7E7D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42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368C-39CB-0627-0F6B-61E0BB2C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9DE0-713E-D166-7B29-B98FA348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73" y="557808"/>
            <a:ext cx="14020800" cy="831604"/>
          </a:xfrm>
        </p:spPr>
        <p:txBody>
          <a:bodyPr>
            <a:normAutofit/>
          </a:bodyPr>
          <a:lstStyle/>
          <a:p>
            <a:r>
              <a:rPr lang="es-MX" sz="4000" dirty="0"/>
              <a:t>Anexos | Evolutivos: Tasa Ofertada y Efectividad</a:t>
            </a:r>
            <a:endParaRPr lang="es-MX" sz="31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F2FFD8-1C66-9C8E-9945-BE6E0C127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55" y="5104162"/>
            <a:ext cx="7524750" cy="37147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D3F5961-FF32-56A0-527B-4BCFA317C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155" y="1389412"/>
            <a:ext cx="7524750" cy="3714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EDDF02C-A728-0191-093C-1F481BA12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95" y="5104162"/>
            <a:ext cx="7524750" cy="3714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3F0FAD2-7D33-642D-F73F-214871397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95" y="1389412"/>
            <a:ext cx="752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2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9295-D03D-5E46-815E-E07C281E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791E-8849-9DF2-FF28-76F342AE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73" y="557808"/>
            <a:ext cx="14020800" cy="831604"/>
          </a:xfrm>
        </p:spPr>
        <p:txBody>
          <a:bodyPr>
            <a:normAutofit/>
          </a:bodyPr>
          <a:lstStyle/>
          <a:p>
            <a:r>
              <a:rPr lang="es-MX" sz="4000" dirty="0"/>
              <a:t>Anexos | Completitud Inferencia de Tasa</a:t>
            </a:r>
            <a:endParaRPr lang="es-MX" sz="3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120E6C-ED4F-CAC9-99F1-97A3CDEA4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26" y="1580572"/>
            <a:ext cx="13145347" cy="687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A779-7CC8-1FD4-FC68-A2CBD2FA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1AC5-607F-4C5B-AECE-BDA822B7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73" y="557808"/>
            <a:ext cx="14020800" cy="831604"/>
          </a:xfrm>
        </p:spPr>
        <p:txBody>
          <a:bodyPr>
            <a:normAutofit/>
          </a:bodyPr>
          <a:lstStyle/>
          <a:p>
            <a:r>
              <a:rPr lang="es-MX" sz="4000" dirty="0"/>
              <a:t>Anexos | Pareto Inferencia de Tasa</a:t>
            </a:r>
            <a:endParaRPr lang="es-MX" sz="31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1AB01C4-D6EB-7728-76BE-150617CC5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553" y="2475372"/>
            <a:ext cx="6650847" cy="360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46AFD4D-1432-66F2-E6AC-43F24F3D6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2475372"/>
            <a:ext cx="665084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5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C24D-55B5-023E-D6DC-5CC6F8954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65950-D270-167E-3C25-A5BA5FF4C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73" y="557808"/>
            <a:ext cx="14020800" cy="831604"/>
          </a:xfrm>
        </p:spPr>
        <p:txBody>
          <a:bodyPr>
            <a:normAutofit/>
          </a:bodyPr>
          <a:lstStyle/>
          <a:p>
            <a:r>
              <a:rPr lang="es-MX" sz="4000" dirty="0"/>
              <a:t>Anexos | Evolutivos: Tasas</a:t>
            </a:r>
            <a:endParaRPr lang="es-MX" sz="3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B92D91-9D85-89DF-0DB1-1D4E1B320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273" y="5227911"/>
            <a:ext cx="6240000" cy="360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AC4CBCA-7E78-60D0-1220-28353222D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273" y="1389412"/>
            <a:ext cx="6240000" cy="360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D71321A-F09F-5A3A-F166-F608B2A04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873" y="5227911"/>
            <a:ext cx="6240000" cy="360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6BDF444-5B66-1361-456B-D2A1E7DCE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873" y="1389412"/>
            <a:ext cx="624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42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oI">
      <a:dk1>
        <a:srgbClr val="13807B"/>
      </a:dk1>
      <a:lt1>
        <a:srgbClr val="FFFFFF"/>
      </a:lt1>
      <a:dk2>
        <a:srgbClr val="6B7180"/>
      </a:dk2>
      <a:lt2>
        <a:srgbClr val="EEECE1"/>
      </a:lt2>
      <a:accent1>
        <a:srgbClr val="C6E9E7"/>
      </a:accent1>
      <a:accent2>
        <a:srgbClr val="E1F2EE"/>
      </a:accent2>
      <a:accent3>
        <a:srgbClr val="FF6B6B"/>
      </a:accent3>
      <a:accent4>
        <a:srgbClr val="8B5CF6"/>
      </a:accent4>
      <a:accent5>
        <a:srgbClr val="FBBF24"/>
      </a:accent5>
      <a:accent6>
        <a:srgbClr val="10B98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VoI">
      <a:dk1>
        <a:srgbClr val="13807B"/>
      </a:dk1>
      <a:lt1>
        <a:srgbClr val="FFFFFF"/>
      </a:lt1>
      <a:dk2>
        <a:srgbClr val="6B7180"/>
      </a:dk2>
      <a:lt2>
        <a:srgbClr val="EEECE1"/>
      </a:lt2>
      <a:accent1>
        <a:srgbClr val="C6E9E7"/>
      </a:accent1>
      <a:accent2>
        <a:srgbClr val="E1F2EE"/>
      </a:accent2>
      <a:accent3>
        <a:srgbClr val="FF6B6B"/>
      </a:accent3>
      <a:accent4>
        <a:srgbClr val="8B5CF6"/>
      </a:accent4>
      <a:accent5>
        <a:srgbClr val="FBBF24"/>
      </a:accent5>
      <a:accent6>
        <a:srgbClr val="10B98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1014</Words>
  <Application>Microsoft Office PowerPoint</Application>
  <PresentationFormat>Personalizado</PresentationFormat>
  <Paragraphs>237</Paragraphs>
  <Slides>9</Slides>
  <Notes>9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Poppins</vt:lpstr>
      <vt:lpstr>Calibri</vt:lpstr>
      <vt:lpstr>Arial</vt:lpstr>
      <vt:lpstr>Cambria Math</vt:lpstr>
      <vt:lpstr>Office Theme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Anexos | Evolutivos: Tasa Ofertada y Efectividad</vt:lpstr>
      <vt:lpstr>Anexos | Completitud Inferencia de Tasa</vt:lpstr>
      <vt:lpstr>Anexos | Pareto Inferencia de Tasa</vt:lpstr>
      <vt:lpstr>Anexos | Evolutivos: Tasas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Ethel Yaringano</dc:creator>
  <cp:lastModifiedBy>Rene Sangacha</cp:lastModifiedBy>
  <cp:revision>22</cp:revision>
  <dcterms:created xsi:type="dcterms:W3CDTF">2006-08-16T00:00:00Z</dcterms:created>
  <dcterms:modified xsi:type="dcterms:W3CDTF">2026-10-15T16:16:01Z</dcterms:modified>
</cp:coreProperties>
</file>