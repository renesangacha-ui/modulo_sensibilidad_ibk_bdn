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3" r:id="rId2"/>
    <p:sldId id="298" r:id="rId3"/>
    <p:sldId id="297" r:id="rId4"/>
    <p:sldId id="304" r:id="rId5"/>
    <p:sldId id="295" r:id="rId6"/>
    <p:sldId id="305" r:id="rId7"/>
    <p:sldId id="306" r:id="rId8"/>
    <p:sldId id="309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cio.pimentel@valueofinsights.com" userId="S::urn:spo:guest#rocio.pimentel@valueofinsights.com::" providerId="AD" clId="Web-{4E58E6D9-F90B-596A-D032-86A2F19216D1}"/>
    <pc:docChg chg="modSld">
      <pc:chgData name="rocio.pimentel@valueofinsights.com" userId="S::urn:spo:guest#rocio.pimentel@valueofinsights.com::" providerId="AD" clId="Web-{4E58E6D9-F90B-596A-D032-86A2F19216D1}" dt="2026-05-04T20:36:00.760" v="0" actId="1076"/>
      <pc:docMkLst>
        <pc:docMk/>
      </pc:docMkLst>
      <pc:sldChg chg="modSp">
        <pc:chgData name="rocio.pimentel@valueofinsights.com" userId="S::urn:spo:guest#rocio.pimentel@valueofinsights.com::" providerId="AD" clId="Web-{4E58E6D9-F90B-596A-D032-86A2F19216D1}" dt="2026-05-04T20:36:00.760" v="0" actId="1076"/>
        <pc:sldMkLst>
          <pc:docMk/>
          <pc:sldMk cId="569958972" sldId="297"/>
        </pc:sldMkLst>
        <pc:graphicFrameChg chg="mod">
          <ac:chgData name="rocio.pimentel@valueofinsights.com" userId="S::urn:spo:guest#rocio.pimentel@valueofinsights.com::" providerId="AD" clId="Web-{4E58E6D9-F90B-596A-D032-86A2F19216D1}" dt="2026-05-04T20:36:00.760" v="0" actId="1076"/>
          <ac:graphicFrameMkLst>
            <pc:docMk/>
            <pc:sldMk cId="569958972" sldId="297"/>
            <ac:graphicFrameMk id="3" creationId="{6EE33464-3843-1061-A042-E2FF6E16BCC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PE" b="1"/>
              <a:t>Ejemplo de decremento de saldos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Hoja2!$B$7:$B$13</c:f>
              <c:strCache>
                <c:ptCount val="7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</c:strCache>
            </c:strRef>
          </c:cat>
          <c:val>
            <c:numRef>
              <c:f>Hoja2!$C$7:$C$13</c:f>
              <c:numCache>
                <c:formatCode>General</c:formatCode>
                <c:ptCount val="7"/>
                <c:pt idx="0">
                  <c:v>126156.99</c:v>
                </c:pt>
                <c:pt idx="1">
                  <c:v>80004</c:v>
                </c:pt>
                <c:pt idx="2">
                  <c:v>77859.88</c:v>
                </c:pt>
                <c:pt idx="3">
                  <c:v>75110.84</c:v>
                </c:pt>
                <c:pt idx="4">
                  <c:v>72268.03</c:v>
                </c:pt>
                <c:pt idx="5">
                  <c:v>69418.02</c:v>
                </c:pt>
                <c:pt idx="6">
                  <c:v>66475.759999999995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30D-4C00-B7C0-2CBAE77D2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561983"/>
        <c:axId val="70563423"/>
      </c:lineChart>
      <c:catAx>
        <c:axId val="7056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0563423"/>
        <c:crosses val="autoZero"/>
        <c:auto val="1"/>
        <c:lblAlgn val="ctr"/>
        <c:lblOffset val="100"/>
        <c:noMultiLvlLbl val="0"/>
      </c:catAx>
      <c:valAx>
        <c:axId val="705634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0561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2060"/>
      </a:solidFill>
      <a:round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PE" b="1"/>
              <a:t>Precision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margenes!$E$3</c:f>
              <c:strCache>
                <c:ptCount val="1"/>
                <c:pt idx="0">
                  <c:v>Margen 20%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margenes!$D$4:$D$16</c:f>
              <c:numCache>
                <c:formatCode>General</c:formatCode>
                <c:ptCount val="13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</c:numCache>
            </c:numRef>
          </c:cat>
          <c:val>
            <c:numRef>
              <c:f>margenes!$E$4:$E$16</c:f>
              <c:numCache>
                <c:formatCode>0.0%</c:formatCode>
                <c:ptCount val="13"/>
                <c:pt idx="0">
                  <c:v>0.87837799999999999</c:v>
                </c:pt>
                <c:pt idx="1">
                  <c:v>0.91830100000000003</c:v>
                </c:pt>
                <c:pt idx="2">
                  <c:v>0.88505699999999998</c:v>
                </c:pt>
                <c:pt idx="3">
                  <c:v>0.91</c:v>
                </c:pt>
                <c:pt idx="4">
                  <c:v>0.91400000000000003</c:v>
                </c:pt>
                <c:pt idx="5">
                  <c:v>0.91</c:v>
                </c:pt>
                <c:pt idx="6">
                  <c:v>0.93300000000000005</c:v>
                </c:pt>
                <c:pt idx="7">
                  <c:v>0.85699999999999998</c:v>
                </c:pt>
                <c:pt idx="8">
                  <c:v>0.877</c:v>
                </c:pt>
                <c:pt idx="9">
                  <c:v>0.80100000000000005</c:v>
                </c:pt>
                <c:pt idx="10">
                  <c:v>0.80700000000000005</c:v>
                </c:pt>
                <c:pt idx="11">
                  <c:v>0.80900000000000005</c:v>
                </c:pt>
                <c:pt idx="12">
                  <c:v>0.77500000000000002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F8E-4432-BC19-7C9C83E778B9}"/>
            </c:ext>
          </c:extLst>
        </c:ser>
        <c:ser>
          <c:idx val="1"/>
          <c:order val="1"/>
          <c:tx>
            <c:strRef>
              <c:f>margenes!$F$3</c:f>
              <c:strCache>
                <c:ptCount val="1"/>
                <c:pt idx="0">
                  <c:v>Margen 10%0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margenes!$D$4:$D$16</c:f>
              <c:numCache>
                <c:formatCode>General</c:formatCode>
                <c:ptCount val="13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</c:numCache>
            </c:numRef>
          </c:cat>
          <c:val>
            <c:numRef>
              <c:f>margenes!$F$4:$F$16</c:f>
              <c:numCache>
                <c:formatCode>0.0%</c:formatCode>
                <c:ptCount val="13"/>
                <c:pt idx="0">
                  <c:v>0.56216200000000005</c:v>
                </c:pt>
                <c:pt idx="1">
                  <c:v>0.51307199999999997</c:v>
                </c:pt>
                <c:pt idx="2">
                  <c:v>0.50574699999999995</c:v>
                </c:pt>
                <c:pt idx="3">
                  <c:v>0.55900000000000005</c:v>
                </c:pt>
                <c:pt idx="4">
                  <c:v>0.66400000000000003</c:v>
                </c:pt>
                <c:pt idx="5">
                  <c:v>0.69699999999999995</c:v>
                </c:pt>
                <c:pt idx="6">
                  <c:v>0.67300000000000004</c:v>
                </c:pt>
                <c:pt idx="7">
                  <c:v>0.58699999999999997</c:v>
                </c:pt>
                <c:pt idx="8">
                  <c:v>0.61799999999999999</c:v>
                </c:pt>
                <c:pt idx="9">
                  <c:v>0.51900000000000002</c:v>
                </c:pt>
                <c:pt idx="10">
                  <c:v>0.53700000000000003</c:v>
                </c:pt>
                <c:pt idx="11">
                  <c:v>0.56699999999999995</c:v>
                </c:pt>
                <c:pt idx="12">
                  <c:v>0.54400000000000004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F8E-4432-BC19-7C9C83E778B9}"/>
            </c:ext>
          </c:extLst>
        </c:ser>
        <c:ser>
          <c:idx val="2"/>
          <c:order val="2"/>
          <c:tx>
            <c:strRef>
              <c:f>margenes!$G$3</c:f>
              <c:strCache>
                <c:ptCount val="1"/>
                <c:pt idx="0">
                  <c:v>Margen 5%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margenes!$D$4:$D$16</c:f>
              <c:numCache>
                <c:formatCode>General</c:formatCode>
                <c:ptCount val="13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</c:numCache>
            </c:numRef>
          </c:cat>
          <c:val>
            <c:numRef>
              <c:f>margenes!$G$4:$G$16</c:f>
              <c:numCache>
                <c:formatCode>0.0%</c:formatCode>
                <c:ptCount val="13"/>
                <c:pt idx="0">
                  <c:v>0.37026999999999999</c:v>
                </c:pt>
                <c:pt idx="1">
                  <c:v>0.235294</c:v>
                </c:pt>
                <c:pt idx="2">
                  <c:v>0.21551699999999999</c:v>
                </c:pt>
                <c:pt idx="3">
                  <c:v>0.27100000000000002</c:v>
                </c:pt>
                <c:pt idx="4">
                  <c:v>0.34699999999999998</c:v>
                </c:pt>
                <c:pt idx="5">
                  <c:v>0.36299999999999999</c:v>
                </c:pt>
                <c:pt idx="6">
                  <c:v>0.35299999999999998</c:v>
                </c:pt>
                <c:pt idx="7">
                  <c:v>0.27300000000000002</c:v>
                </c:pt>
                <c:pt idx="8">
                  <c:v>0.28100000000000003</c:v>
                </c:pt>
                <c:pt idx="9">
                  <c:v>0.27200000000000002</c:v>
                </c:pt>
                <c:pt idx="10">
                  <c:v>0.25600000000000001</c:v>
                </c:pt>
                <c:pt idx="11">
                  <c:v>0.247</c:v>
                </c:pt>
                <c:pt idx="12">
                  <c:v>0.34100000000000003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F8E-4432-BC19-7C9C83E778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72464272"/>
        <c:axId val="1872461872"/>
      </c:lineChart>
      <c:catAx>
        <c:axId val="1872464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872461872"/>
        <c:crosses val="autoZero"/>
        <c:auto val="1"/>
        <c:lblAlgn val="ctr"/>
        <c:lblOffset val="100"/>
        <c:noMultiLvlLbl val="0"/>
      </c:catAx>
      <c:valAx>
        <c:axId val="187246187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87246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F6F4B8-FC7D-4239-A861-8FB267A6C3D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65EC20BD-F946-4692-A617-5FFFEE1662D5}">
      <dgm:prSet phldrT="[Texto]" custT="1"/>
      <dgm:spPr/>
      <dgm:t>
        <a:bodyPr/>
        <a:lstStyle/>
        <a:p>
          <a:r>
            <a:rPr lang="es-PE" sz="2000" dirty="0"/>
            <a:t>Input Saldos(S0,S1…,S6)</a:t>
          </a:r>
        </a:p>
      </dgm:t>
    </dgm:pt>
    <dgm:pt modelId="{3C874073-33CD-4BB5-B868-655537CBCB82}" type="parTrans" cxnId="{65EE50F6-3B62-4ABD-91DB-027602EA55D9}">
      <dgm:prSet/>
      <dgm:spPr/>
      <dgm:t>
        <a:bodyPr/>
        <a:lstStyle/>
        <a:p>
          <a:endParaRPr lang="es-PE"/>
        </a:p>
      </dgm:t>
    </dgm:pt>
    <dgm:pt modelId="{7683BEEF-4EBC-431B-857B-9C1127803EBB}" type="sibTrans" cxnId="{65EE50F6-3B62-4ABD-91DB-027602EA55D9}">
      <dgm:prSet/>
      <dgm:spPr/>
      <dgm:t>
        <a:bodyPr/>
        <a:lstStyle/>
        <a:p>
          <a:endParaRPr lang="es-PE"/>
        </a:p>
      </dgm:t>
    </dgm:pt>
    <dgm:pt modelId="{7739F418-A4F5-4502-9EAE-E7385A886962}">
      <dgm:prSet phldrT="[Texto]" custT="1"/>
      <dgm:spPr/>
      <dgm:t>
        <a:bodyPr/>
        <a:lstStyle/>
        <a:p>
          <a:r>
            <a:rPr lang="es-PE" sz="1800" dirty="0"/>
            <a:t>Fórmula Financiera+ Optimización</a:t>
          </a:r>
        </a:p>
      </dgm:t>
    </dgm:pt>
    <dgm:pt modelId="{2ADB5D4F-882B-407D-8393-207A5A54C900}" type="parTrans" cxnId="{01223FBC-E9B0-490C-A5A2-C866E6783EC7}">
      <dgm:prSet/>
      <dgm:spPr/>
      <dgm:t>
        <a:bodyPr/>
        <a:lstStyle/>
        <a:p>
          <a:endParaRPr lang="es-PE"/>
        </a:p>
      </dgm:t>
    </dgm:pt>
    <dgm:pt modelId="{98ECAD63-5ADF-458E-B097-569DF3D5BAF1}" type="sibTrans" cxnId="{01223FBC-E9B0-490C-A5A2-C866E6783EC7}">
      <dgm:prSet/>
      <dgm:spPr/>
      <dgm:t>
        <a:bodyPr/>
        <a:lstStyle/>
        <a:p>
          <a:endParaRPr lang="es-PE"/>
        </a:p>
      </dgm:t>
    </dgm:pt>
    <dgm:pt modelId="{D86B5011-A16F-4969-A7BF-BFE26494B51D}">
      <dgm:prSet phldrT="[Texto]" custT="1"/>
      <dgm:spPr/>
      <dgm:t>
        <a:bodyPr/>
        <a:lstStyle/>
        <a:p>
          <a:r>
            <a:rPr lang="es-PE" sz="1800" dirty="0"/>
            <a:t>Función no Lineal +Newton Raphson </a:t>
          </a:r>
        </a:p>
      </dgm:t>
    </dgm:pt>
    <dgm:pt modelId="{DEAD254C-98AE-4055-9D70-749F0F7B2586}" type="parTrans" cxnId="{C6818592-52FE-4C6D-9A77-6008711CC870}">
      <dgm:prSet/>
      <dgm:spPr/>
      <dgm:t>
        <a:bodyPr/>
        <a:lstStyle/>
        <a:p>
          <a:endParaRPr lang="es-PE"/>
        </a:p>
      </dgm:t>
    </dgm:pt>
    <dgm:pt modelId="{62C24AF5-8777-443A-99E3-B3F20B1FDDAF}" type="sibTrans" cxnId="{C6818592-52FE-4C6D-9A77-6008711CC870}">
      <dgm:prSet/>
      <dgm:spPr/>
      <dgm:t>
        <a:bodyPr/>
        <a:lstStyle/>
        <a:p>
          <a:endParaRPr lang="es-PE"/>
        </a:p>
      </dgm:t>
    </dgm:pt>
    <dgm:pt modelId="{17EB56E3-5ABB-4388-AC06-7E88D2D55BCD}">
      <dgm:prSet phldrT="[Texto]" custT="1"/>
      <dgm:spPr/>
      <dgm:t>
        <a:bodyPr/>
        <a:lstStyle/>
        <a:p>
          <a:r>
            <a:rPr lang="es-PE" sz="1800" dirty="0"/>
            <a:t>Función no Lineal +Brent</a:t>
          </a:r>
        </a:p>
      </dgm:t>
    </dgm:pt>
    <dgm:pt modelId="{0AEF45F0-BB6F-42EB-971D-102598597D04}" type="parTrans" cxnId="{B21292F7-EF4B-47D0-BB74-42EA39186022}">
      <dgm:prSet/>
      <dgm:spPr/>
      <dgm:t>
        <a:bodyPr/>
        <a:lstStyle/>
        <a:p>
          <a:endParaRPr lang="es-PE"/>
        </a:p>
      </dgm:t>
    </dgm:pt>
    <dgm:pt modelId="{FDA7592C-7FCB-4388-B818-48B604A84C33}" type="sibTrans" cxnId="{B21292F7-EF4B-47D0-BB74-42EA39186022}">
      <dgm:prSet/>
      <dgm:spPr/>
      <dgm:t>
        <a:bodyPr/>
        <a:lstStyle/>
        <a:p>
          <a:endParaRPr lang="es-PE"/>
        </a:p>
      </dgm:t>
    </dgm:pt>
    <dgm:pt modelId="{117D4A1F-0644-44DF-9F55-9776032C9CCA}">
      <dgm:prSet custT="1"/>
      <dgm:spPr/>
      <dgm:t>
        <a:bodyPr/>
        <a:lstStyle/>
        <a:p>
          <a:r>
            <a:rPr lang="es-PE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Ajuste por Estimación de saldos</a:t>
          </a:r>
        </a:p>
      </dgm:t>
    </dgm:pt>
    <dgm:pt modelId="{9B0446D9-68CE-4861-AF5F-7AD312FB5939}" type="parTrans" cxnId="{109C1543-6FF0-4ED4-ACFA-6EA72EA29377}">
      <dgm:prSet/>
      <dgm:spPr/>
      <dgm:t>
        <a:bodyPr/>
        <a:lstStyle/>
        <a:p>
          <a:endParaRPr lang="es-PE"/>
        </a:p>
      </dgm:t>
    </dgm:pt>
    <dgm:pt modelId="{8E142A96-0E91-4EBF-AAD4-2670CC271BAF}" type="sibTrans" cxnId="{109C1543-6FF0-4ED4-ACFA-6EA72EA29377}">
      <dgm:prSet/>
      <dgm:spPr/>
      <dgm:t>
        <a:bodyPr/>
        <a:lstStyle/>
        <a:p>
          <a:endParaRPr lang="es-PE"/>
        </a:p>
      </dgm:t>
    </dgm:pt>
    <mc:AlternateContent xmlns:mc="http://schemas.openxmlformats.org/markup-compatibility/2006" xmlns:a14="http://schemas.microsoft.com/office/drawing/2010/main">
      <mc:Choice Requires="a14">
        <dgm:pt modelId="{F13AFFC5-E39D-4E8B-AA01-A13136703F26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PE" sz="11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PE" sz="11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PE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s-P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∗(1+</m:t>
                            </m:r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P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PE" sz="1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m:oMathPara>
              </a14:m>
              <a:endParaRPr lang="es-PE" sz="1100" dirty="0"/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PE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PE" sz="1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P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PE" sz="11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PE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PE" sz="11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s-PE" sz="11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PE" sz="1100" i="1">
                        <a:latin typeface="Cambria Math" panose="02040503050406030204" pitchFamily="18" charset="0"/>
                      </a:rPr>
                      <m:t>𝐶</m:t>
                    </m:r>
                  </m:oMath>
                </m:oMathPara>
              </a14:m>
              <a:endParaRPr lang="es-PE" sz="1100" dirty="0"/>
            </a:p>
          </dgm:t>
        </dgm:pt>
      </mc:Choice>
      <mc:Fallback xmlns="">
        <dgm:pt modelId="{F13AFFC5-E39D-4E8B-AA01-A13136703F26}">
          <dgm:prSet custT="1"/>
          <dgm:spPr/>
          <dgm:t>
            <a:bodyPr/>
            <a:lstStyle/>
            <a:p>
              <a:r>
                <a:rPr lang="es-PE" sz="1100" i="0"/>
                <a:t>𝐶=(𝑆_0∗〖𝑟∗(1+𝑟)〗^𝑁)/(〖(1+𝑟)〗^𝑁−1)</a:t>
              </a:r>
              <a:endParaRPr lang="es-PE" sz="1100" dirty="0"/>
            </a:p>
            <a:p>
              <a:r>
                <a:rPr lang="es-PE" sz="1100" i="0"/>
                <a:t>𝑆_(𝑡+1)=𝑆_𝑡∗(1+𝑟)−𝐶</a:t>
              </a:r>
              <a:endParaRPr lang="es-PE" sz="1100" dirty="0"/>
            </a:p>
          </dgm:t>
        </dgm:pt>
      </mc:Fallback>
    </mc:AlternateContent>
    <dgm:pt modelId="{3BCF1B9B-8534-4BF7-BEA6-7AD7F8F3F7C5}" type="parTrans" cxnId="{6E9272D1-1C46-466D-AC59-4454A0CB3C27}">
      <dgm:prSet/>
      <dgm:spPr/>
      <dgm:t>
        <a:bodyPr/>
        <a:lstStyle/>
        <a:p>
          <a:endParaRPr lang="es-PE"/>
        </a:p>
      </dgm:t>
    </dgm:pt>
    <dgm:pt modelId="{7CE32285-D3F0-40E4-AE55-CEEED91DAF7A}" type="sibTrans" cxnId="{6E9272D1-1C46-466D-AC59-4454A0CB3C27}">
      <dgm:prSet/>
      <dgm:spPr/>
      <dgm:t>
        <a:bodyPr/>
        <a:lstStyle/>
        <a:p>
          <a:endParaRPr lang="es-PE"/>
        </a:p>
      </dgm:t>
    </dgm:pt>
    <mc:AlternateContent xmlns:mc="http://schemas.openxmlformats.org/markup-compatibility/2006" xmlns:a14="http://schemas.microsoft.com/office/drawing/2010/main">
      <mc:Choice Requires="a14">
        <dgm:pt modelId="{7B3A21DB-8938-4996-A0C3-444B073C3F29}">
          <dgm:prSet custT="1"/>
          <dgm:spPr/>
          <dgm:t>
            <a:bodyPr/>
            <a:lstStyle/>
            <a:p>
              <a:pPr>
                <a:buFont typeface="Times New Roman" panose="02020603050405020304" pitchFamily="18" charset="0"/>
                <a:buChar char="•"/>
              </a:pPr>
              <a14:m>
                <m:oMath xmlns:m="http://schemas.openxmlformats.org/officeDocument/2006/math">
                  <m:r>
                    <a:rPr lang="es-PE" sz="1050" b="0" i="1" smtClean="0">
                      <a:latin typeface="Cambria Math" panose="02040503050406030204" pitchFamily="18" charset="0"/>
                    </a:rPr>
                    <m:t>𝑀𝑖𝑛𝑖𝑚𝑖𝑧𝑎𝑐𝑖𝑜𝑛</m:t>
                  </m:r>
                  <m:r>
                    <a:rPr lang="es-PE" sz="1050" b="0" i="1" smtClean="0">
                      <a:latin typeface="Cambria Math" panose="02040503050406030204" pitchFamily="18" charset="0"/>
                    </a:rPr>
                    <m:t> </m:t>
                  </m:r>
                </m:oMath>
              </a14:m>
              <a:endParaRPr lang="es-PE" sz="1050" b="0" i="1" dirty="0">
                <a:latin typeface="Cambria Math" panose="02040503050406030204" pitchFamily="18" charset="0"/>
              </a:endParaRPr>
            </a:p>
            <a:p>
              <a:pPr>
                <a:buFont typeface="Times New Roman" panose="02020603050405020304" pitchFamily="18" charset="0"/>
                <a:buChar char="•"/>
              </a:pPr>
              <a14:m>
                <m:oMath xmlns:m="http://schemas.openxmlformats.org/officeDocument/2006/math">
                  <m:r>
                    <a:rPr lang="es-PE" sz="1050" i="1" smtClean="0">
                      <a:latin typeface="Cambria Math" panose="02040503050406030204" pitchFamily="18" charset="0"/>
                    </a:rPr>
                    <m:t>𝐸𝑟𝑟𝑜𝑟</m:t>
                  </m:r>
                  <m:r>
                    <a:rPr lang="es-PE" sz="1050" i="1" smtClean="0"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subHide m:val="on"/>
                      <m:supHide m:val="on"/>
                      <m:ctrlPr>
                        <a:rPr lang="es-PE" sz="1050" i="1">
                          <a:latin typeface="Cambria Math" panose="02040503050406030204" pitchFamily="18" charset="0"/>
                        </a:rPr>
                      </m:ctrlPr>
                    </m:naryPr>
                    <m:sub/>
                    <m:sup/>
                    <m:e>
                      <m:sSup>
                        <m:sSupPr>
                          <m:ctrlPr>
                            <a:rPr lang="es-PE" sz="10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s-PE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PE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sz="105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PE" sz="10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s-PE" sz="105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105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PE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PE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PE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nary>
                </m:oMath>
              </a14:m>
              <a:endParaRPr lang="es-PE" sz="900" dirty="0"/>
            </a:p>
          </dgm:t>
        </dgm:pt>
      </mc:Choice>
      <mc:Fallback xmlns="">
        <dgm:pt modelId="{7B3A21DB-8938-4996-A0C3-444B073C3F29}">
          <dgm:prSet custT="1"/>
          <dgm:spPr/>
          <dgm:t>
            <a:bodyPr/>
            <a:lstStyle/>
            <a:p>
              <a:pPr>
                <a:buFont typeface="Times New Roman" panose="02020603050405020304" pitchFamily="18" charset="0"/>
                <a:buChar char="•"/>
              </a:pPr>
              <a:r>
                <a:rPr lang="es-PE" sz="1050" b="0" i="0">
                  <a:latin typeface="Cambria Math" panose="02040503050406030204" pitchFamily="18" charset="0"/>
                </a:rPr>
                <a:t>𝑀𝑖𝑛𝑖𝑚𝑖𝑧𝑎𝑐𝑖𝑜𝑛 </a:t>
              </a:r>
              <a:endParaRPr lang="es-PE" sz="1050" b="0" i="1" dirty="0">
                <a:latin typeface="Cambria Math" panose="02040503050406030204" pitchFamily="18" charset="0"/>
              </a:endParaRPr>
            </a:p>
            <a:p>
              <a:pPr>
                <a:buFont typeface="Times New Roman" panose="02020603050405020304" pitchFamily="18" charset="0"/>
                <a:buChar char="•"/>
              </a:pPr>
              <a:r>
                <a:rPr lang="es-PE" sz="1050" i="0"/>
                <a:t>𝐸𝑟𝑟𝑜𝑟=∑▒〖((𝑆_𝑖 ) ⃗−𝑆_𝑖)〗^2 </a:t>
              </a:r>
              <a:endParaRPr lang="es-PE" sz="900" dirty="0"/>
            </a:p>
          </dgm:t>
        </dgm:pt>
      </mc:Fallback>
    </mc:AlternateContent>
    <dgm:pt modelId="{D055994A-C080-4E96-8218-4FC286A474C3}" type="parTrans" cxnId="{546CFDF5-13C7-43BE-ACF9-DA9E82B4B25E}">
      <dgm:prSet/>
      <dgm:spPr/>
      <dgm:t>
        <a:bodyPr/>
        <a:lstStyle/>
        <a:p>
          <a:endParaRPr lang="es-PE"/>
        </a:p>
      </dgm:t>
    </dgm:pt>
    <dgm:pt modelId="{58C70D16-32E6-42A5-808D-D100B9E403F7}" type="sibTrans" cxnId="{546CFDF5-13C7-43BE-ACF9-DA9E82B4B25E}">
      <dgm:prSet/>
      <dgm:spPr/>
      <dgm:t>
        <a:bodyPr/>
        <a:lstStyle/>
        <a:p>
          <a:endParaRPr lang="es-PE"/>
        </a:p>
      </dgm:t>
    </dgm:pt>
    <dgm:pt modelId="{7EA14F8B-DA68-4087-B5EC-A92C2DA92B86}">
      <dgm:prSet custT="1"/>
      <dgm:spPr/>
      <dgm:t>
        <a:bodyPr/>
        <a:lstStyle/>
        <a:p>
          <a:r>
            <a:rPr lang="es-PE" sz="1800" dirty="0"/>
            <a:t>Baja Precisión </a:t>
          </a:r>
        </a:p>
      </dgm:t>
    </dgm:pt>
    <dgm:pt modelId="{08B92CF8-5871-4F6C-8A78-D8CFCE781316}" type="parTrans" cxnId="{2CF1BF93-BD6D-454C-956F-FE496C7A297B}">
      <dgm:prSet/>
      <dgm:spPr/>
      <dgm:t>
        <a:bodyPr/>
        <a:lstStyle/>
        <a:p>
          <a:endParaRPr lang="es-PE"/>
        </a:p>
      </dgm:t>
    </dgm:pt>
    <dgm:pt modelId="{7C4722BE-3472-4091-A20E-BBE63DED4B61}" type="sibTrans" cxnId="{2CF1BF93-BD6D-454C-956F-FE496C7A297B}">
      <dgm:prSet/>
      <dgm:spPr/>
      <dgm:t>
        <a:bodyPr/>
        <a:lstStyle/>
        <a:p>
          <a:endParaRPr lang="es-PE"/>
        </a:p>
      </dgm:t>
    </dgm:pt>
    <dgm:pt modelId="{195DBFE6-C962-43B7-B734-47235394E1C9}">
      <dgm:prSet/>
      <dgm:spPr/>
      <dgm:t>
        <a:bodyPr/>
        <a:lstStyle/>
        <a:p>
          <a:endParaRPr lang="es-PE" dirty="0"/>
        </a:p>
      </dgm:t>
    </dgm:pt>
    <dgm:pt modelId="{350E4E9A-2338-4120-949A-747C13B94986}" type="parTrans" cxnId="{8671C547-C6DC-473B-A26C-E6CA58E5B415}">
      <dgm:prSet/>
      <dgm:spPr/>
      <dgm:t>
        <a:bodyPr/>
        <a:lstStyle/>
        <a:p>
          <a:endParaRPr lang="es-PE"/>
        </a:p>
      </dgm:t>
    </dgm:pt>
    <dgm:pt modelId="{CAF8931B-8C1C-4EE6-A6F5-53A87265991E}" type="sibTrans" cxnId="{8671C547-C6DC-473B-A26C-E6CA58E5B415}">
      <dgm:prSet/>
      <dgm:spPr/>
      <dgm:t>
        <a:bodyPr/>
        <a:lstStyle/>
        <a:p>
          <a:endParaRPr lang="es-PE"/>
        </a:p>
      </dgm:t>
    </dgm:pt>
    <dgm:pt modelId="{CEEF5252-3F61-43C6-B18F-BC6C24F633A6}">
      <dgm:prSet/>
      <dgm:spPr>
        <a:blipFill rotWithShape="0">
          <a:blip xmlns:r="http://schemas.openxmlformats.org/officeDocument/2006/relationships" r:embed="rId1"/>
          <a:srcRect/>
          <a:stretch>
            <a:fillRect l="-71000" r="-71000"/>
          </a:stretch>
        </a:blipFill>
      </dgm:spPr>
      <dgm:t>
        <a:bodyPr/>
        <a:lstStyle/>
        <a:p>
          <a:endParaRPr lang="es-PE" dirty="0"/>
        </a:p>
      </dgm:t>
    </dgm:pt>
    <dgm:pt modelId="{0F0E72AD-E3A9-4021-9189-F703CCFFCED5}" type="parTrans" cxnId="{4C02FF77-07A9-47AD-8470-76D190888DAD}">
      <dgm:prSet/>
      <dgm:spPr/>
      <dgm:t>
        <a:bodyPr/>
        <a:lstStyle/>
        <a:p>
          <a:endParaRPr lang="es-PE"/>
        </a:p>
      </dgm:t>
    </dgm:pt>
    <dgm:pt modelId="{EADA40CD-908F-4857-A15B-5EFF31E04B5C}" type="sibTrans" cxnId="{4C02FF77-07A9-47AD-8470-76D190888DAD}">
      <dgm:prSet/>
      <dgm:spPr/>
      <dgm:t>
        <a:bodyPr/>
        <a:lstStyle/>
        <a:p>
          <a:endParaRPr lang="es-PE"/>
        </a:p>
      </dgm:t>
    </dgm:pt>
    <dgm:pt modelId="{198C68C1-3E5E-4B5D-8882-08C39B831134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endParaRPr lang="es-PE" sz="700" dirty="0"/>
        </a:p>
      </dgm:t>
    </dgm:pt>
    <dgm:pt modelId="{F1DC73FE-ECBB-44E8-8E6F-AE5A3637E4F7}" type="parTrans" cxnId="{151E33D3-29D2-42AF-B2E0-908397D58FBB}">
      <dgm:prSet/>
      <dgm:spPr/>
      <dgm:t>
        <a:bodyPr/>
        <a:lstStyle/>
        <a:p>
          <a:endParaRPr lang="es-PE"/>
        </a:p>
      </dgm:t>
    </dgm:pt>
    <dgm:pt modelId="{BC2F2BBC-9D31-456D-89DA-4AACF4FC8092}" type="sibTrans" cxnId="{151E33D3-29D2-42AF-B2E0-908397D58FBB}">
      <dgm:prSet/>
      <dgm:spPr/>
      <dgm:t>
        <a:bodyPr/>
        <a:lstStyle/>
        <a:p>
          <a:endParaRPr lang="es-PE"/>
        </a:p>
      </dgm:t>
    </dgm:pt>
    <dgm:pt modelId="{FEA55646-0101-49ED-8DD0-40D12011D39D}">
      <dgm:prSet/>
      <dgm:spPr/>
      <dgm:t>
        <a:bodyPr/>
        <a:lstStyle/>
        <a:p>
          <a:endParaRPr lang="es-PE"/>
        </a:p>
      </dgm:t>
    </dgm:pt>
    <dgm:pt modelId="{1F4FC200-048F-43F6-A705-846C5D50DDB4}" type="parTrans" cxnId="{1AE8D843-1240-438D-8266-2033F4234D20}">
      <dgm:prSet/>
      <dgm:spPr/>
      <dgm:t>
        <a:bodyPr/>
        <a:lstStyle/>
        <a:p>
          <a:endParaRPr lang="es-PE"/>
        </a:p>
      </dgm:t>
    </dgm:pt>
    <dgm:pt modelId="{DD7D6D31-4357-4813-A917-52D53AA1FB4C}" type="sibTrans" cxnId="{1AE8D843-1240-438D-8266-2033F4234D20}">
      <dgm:prSet/>
      <dgm:spPr/>
      <dgm:t>
        <a:bodyPr/>
        <a:lstStyle/>
        <a:p>
          <a:endParaRPr lang="es-PE"/>
        </a:p>
      </dgm:t>
    </dgm:pt>
    <dgm:pt modelId="{3A4C6122-6DB6-453E-B1FE-53331DF026FA}">
      <dgm:prSet custT="1"/>
      <dgm:spPr/>
      <dgm:t>
        <a:bodyPr/>
        <a:lstStyle/>
        <a:p>
          <a:r>
            <a:rPr lang="es-PE" sz="1800" dirty="0">
              <a:solidFill>
                <a:srgbClr val="00B050"/>
              </a:solidFill>
            </a:rPr>
            <a:t>Alta Precisión</a:t>
          </a:r>
        </a:p>
        <a:p>
          <a:r>
            <a:rPr lang="es-PE" sz="1800" dirty="0"/>
            <a:t>Baja Variabilidad</a:t>
          </a:r>
        </a:p>
      </dgm:t>
    </dgm:pt>
    <dgm:pt modelId="{1FE6DC68-69E7-4E39-B69E-1E5A4C58AC1C}" type="parTrans" cxnId="{A4399AC3-51F7-4612-8806-7D3741AE5242}">
      <dgm:prSet/>
      <dgm:spPr/>
      <dgm:t>
        <a:bodyPr/>
        <a:lstStyle/>
        <a:p>
          <a:endParaRPr lang="es-PE"/>
        </a:p>
      </dgm:t>
    </dgm:pt>
    <dgm:pt modelId="{05592EA5-4A60-474D-92E4-03191584E107}" type="sibTrans" cxnId="{A4399AC3-51F7-4612-8806-7D3741AE5242}">
      <dgm:prSet/>
      <dgm:spPr/>
      <dgm:t>
        <a:bodyPr/>
        <a:lstStyle/>
        <a:p>
          <a:endParaRPr lang="es-PE"/>
        </a:p>
      </dgm:t>
    </dgm:pt>
    <dgm:pt modelId="{CD4209CD-CD19-4547-B740-F00AB0B2A490}">
      <dgm:prSet custT="1"/>
      <dgm:spPr/>
      <dgm:t>
        <a:bodyPr/>
        <a:lstStyle/>
        <a:p>
          <a:r>
            <a:rPr lang="es-PE" sz="1800" dirty="0">
              <a:solidFill>
                <a:srgbClr val="00B050"/>
              </a:solidFill>
            </a:rPr>
            <a:t>Alta precisión</a:t>
          </a:r>
        </a:p>
        <a:p>
          <a:r>
            <a:rPr lang="es-PE" sz="1800" dirty="0"/>
            <a:t>Baja Variabilidad</a:t>
          </a:r>
        </a:p>
      </dgm:t>
    </dgm:pt>
    <dgm:pt modelId="{C36CC1CC-811F-4C82-BAC8-80953D9F2512}" type="parTrans" cxnId="{CEE02607-A5FB-495B-AD07-5F7E3B176842}">
      <dgm:prSet/>
      <dgm:spPr/>
      <dgm:t>
        <a:bodyPr/>
        <a:lstStyle/>
        <a:p>
          <a:endParaRPr lang="es-PE"/>
        </a:p>
      </dgm:t>
    </dgm:pt>
    <dgm:pt modelId="{A209E209-44DA-432F-8A79-651C39F9E4F5}" type="sibTrans" cxnId="{CEE02607-A5FB-495B-AD07-5F7E3B176842}">
      <dgm:prSet/>
      <dgm:spPr/>
      <dgm:t>
        <a:bodyPr/>
        <a:lstStyle/>
        <a:p>
          <a:endParaRPr lang="es-PE"/>
        </a:p>
      </dgm:t>
    </dgm:pt>
    <dgm:pt modelId="{37F8F60C-C9BB-42DD-AE4C-53D8561B6463}">
      <dgm:prSet/>
      <dgm:spPr/>
      <dgm:t>
        <a:bodyPr/>
        <a:lstStyle/>
        <a:p>
          <a:r>
            <a:rPr lang="es-PE" dirty="0">
              <a:solidFill>
                <a:srgbClr val="00B050"/>
              </a:solidFill>
            </a:rPr>
            <a:t>Precisión Moderada</a:t>
          </a:r>
        </a:p>
        <a:p>
          <a:r>
            <a:rPr lang="es-PE" dirty="0"/>
            <a:t>Alta Variabilidad</a:t>
          </a:r>
        </a:p>
      </dgm:t>
    </dgm:pt>
    <dgm:pt modelId="{CE6A2D73-2620-4BBC-A541-A5DE99E615C1}" type="parTrans" cxnId="{85C611F9-23B1-4AA4-AF6A-052D1908D0DB}">
      <dgm:prSet/>
      <dgm:spPr/>
      <dgm:t>
        <a:bodyPr/>
        <a:lstStyle/>
        <a:p>
          <a:endParaRPr lang="es-PE"/>
        </a:p>
      </dgm:t>
    </dgm:pt>
    <dgm:pt modelId="{FC95D628-3124-43D3-828D-2C756593F715}" type="sibTrans" cxnId="{85C611F9-23B1-4AA4-AF6A-052D1908D0DB}">
      <dgm:prSet/>
      <dgm:spPr/>
      <dgm:t>
        <a:bodyPr/>
        <a:lstStyle/>
        <a:p>
          <a:endParaRPr lang="es-PE"/>
        </a:p>
      </dgm:t>
    </dgm:pt>
    <dgm:pt modelId="{048EA6B2-65F2-43FB-BE95-A9413A3243BC}" type="pres">
      <dgm:prSet presAssocID="{B5F6F4B8-FC7D-4239-A861-8FB267A6C3D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0AD97A4-ADE4-4495-8EB6-C1865D7C68B1}" type="pres">
      <dgm:prSet presAssocID="{65EC20BD-F946-4692-A617-5FFFEE1662D5}" presName="root1" presStyleCnt="0"/>
      <dgm:spPr/>
    </dgm:pt>
    <dgm:pt modelId="{4B61BD47-2FDF-4593-A685-81058846A762}" type="pres">
      <dgm:prSet presAssocID="{65EC20BD-F946-4692-A617-5FFFEE1662D5}" presName="LevelOneTextNode" presStyleLbl="node0" presStyleIdx="0" presStyleCnt="1">
        <dgm:presLayoutVars>
          <dgm:chPref val="3"/>
        </dgm:presLayoutVars>
      </dgm:prSet>
      <dgm:spPr/>
    </dgm:pt>
    <dgm:pt modelId="{AAA28F11-CFB9-4CAC-8838-3F060A2239BB}" type="pres">
      <dgm:prSet presAssocID="{65EC20BD-F946-4692-A617-5FFFEE1662D5}" presName="level2hierChild" presStyleCnt="0"/>
      <dgm:spPr/>
    </dgm:pt>
    <dgm:pt modelId="{B22B562F-4846-4E61-9F95-BBA44069D408}" type="pres">
      <dgm:prSet presAssocID="{2ADB5D4F-882B-407D-8393-207A5A54C900}" presName="conn2-1" presStyleLbl="parChTrans1D2" presStyleIdx="0" presStyleCnt="4"/>
      <dgm:spPr/>
    </dgm:pt>
    <dgm:pt modelId="{91B79730-E3CB-480A-AE25-69E68A1EDCBB}" type="pres">
      <dgm:prSet presAssocID="{2ADB5D4F-882B-407D-8393-207A5A54C900}" presName="connTx" presStyleLbl="parChTrans1D2" presStyleIdx="0" presStyleCnt="4"/>
      <dgm:spPr/>
    </dgm:pt>
    <dgm:pt modelId="{FD526ABC-A267-4DA4-AFAA-094EEC7C50EA}" type="pres">
      <dgm:prSet presAssocID="{7739F418-A4F5-4502-9EAE-E7385A886962}" presName="root2" presStyleCnt="0"/>
      <dgm:spPr/>
    </dgm:pt>
    <dgm:pt modelId="{FE3879A6-B582-405C-97B6-4592F47B54BA}" type="pres">
      <dgm:prSet presAssocID="{7739F418-A4F5-4502-9EAE-E7385A886962}" presName="LevelTwoTextNode" presStyleLbl="node2" presStyleIdx="0" presStyleCnt="4">
        <dgm:presLayoutVars>
          <dgm:chPref val="3"/>
        </dgm:presLayoutVars>
      </dgm:prSet>
      <dgm:spPr/>
    </dgm:pt>
    <dgm:pt modelId="{92E77C95-FD87-4A84-883B-6FF2393D7074}" type="pres">
      <dgm:prSet presAssocID="{7739F418-A4F5-4502-9EAE-E7385A886962}" presName="level3hierChild" presStyleCnt="0"/>
      <dgm:spPr/>
    </dgm:pt>
    <dgm:pt modelId="{F98D082A-6E2B-4731-9FA1-7285D980A2D1}" type="pres">
      <dgm:prSet presAssocID="{3BCF1B9B-8534-4BF7-BEA6-7AD7F8F3F7C5}" presName="conn2-1" presStyleLbl="parChTrans1D3" presStyleIdx="0" presStyleCnt="4"/>
      <dgm:spPr/>
    </dgm:pt>
    <dgm:pt modelId="{086480CB-F7C0-4DFF-8E3E-72CE043C36D7}" type="pres">
      <dgm:prSet presAssocID="{3BCF1B9B-8534-4BF7-BEA6-7AD7F8F3F7C5}" presName="connTx" presStyleLbl="parChTrans1D3" presStyleIdx="0" presStyleCnt="4"/>
      <dgm:spPr/>
    </dgm:pt>
    <dgm:pt modelId="{1FC987F7-338B-4503-9465-A0E275B4B9C6}" type="pres">
      <dgm:prSet presAssocID="{F13AFFC5-E39D-4E8B-AA01-A13136703F26}" presName="root2" presStyleCnt="0"/>
      <dgm:spPr/>
    </dgm:pt>
    <dgm:pt modelId="{92B17E8F-411A-4CF5-BB29-958FF9ED8DF1}" type="pres">
      <dgm:prSet presAssocID="{F13AFFC5-E39D-4E8B-AA01-A13136703F26}" presName="LevelTwoTextNode" presStyleLbl="node3" presStyleIdx="0" presStyleCnt="4">
        <dgm:presLayoutVars>
          <dgm:chPref val="3"/>
        </dgm:presLayoutVars>
      </dgm:prSet>
      <dgm:spPr/>
    </dgm:pt>
    <dgm:pt modelId="{AFF08D0F-84C6-4FE9-97ED-7F06B6F9F0F6}" type="pres">
      <dgm:prSet presAssocID="{F13AFFC5-E39D-4E8B-AA01-A13136703F26}" presName="level3hierChild" presStyleCnt="0"/>
      <dgm:spPr/>
    </dgm:pt>
    <dgm:pt modelId="{0644C365-3FE0-4413-AD08-A5619ADDFC45}" type="pres">
      <dgm:prSet presAssocID="{D055994A-C080-4E96-8218-4FC286A474C3}" presName="conn2-1" presStyleLbl="parChTrans1D4" presStyleIdx="0" presStyleCnt="6"/>
      <dgm:spPr/>
    </dgm:pt>
    <dgm:pt modelId="{80C2E3EF-93B2-46E2-9C77-3DDCF6CA0384}" type="pres">
      <dgm:prSet presAssocID="{D055994A-C080-4E96-8218-4FC286A474C3}" presName="connTx" presStyleLbl="parChTrans1D4" presStyleIdx="0" presStyleCnt="6"/>
      <dgm:spPr/>
    </dgm:pt>
    <dgm:pt modelId="{A7835028-B33A-464E-BEB0-FA9ECD6687C7}" type="pres">
      <dgm:prSet presAssocID="{7B3A21DB-8938-4996-A0C3-444B073C3F29}" presName="root2" presStyleCnt="0"/>
      <dgm:spPr/>
    </dgm:pt>
    <dgm:pt modelId="{A5EF935A-32E9-4EB8-B676-24F00E66364B}" type="pres">
      <dgm:prSet presAssocID="{7B3A21DB-8938-4996-A0C3-444B073C3F29}" presName="LevelTwoTextNode" presStyleLbl="node4" presStyleIdx="0" presStyleCnt="6">
        <dgm:presLayoutVars>
          <dgm:chPref val="3"/>
        </dgm:presLayoutVars>
      </dgm:prSet>
      <dgm:spPr/>
    </dgm:pt>
    <dgm:pt modelId="{D3CA97BB-3A41-4F26-8F17-55E22C9C8726}" type="pres">
      <dgm:prSet presAssocID="{7B3A21DB-8938-4996-A0C3-444B073C3F29}" presName="level3hierChild" presStyleCnt="0"/>
      <dgm:spPr/>
    </dgm:pt>
    <dgm:pt modelId="{B565BAA9-2545-42F5-A6A8-90A787D2264C}" type="pres">
      <dgm:prSet presAssocID="{08B92CF8-5871-4F6C-8A78-D8CFCE781316}" presName="conn2-1" presStyleLbl="parChTrans1D4" presStyleIdx="1" presStyleCnt="6"/>
      <dgm:spPr/>
    </dgm:pt>
    <dgm:pt modelId="{8AC303EE-FEBD-4B10-BE11-7D9E9CB0CB66}" type="pres">
      <dgm:prSet presAssocID="{08B92CF8-5871-4F6C-8A78-D8CFCE781316}" presName="connTx" presStyleLbl="parChTrans1D4" presStyleIdx="1" presStyleCnt="6"/>
      <dgm:spPr/>
    </dgm:pt>
    <dgm:pt modelId="{156D7878-BE74-487C-A3DB-3FFDF01DC202}" type="pres">
      <dgm:prSet presAssocID="{7EA14F8B-DA68-4087-B5EC-A92C2DA92B86}" presName="root2" presStyleCnt="0"/>
      <dgm:spPr/>
    </dgm:pt>
    <dgm:pt modelId="{1E782BC3-7E83-444E-9495-F3E98CE9AB22}" type="pres">
      <dgm:prSet presAssocID="{7EA14F8B-DA68-4087-B5EC-A92C2DA92B86}" presName="LevelTwoTextNode" presStyleLbl="node4" presStyleIdx="1" presStyleCnt="6">
        <dgm:presLayoutVars>
          <dgm:chPref val="3"/>
        </dgm:presLayoutVars>
      </dgm:prSet>
      <dgm:spPr/>
    </dgm:pt>
    <dgm:pt modelId="{9C4EDF2E-841A-4C7E-A32D-45D6E6B8D271}" type="pres">
      <dgm:prSet presAssocID="{7EA14F8B-DA68-4087-B5EC-A92C2DA92B86}" presName="level3hierChild" presStyleCnt="0"/>
      <dgm:spPr/>
    </dgm:pt>
    <dgm:pt modelId="{27E037B4-6808-4767-838D-B0A03AC6FBBA}" type="pres">
      <dgm:prSet presAssocID="{DEAD254C-98AE-4055-9D70-749F0F7B2586}" presName="conn2-1" presStyleLbl="parChTrans1D2" presStyleIdx="1" presStyleCnt="4"/>
      <dgm:spPr/>
    </dgm:pt>
    <dgm:pt modelId="{1D8B786E-2182-4836-BA98-AC08F5C4808B}" type="pres">
      <dgm:prSet presAssocID="{DEAD254C-98AE-4055-9D70-749F0F7B2586}" presName="connTx" presStyleLbl="parChTrans1D2" presStyleIdx="1" presStyleCnt="4"/>
      <dgm:spPr/>
    </dgm:pt>
    <dgm:pt modelId="{2AFFA0AB-167B-4454-8EA8-FBD1FC3386F6}" type="pres">
      <dgm:prSet presAssocID="{D86B5011-A16F-4969-A7BF-BFE26494B51D}" presName="root2" presStyleCnt="0"/>
      <dgm:spPr/>
    </dgm:pt>
    <dgm:pt modelId="{EAA0FBA4-CCA8-46CB-8C76-AF33DB2A9F21}" type="pres">
      <dgm:prSet presAssocID="{D86B5011-A16F-4969-A7BF-BFE26494B51D}" presName="LevelTwoTextNode" presStyleLbl="node2" presStyleIdx="1" presStyleCnt="4">
        <dgm:presLayoutVars>
          <dgm:chPref val="3"/>
        </dgm:presLayoutVars>
      </dgm:prSet>
      <dgm:spPr/>
    </dgm:pt>
    <dgm:pt modelId="{D3233B87-8447-481C-8A72-84BCDBB26F0B}" type="pres">
      <dgm:prSet presAssocID="{D86B5011-A16F-4969-A7BF-BFE26494B51D}" presName="level3hierChild" presStyleCnt="0"/>
      <dgm:spPr/>
    </dgm:pt>
    <dgm:pt modelId="{C851170B-0038-4582-BA67-DF6FBCEEC870}" type="pres">
      <dgm:prSet presAssocID="{350E4E9A-2338-4120-949A-747C13B94986}" presName="conn2-1" presStyleLbl="parChTrans1D3" presStyleIdx="1" presStyleCnt="4"/>
      <dgm:spPr/>
    </dgm:pt>
    <dgm:pt modelId="{786CAD74-67B9-46EC-8D42-9175B0FDFA6B}" type="pres">
      <dgm:prSet presAssocID="{350E4E9A-2338-4120-949A-747C13B94986}" presName="connTx" presStyleLbl="parChTrans1D3" presStyleIdx="1" presStyleCnt="4"/>
      <dgm:spPr/>
    </dgm:pt>
    <dgm:pt modelId="{A96B88A9-E871-41A9-8FE0-DDE8ECBB5C3A}" type="pres">
      <dgm:prSet presAssocID="{195DBFE6-C962-43B7-B734-47235394E1C9}" presName="root2" presStyleCnt="0"/>
      <dgm:spPr/>
    </dgm:pt>
    <dgm:pt modelId="{6EBAEFE2-2018-48B6-88BF-74EC72C072FD}" type="pres">
      <dgm:prSet presAssocID="{195DBFE6-C962-43B7-B734-47235394E1C9}" presName="LevelTwoTextNode" presStyleLbl="node3" presStyleIdx="1" presStyleCnt="4">
        <dgm:presLayoutVars>
          <dgm:chPref val="3"/>
        </dgm:presLayoutVars>
      </dgm:prSet>
      <dgm:spPr/>
    </dgm:pt>
    <dgm:pt modelId="{3B5C3864-544D-47C0-9A9D-75C9151F0917}" type="pres">
      <dgm:prSet presAssocID="{195DBFE6-C962-43B7-B734-47235394E1C9}" presName="level3hierChild" presStyleCnt="0"/>
      <dgm:spPr/>
    </dgm:pt>
    <dgm:pt modelId="{26E78B6A-9C56-480E-BD17-B813B618B1C3}" type="pres">
      <dgm:prSet presAssocID="{F1DC73FE-ECBB-44E8-8E6F-AE5A3637E4F7}" presName="conn2-1" presStyleLbl="parChTrans1D4" presStyleIdx="2" presStyleCnt="6"/>
      <dgm:spPr/>
    </dgm:pt>
    <dgm:pt modelId="{4965814A-D75F-4B68-A6F4-ACBB10D14203}" type="pres">
      <dgm:prSet presAssocID="{F1DC73FE-ECBB-44E8-8E6F-AE5A3637E4F7}" presName="connTx" presStyleLbl="parChTrans1D4" presStyleIdx="2" presStyleCnt="6"/>
      <dgm:spPr/>
    </dgm:pt>
    <dgm:pt modelId="{C9EF06A3-363F-45EB-A446-418C4DE3F222}" type="pres">
      <dgm:prSet presAssocID="{198C68C1-3E5E-4B5D-8882-08C39B831134}" presName="root2" presStyleCnt="0"/>
      <dgm:spPr/>
    </dgm:pt>
    <dgm:pt modelId="{771573AB-2C3A-48C7-B21B-AC40E9EE7FFE}" type="pres">
      <dgm:prSet presAssocID="{198C68C1-3E5E-4B5D-8882-08C39B831134}" presName="LevelTwoTextNode" presStyleLbl="node4" presStyleIdx="2" presStyleCnt="6" custScaleX="99451">
        <dgm:presLayoutVars>
          <dgm:chPref val="3"/>
        </dgm:presLayoutVars>
      </dgm:prSet>
      <dgm:spPr/>
    </dgm:pt>
    <dgm:pt modelId="{2F06AAF5-F8DA-4D82-87B2-276B3091F68E}" type="pres">
      <dgm:prSet presAssocID="{198C68C1-3E5E-4B5D-8882-08C39B831134}" presName="level3hierChild" presStyleCnt="0"/>
      <dgm:spPr/>
    </dgm:pt>
    <dgm:pt modelId="{82D54FAD-1268-4C2E-AF52-CCD32BDA9346}" type="pres">
      <dgm:prSet presAssocID="{1FE6DC68-69E7-4E39-B69E-1E5A4C58AC1C}" presName="conn2-1" presStyleLbl="parChTrans1D4" presStyleIdx="3" presStyleCnt="6"/>
      <dgm:spPr/>
    </dgm:pt>
    <dgm:pt modelId="{87F774A3-5A1B-437F-A3D8-81B2062A354E}" type="pres">
      <dgm:prSet presAssocID="{1FE6DC68-69E7-4E39-B69E-1E5A4C58AC1C}" presName="connTx" presStyleLbl="parChTrans1D4" presStyleIdx="3" presStyleCnt="6"/>
      <dgm:spPr/>
    </dgm:pt>
    <dgm:pt modelId="{00DE7286-32A1-4098-8178-0EABB24EAEF2}" type="pres">
      <dgm:prSet presAssocID="{3A4C6122-6DB6-453E-B1FE-53331DF026FA}" presName="root2" presStyleCnt="0"/>
      <dgm:spPr/>
    </dgm:pt>
    <dgm:pt modelId="{6C162F15-2ECB-4BDC-83C1-84A24A06E34E}" type="pres">
      <dgm:prSet presAssocID="{3A4C6122-6DB6-453E-B1FE-53331DF026FA}" presName="LevelTwoTextNode" presStyleLbl="node4" presStyleIdx="3" presStyleCnt="6">
        <dgm:presLayoutVars>
          <dgm:chPref val="3"/>
        </dgm:presLayoutVars>
      </dgm:prSet>
      <dgm:spPr/>
    </dgm:pt>
    <dgm:pt modelId="{56807EEA-0D5F-47AA-BC77-600A2044BD8D}" type="pres">
      <dgm:prSet presAssocID="{3A4C6122-6DB6-453E-B1FE-53331DF026FA}" presName="level3hierChild" presStyleCnt="0"/>
      <dgm:spPr/>
    </dgm:pt>
    <dgm:pt modelId="{21F659BB-979A-40DF-86FE-61D3863EB4F2}" type="pres">
      <dgm:prSet presAssocID="{0AEF45F0-BB6F-42EB-971D-102598597D04}" presName="conn2-1" presStyleLbl="parChTrans1D2" presStyleIdx="2" presStyleCnt="4"/>
      <dgm:spPr/>
    </dgm:pt>
    <dgm:pt modelId="{31234571-3616-4948-82F5-02A8651498C9}" type="pres">
      <dgm:prSet presAssocID="{0AEF45F0-BB6F-42EB-971D-102598597D04}" presName="connTx" presStyleLbl="parChTrans1D2" presStyleIdx="2" presStyleCnt="4"/>
      <dgm:spPr/>
    </dgm:pt>
    <dgm:pt modelId="{65B0517B-E98E-4CFD-97FC-77048CDE2298}" type="pres">
      <dgm:prSet presAssocID="{17EB56E3-5ABB-4388-AC06-7E88D2D55BCD}" presName="root2" presStyleCnt="0"/>
      <dgm:spPr/>
    </dgm:pt>
    <dgm:pt modelId="{ED75CDAD-D81A-4B3D-A60F-2501D26D46F9}" type="pres">
      <dgm:prSet presAssocID="{17EB56E3-5ABB-4388-AC06-7E88D2D55BCD}" presName="LevelTwoTextNode" presStyleLbl="node2" presStyleIdx="2" presStyleCnt="4">
        <dgm:presLayoutVars>
          <dgm:chPref val="3"/>
        </dgm:presLayoutVars>
      </dgm:prSet>
      <dgm:spPr/>
    </dgm:pt>
    <dgm:pt modelId="{F114BE73-BBE5-45B7-A288-0C91EED53FA0}" type="pres">
      <dgm:prSet presAssocID="{17EB56E3-5ABB-4388-AC06-7E88D2D55BCD}" presName="level3hierChild" presStyleCnt="0"/>
      <dgm:spPr/>
    </dgm:pt>
    <dgm:pt modelId="{3E5E2F1C-5E7B-47B0-85C1-1BA58E3FBC8A}" type="pres">
      <dgm:prSet presAssocID="{0F0E72AD-E3A9-4021-9189-F703CCFFCED5}" presName="conn2-1" presStyleLbl="parChTrans1D3" presStyleIdx="2" presStyleCnt="4"/>
      <dgm:spPr/>
    </dgm:pt>
    <dgm:pt modelId="{4431C68D-6738-438D-B682-0E17B08A3D5B}" type="pres">
      <dgm:prSet presAssocID="{0F0E72AD-E3A9-4021-9189-F703CCFFCED5}" presName="connTx" presStyleLbl="parChTrans1D3" presStyleIdx="2" presStyleCnt="4"/>
      <dgm:spPr/>
    </dgm:pt>
    <dgm:pt modelId="{DCCBC0EE-28E2-4902-8FDB-7FA8536510C0}" type="pres">
      <dgm:prSet presAssocID="{CEEF5252-3F61-43C6-B18F-BC6C24F633A6}" presName="root2" presStyleCnt="0"/>
      <dgm:spPr/>
    </dgm:pt>
    <dgm:pt modelId="{4B3744FC-2076-4779-A50D-7C5065DC86D9}" type="pres">
      <dgm:prSet presAssocID="{CEEF5252-3F61-43C6-B18F-BC6C24F633A6}" presName="LevelTwoTextNode" presStyleLbl="node3" presStyleIdx="2" presStyleCnt="4">
        <dgm:presLayoutVars>
          <dgm:chPref val="3"/>
        </dgm:presLayoutVars>
      </dgm:prSet>
      <dgm:spPr/>
    </dgm:pt>
    <dgm:pt modelId="{E39E07F2-9598-44C9-8C5F-F1212824B10F}" type="pres">
      <dgm:prSet presAssocID="{CEEF5252-3F61-43C6-B18F-BC6C24F633A6}" presName="level3hierChild" presStyleCnt="0"/>
      <dgm:spPr/>
    </dgm:pt>
    <dgm:pt modelId="{37D6CA98-43D9-4E81-9BFB-95CA24A4A9A6}" type="pres">
      <dgm:prSet presAssocID="{1F4FC200-048F-43F6-A705-846C5D50DDB4}" presName="conn2-1" presStyleLbl="parChTrans1D4" presStyleIdx="4" presStyleCnt="6"/>
      <dgm:spPr/>
    </dgm:pt>
    <dgm:pt modelId="{E66A8174-ED80-4802-8AFA-45D7B50E7398}" type="pres">
      <dgm:prSet presAssocID="{1F4FC200-048F-43F6-A705-846C5D50DDB4}" presName="connTx" presStyleLbl="parChTrans1D4" presStyleIdx="4" presStyleCnt="6"/>
      <dgm:spPr/>
    </dgm:pt>
    <dgm:pt modelId="{88BA4F0F-8C21-43B7-ACD9-A068A41AEC23}" type="pres">
      <dgm:prSet presAssocID="{FEA55646-0101-49ED-8DD0-40D12011D39D}" presName="root2" presStyleCnt="0"/>
      <dgm:spPr/>
    </dgm:pt>
    <dgm:pt modelId="{ED327B89-70E3-41BA-98F9-75566818FA72}" type="pres">
      <dgm:prSet presAssocID="{FEA55646-0101-49ED-8DD0-40D12011D39D}" presName="LevelTwoTextNode" presStyleLbl="node4" presStyleIdx="4" presStyleCnt="6">
        <dgm:presLayoutVars>
          <dgm:chPref val="3"/>
        </dgm:presLayoutVars>
      </dgm:prSet>
      <dgm:spPr/>
    </dgm:pt>
    <dgm:pt modelId="{83FF3EA3-EEF0-458B-9A61-DFDA282D9DAA}" type="pres">
      <dgm:prSet presAssocID="{FEA55646-0101-49ED-8DD0-40D12011D39D}" presName="level3hierChild" presStyleCnt="0"/>
      <dgm:spPr/>
    </dgm:pt>
    <dgm:pt modelId="{5AF07F1B-1213-40F8-BE0C-0BB42DBB9E68}" type="pres">
      <dgm:prSet presAssocID="{C36CC1CC-811F-4C82-BAC8-80953D9F2512}" presName="conn2-1" presStyleLbl="parChTrans1D4" presStyleIdx="5" presStyleCnt="6"/>
      <dgm:spPr/>
    </dgm:pt>
    <dgm:pt modelId="{B793CE55-2313-422A-A360-38753DB31426}" type="pres">
      <dgm:prSet presAssocID="{C36CC1CC-811F-4C82-BAC8-80953D9F2512}" presName="connTx" presStyleLbl="parChTrans1D4" presStyleIdx="5" presStyleCnt="6"/>
      <dgm:spPr/>
    </dgm:pt>
    <dgm:pt modelId="{AC33D366-DE4A-4E00-8F7A-E28962040BCD}" type="pres">
      <dgm:prSet presAssocID="{CD4209CD-CD19-4547-B740-F00AB0B2A490}" presName="root2" presStyleCnt="0"/>
      <dgm:spPr/>
    </dgm:pt>
    <dgm:pt modelId="{97AC18E5-B794-47BB-A644-6BBFEF33F04C}" type="pres">
      <dgm:prSet presAssocID="{CD4209CD-CD19-4547-B740-F00AB0B2A490}" presName="LevelTwoTextNode" presStyleLbl="node4" presStyleIdx="5" presStyleCnt="6">
        <dgm:presLayoutVars>
          <dgm:chPref val="3"/>
        </dgm:presLayoutVars>
      </dgm:prSet>
      <dgm:spPr/>
    </dgm:pt>
    <dgm:pt modelId="{1CA36FCF-C2C8-4DF2-B0D9-E5F13698537D}" type="pres">
      <dgm:prSet presAssocID="{CD4209CD-CD19-4547-B740-F00AB0B2A490}" presName="level3hierChild" presStyleCnt="0"/>
      <dgm:spPr/>
    </dgm:pt>
    <dgm:pt modelId="{46C6BE06-7579-4F90-80C2-09BA9448108C}" type="pres">
      <dgm:prSet presAssocID="{9B0446D9-68CE-4861-AF5F-7AD312FB5939}" presName="conn2-1" presStyleLbl="parChTrans1D2" presStyleIdx="3" presStyleCnt="4"/>
      <dgm:spPr/>
    </dgm:pt>
    <dgm:pt modelId="{7D9336B4-78FA-4A0F-934F-AA2B4EE36E57}" type="pres">
      <dgm:prSet presAssocID="{9B0446D9-68CE-4861-AF5F-7AD312FB5939}" presName="connTx" presStyleLbl="parChTrans1D2" presStyleIdx="3" presStyleCnt="4"/>
      <dgm:spPr/>
    </dgm:pt>
    <dgm:pt modelId="{CF23D05B-5720-4A1E-A6DB-CD56CF2F6B3B}" type="pres">
      <dgm:prSet presAssocID="{117D4A1F-0644-44DF-9F55-9776032C9CCA}" presName="root2" presStyleCnt="0"/>
      <dgm:spPr/>
    </dgm:pt>
    <dgm:pt modelId="{FCBC0613-1D64-4D77-B430-22ABCEDB3F74}" type="pres">
      <dgm:prSet presAssocID="{117D4A1F-0644-44DF-9F55-9776032C9CCA}" presName="LevelTwoTextNode" presStyleLbl="node2" presStyleIdx="3" presStyleCnt="4">
        <dgm:presLayoutVars>
          <dgm:chPref val="3"/>
        </dgm:presLayoutVars>
      </dgm:prSet>
      <dgm:spPr/>
    </dgm:pt>
    <dgm:pt modelId="{0104F146-28DD-41A5-B905-536B5F592D9A}" type="pres">
      <dgm:prSet presAssocID="{117D4A1F-0644-44DF-9F55-9776032C9CCA}" presName="level3hierChild" presStyleCnt="0"/>
      <dgm:spPr/>
    </dgm:pt>
    <dgm:pt modelId="{1602D2A0-F8AE-4EFD-B2EA-8EEE3AE24B0A}" type="pres">
      <dgm:prSet presAssocID="{CE6A2D73-2620-4BBC-A541-A5DE99E615C1}" presName="conn2-1" presStyleLbl="parChTrans1D3" presStyleIdx="3" presStyleCnt="4"/>
      <dgm:spPr/>
    </dgm:pt>
    <dgm:pt modelId="{DBA75BBD-2820-4659-9507-A136DE574D7F}" type="pres">
      <dgm:prSet presAssocID="{CE6A2D73-2620-4BBC-A541-A5DE99E615C1}" presName="connTx" presStyleLbl="parChTrans1D3" presStyleIdx="3" presStyleCnt="4"/>
      <dgm:spPr/>
    </dgm:pt>
    <dgm:pt modelId="{2E1B1A58-4B7A-42CA-BBE9-1204D7010184}" type="pres">
      <dgm:prSet presAssocID="{37F8F60C-C9BB-42DD-AE4C-53D8561B6463}" presName="root2" presStyleCnt="0"/>
      <dgm:spPr/>
    </dgm:pt>
    <dgm:pt modelId="{4D9B2174-C23F-45D0-88C7-D9C0D8159FC5}" type="pres">
      <dgm:prSet presAssocID="{37F8F60C-C9BB-42DD-AE4C-53D8561B6463}" presName="LevelTwoTextNode" presStyleLbl="node3" presStyleIdx="3" presStyleCnt="4">
        <dgm:presLayoutVars>
          <dgm:chPref val="3"/>
        </dgm:presLayoutVars>
      </dgm:prSet>
      <dgm:spPr/>
    </dgm:pt>
    <dgm:pt modelId="{98A95770-AF01-49BC-8D58-BBE8A0B4B991}" type="pres">
      <dgm:prSet presAssocID="{37F8F60C-C9BB-42DD-AE4C-53D8561B6463}" presName="level3hierChild" presStyleCnt="0"/>
      <dgm:spPr/>
    </dgm:pt>
  </dgm:ptLst>
  <dgm:cxnLst>
    <dgm:cxn modelId="{7F7A4F05-992B-4454-9E24-D275E88B0033}" type="presOf" srcId="{F13AFFC5-E39D-4E8B-AA01-A13136703F26}" destId="{92B17E8F-411A-4CF5-BB29-958FF9ED8DF1}" srcOrd="0" destOrd="0" presId="urn:microsoft.com/office/officeart/2008/layout/HorizontalMultiLevelHierarchy"/>
    <dgm:cxn modelId="{1264D205-4542-4C62-A758-565BCBC75AA2}" type="presOf" srcId="{37F8F60C-C9BB-42DD-AE4C-53D8561B6463}" destId="{4D9B2174-C23F-45D0-88C7-D9C0D8159FC5}" srcOrd="0" destOrd="0" presId="urn:microsoft.com/office/officeart/2008/layout/HorizontalMultiLevelHierarchy"/>
    <dgm:cxn modelId="{E6FF3906-71BE-4F89-A776-A1388306C109}" type="presOf" srcId="{7739F418-A4F5-4502-9EAE-E7385A886962}" destId="{FE3879A6-B582-405C-97B6-4592F47B54BA}" srcOrd="0" destOrd="0" presId="urn:microsoft.com/office/officeart/2008/layout/HorizontalMultiLevelHierarchy"/>
    <dgm:cxn modelId="{CEE02607-A5FB-495B-AD07-5F7E3B176842}" srcId="{FEA55646-0101-49ED-8DD0-40D12011D39D}" destId="{CD4209CD-CD19-4547-B740-F00AB0B2A490}" srcOrd="0" destOrd="0" parTransId="{C36CC1CC-811F-4C82-BAC8-80953D9F2512}" sibTransId="{A209E209-44DA-432F-8A79-651C39F9E4F5}"/>
    <dgm:cxn modelId="{0A3D9920-6CFB-4A8A-89AC-61C6DDE70834}" type="presOf" srcId="{9B0446D9-68CE-4861-AF5F-7AD312FB5939}" destId="{7D9336B4-78FA-4A0F-934F-AA2B4EE36E57}" srcOrd="1" destOrd="0" presId="urn:microsoft.com/office/officeart/2008/layout/HorizontalMultiLevelHierarchy"/>
    <dgm:cxn modelId="{7CE1DD29-D84C-4E9A-A1B9-1C815251D807}" type="presOf" srcId="{9B0446D9-68CE-4861-AF5F-7AD312FB5939}" destId="{46C6BE06-7579-4F90-80C2-09BA9448108C}" srcOrd="0" destOrd="0" presId="urn:microsoft.com/office/officeart/2008/layout/HorizontalMultiLevelHierarchy"/>
    <dgm:cxn modelId="{0540B132-123B-4DD7-A172-0070BF23ED3F}" type="presOf" srcId="{FEA55646-0101-49ED-8DD0-40D12011D39D}" destId="{ED327B89-70E3-41BA-98F9-75566818FA72}" srcOrd="0" destOrd="0" presId="urn:microsoft.com/office/officeart/2008/layout/HorizontalMultiLevelHierarchy"/>
    <dgm:cxn modelId="{3DA9BC37-4FDC-4C44-9C28-6755F8D368D9}" type="presOf" srcId="{08B92CF8-5871-4F6C-8A78-D8CFCE781316}" destId="{B565BAA9-2545-42F5-A6A8-90A787D2264C}" srcOrd="0" destOrd="0" presId="urn:microsoft.com/office/officeart/2008/layout/HorizontalMultiLevelHierarchy"/>
    <dgm:cxn modelId="{663AAD3F-460A-4A72-8912-CFB54326D869}" type="presOf" srcId="{08B92CF8-5871-4F6C-8A78-D8CFCE781316}" destId="{8AC303EE-FEBD-4B10-BE11-7D9E9CB0CB66}" srcOrd="1" destOrd="0" presId="urn:microsoft.com/office/officeart/2008/layout/HorizontalMultiLevelHierarchy"/>
    <dgm:cxn modelId="{475AE05B-80ED-4DD2-83BB-2B1A88F4F676}" type="presOf" srcId="{0F0E72AD-E3A9-4021-9189-F703CCFFCED5}" destId="{4431C68D-6738-438D-B682-0E17B08A3D5B}" srcOrd="1" destOrd="0" presId="urn:microsoft.com/office/officeart/2008/layout/HorizontalMultiLevelHierarchy"/>
    <dgm:cxn modelId="{7490A65F-D259-4050-89C4-79372600B276}" type="presOf" srcId="{F1DC73FE-ECBB-44E8-8E6F-AE5A3637E4F7}" destId="{4965814A-D75F-4B68-A6F4-ACBB10D14203}" srcOrd="1" destOrd="0" presId="urn:microsoft.com/office/officeart/2008/layout/HorizontalMultiLevelHierarchy"/>
    <dgm:cxn modelId="{109C1543-6FF0-4ED4-ACFA-6EA72EA29377}" srcId="{65EC20BD-F946-4692-A617-5FFFEE1662D5}" destId="{117D4A1F-0644-44DF-9F55-9776032C9CCA}" srcOrd="3" destOrd="0" parTransId="{9B0446D9-68CE-4861-AF5F-7AD312FB5939}" sibTransId="{8E142A96-0E91-4EBF-AAD4-2670CC271BAF}"/>
    <dgm:cxn modelId="{1AE8D843-1240-438D-8266-2033F4234D20}" srcId="{CEEF5252-3F61-43C6-B18F-BC6C24F633A6}" destId="{FEA55646-0101-49ED-8DD0-40D12011D39D}" srcOrd="0" destOrd="0" parTransId="{1F4FC200-048F-43F6-A705-846C5D50DDB4}" sibTransId="{DD7D6D31-4357-4813-A917-52D53AA1FB4C}"/>
    <dgm:cxn modelId="{9136A046-C085-4866-9187-BCA97C4B2F9C}" type="presOf" srcId="{D055994A-C080-4E96-8218-4FC286A474C3}" destId="{80C2E3EF-93B2-46E2-9C77-3DDCF6CA0384}" srcOrd="1" destOrd="0" presId="urn:microsoft.com/office/officeart/2008/layout/HorizontalMultiLevelHierarchy"/>
    <dgm:cxn modelId="{8671C547-C6DC-473B-A26C-E6CA58E5B415}" srcId="{D86B5011-A16F-4969-A7BF-BFE26494B51D}" destId="{195DBFE6-C962-43B7-B734-47235394E1C9}" srcOrd="0" destOrd="0" parTransId="{350E4E9A-2338-4120-949A-747C13B94986}" sibTransId="{CAF8931B-8C1C-4EE6-A6F5-53A87265991E}"/>
    <dgm:cxn modelId="{7200D747-5B2A-4ACC-8A6E-76D74ED032D9}" type="presOf" srcId="{CEEF5252-3F61-43C6-B18F-BC6C24F633A6}" destId="{4B3744FC-2076-4779-A50D-7C5065DC86D9}" srcOrd="0" destOrd="0" presId="urn:microsoft.com/office/officeart/2008/layout/HorizontalMultiLevelHierarchy"/>
    <dgm:cxn modelId="{59E94968-DC14-4857-A262-76DD8FAEC5C7}" type="presOf" srcId="{DEAD254C-98AE-4055-9D70-749F0F7B2586}" destId="{1D8B786E-2182-4836-BA98-AC08F5C4808B}" srcOrd="1" destOrd="0" presId="urn:microsoft.com/office/officeart/2008/layout/HorizontalMultiLevelHierarchy"/>
    <dgm:cxn modelId="{FF71B769-176F-4540-A604-9756EA6C763E}" type="presOf" srcId="{2ADB5D4F-882B-407D-8393-207A5A54C900}" destId="{91B79730-E3CB-480A-AE25-69E68A1EDCBB}" srcOrd="1" destOrd="0" presId="urn:microsoft.com/office/officeart/2008/layout/HorizontalMultiLevelHierarchy"/>
    <dgm:cxn modelId="{3F103D50-F9AB-486E-BA58-32B101EBC4BA}" type="presOf" srcId="{195DBFE6-C962-43B7-B734-47235394E1C9}" destId="{6EBAEFE2-2018-48B6-88BF-74EC72C072FD}" srcOrd="0" destOrd="0" presId="urn:microsoft.com/office/officeart/2008/layout/HorizontalMultiLevelHierarchy"/>
    <dgm:cxn modelId="{47C0C273-F989-44EB-B987-C5DB4AC76E7F}" type="presOf" srcId="{7B3A21DB-8938-4996-A0C3-444B073C3F29}" destId="{A5EF935A-32E9-4EB8-B676-24F00E66364B}" srcOrd="0" destOrd="0" presId="urn:microsoft.com/office/officeart/2008/layout/HorizontalMultiLevelHierarchy"/>
    <dgm:cxn modelId="{24AB4355-D062-4F71-8AEC-07055B4E44CE}" type="presOf" srcId="{C36CC1CC-811F-4C82-BAC8-80953D9F2512}" destId="{5AF07F1B-1213-40F8-BE0C-0BB42DBB9E68}" srcOrd="0" destOrd="0" presId="urn:microsoft.com/office/officeart/2008/layout/HorizontalMultiLevelHierarchy"/>
    <dgm:cxn modelId="{4C02FF77-07A9-47AD-8470-76D190888DAD}" srcId="{17EB56E3-5ABB-4388-AC06-7E88D2D55BCD}" destId="{CEEF5252-3F61-43C6-B18F-BC6C24F633A6}" srcOrd="0" destOrd="0" parTransId="{0F0E72AD-E3A9-4021-9189-F703CCFFCED5}" sibTransId="{EADA40CD-908F-4857-A15B-5EFF31E04B5C}"/>
    <dgm:cxn modelId="{759FD979-856D-44E9-8F68-1015EE57E75A}" type="presOf" srcId="{2ADB5D4F-882B-407D-8393-207A5A54C900}" destId="{B22B562F-4846-4E61-9F95-BBA44069D408}" srcOrd="0" destOrd="0" presId="urn:microsoft.com/office/officeart/2008/layout/HorizontalMultiLevelHierarchy"/>
    <dgm:cxn modelId="{A7BE717B-4455-4985-9CC8-40A256C6B083}" type="presOf" srcId="{B5F6F4B8-FC7D-4239-A861-8FB267A6C3D0}" destId="{048EA6B2-65F2-43FB-BE95-A9413A3243BC}" srcOrd="0" destOrd="0" presId="urn:microsoft.com/office/officeart/2008/layout/HorizontalMultiLevelHierarchy"/>
    <dgm:cxn modelId="{B501CF7F-C4E0-4236-986D-716A547FD590}" type="presOf" srcId="{198C68C1-3E5E-4B5D-8882-08C39B831134}" destId="{771573AB-2C3A-48C7-B21B-AC40E9EE7FFE}" srcOrd="0" destOrd="0" presId="urn:microsoft.com/office/officeart/2008/layout/HorizontalMultiLevelHierarchy"/>
    <dgm:cxn modelId="{158F4182-A6DD-41B3-99EB-B8FA6BEB94B8}" type="presOf" srcId="{17EB56E3-5ABB-4388-AC06-7E88D2D55BCD}" destId="{ED75CDAD-D81A-4B3D-A60F-2501D26D46F9}" srcOrd="0" destOrd="0" presId="urn:microsoft.com/office/officeart/2008/layout/HorizontalMultiLevelHierarchy"/>
    <dgm:cxn modelId="{9F55DC82-1999-492B-879A-FCB29724230B}" type="presOf" srcId="{1FE6DC68-69E7-4E39-B69E-1E5A4C58AC1C}" destId="{87F774A3-5A1B-437F-A3D8-81B2062A354E}" srcOrd="1" destOrd="0" presId="urn:microsoft.com/office/officeart/2008/layout/HorizontalMultiLevelHierarchy"/>
    <dgm:cxn modelId="{76BF2E8E-E13F-4BAD-9C78-C2058BED7AC2}" type="presOf" srcId="{117D4A1F-0644-44DF-9F55-9776032C9CCA}" destId="{FCBC0613-1D64-4D77-B430-22ABCEDB3F74}" srcOrd="0" destOrd="0" presId="urn:microsoft.com/office/officeart/2008/layout/HorizontalMultiLevelHierarchy"/>
    <dgm:cxn modelId="{C6818592-52FE-4C6D-9A77-6008711CC870}" srcId="{65EC20BD-F946-4692-A617-5FFFEE1662D5}" destId="{D86B5011-A16F-4969-A7BF-BFE26494B51D}" srcOrd="1" destOrd="0" parTransId="{DEAD254C-98AE-4055-9D70-749F0F7B2586}" sibTransId="{62C24AF5-8777-443A-99E3-B3F20B1FDDAF}"/>
    <dgm:cxn modelId="{2CF1BF93-BD6D-454C-956F-FE496C7A297B}" srcId="{7B3A21DB-8938-4996-A0C3-444B073C3F29}" destId="{7EA14F8B-DA68-4087-B5EC-A92C2DA92B86}" srcOrd="0" destOrd="0" parTransId="{08B92CF8-5871-4F6C-8A78-D8CFCE781316}" sibTransId="{7C4722BE-3472-4091-A20E-BBE63DED4B61}"/>
    <dgm:cxn modelId="{1E10B994-E291-4FF1-B68A-883276B15809}" type="presOf" srcId="{D055994A-C080-4E96-8218-4FC286A474C3}" destId="{0644C365-3FE0-4413-AD08-A5619ADDFC45}" srcOrd="0" destOrd="0" presId="urn:microsoft.com/office/officeart/2008/layout/HorizontalMultiLevelHierarchy"/>
    <dgm:cxn modelId="{C4EF2295-F576-467D-A11A-714549FCF244}" type="presOf" srcId="{CE6A2D73-2620-4BBC-A541-A5DE99E615C1}" destId="{DBA75BBD-2820-4659-9507-A136DE574D7F}" srcOrd="1" destOrd="0" presId="urn:microsoft.com/office/officeart/2008/layout/HorizontalMultiLevelHierarchy"/>
    <dgm:cxn modelId="{37AD30AD-D067-4A04-BC1C-3C0E51325FDD}" type="presOf" srcId="{CD4209CD-CD19-4547-B740-F00AB0B2A490}" destId="{97AC18E5-B794-47BB-A644-6BBFEF33F04C}" srcOrd="0" destOrd="0" presId="urn:microsoft.com/office/officeart/2008/layout/HorizontalMultiLevelHierarchy"/>
    <dgm:cxn modelId="{D0677BB1-6879-416C-99FF-B1C6CCEE30D8}" type="presOf" srcId="{3BCF1B9B-8534-4BF7-BEA6-7AD7F8F3F7C5}" destId="{086480CB-F7C0-4DFF-8E3E-72CE043C36D7}" srcOrd="1" destOrd="0" presId="urn:microsoft.com/office/officeart/2008/layout/HorizontalMultiLevelHierarchy"/>
    <dgm:cxn modelId="{260D2BB8-4819-4E17-9504-C2729C122546}" type="presOf" srcId="{7EA14F8B-DA68-4087-B5EC-A92C2DA92B86}" destId="{1E782BC3-7E83-444E-9495-F3E98CE9AB22}" srcOrd="0" destOrd="0" presId="urn:microsoft.com/office/officeart/2008/layout/HorizontalMultiLevelHierarchy"/>
    <dgm:cxn modelId="{01223FBC-E9B0-490C-A5A2-C866E6783EC7}" srcId="{65EC20BD-F946-4692-A617-5FFFEE1662D5}" destId="{7739F418-A4F5-4502-9EAE-E7385A886962}" srcOrd="0" destOrd="0" parTransId="{2ADB5D4F-882B-407D-8393-207A5A54C900}" sibTransId="{98ECAD63-5ADF-458E-B097-569DF3D5BAF1}"/>
    <dgm:cxn modelId="{A4399AC3-51F7-4612-8806-7D3741AE5242}" srcId="{198C68C1-3E5E-4B5D-8882-08C39B831134}" destId="{3A4C6122-6DB6-453E-B1FE-53331DF026FA}" srcOrd="0" destOrd="0" parTransId="{1FE6DC68-69E7-4E39-B69E-1E5A4C58AC1C}" sibTransId="{05592EA5-4A60-474D-92E4-03191584E107}"/>
    <dgm:cxn modelId="{DC7434C6-9A83-4F8A-9039-FA1719AEF9F9}" type="presOf" srcId="{1F4FC200-048F-43F6-A705-846C5D50DDB4}" destId="{E66A8174-ED80-4802-8AFA-45D7B50E7398}" srcOrd="1" destOrd="0" presId="urn:microsoft.com/office/officeart/2008/layout/HorizontalMultiLevelHierarchy"/>
    <dgm:cxn modelId="{3B6821C7-2264-40EB-B815-B6746EE21552}" type="presOf" srcId="{DEAD254C-98AE-4055-9D70-749F0F7B2586}" destId="{27E037B4-6808-4767-838D-B0A03AC6FBBA}" srcOrd="0" destOrd="0" presId="urn:microsoft.com/office/officeart/2008/layout/HorizontalMultiLevelHierarchy"/>
    <dgm:cxn modelId="{C001D6C9-E69E-46A0-9F61-089FE29C27D7}" type="presOf" srcId="{0F0E72AD-E3A9-4021-9189-F703CCFFCED5}" destId="{3E5E2F1C-5E7B-47B0-85C1-1BA58E3FBC8A}" srcOrd="0" destOrd="0" presId="urn:microsoft.com/office/officeart/2008/layout/HorizontalMultiLevelHierarchy"/>
    <dgm:cxn modelId="{F51E34CD-DB36-462A-884B-52A684D7094F}" type="presOf" srcId="{1F4FC200-048F-43F6-A705-846C5D50DDB4}" destId="{37D6CA98-43D9-4E81-9BFB-95CA24A4A9A6}" srcOrd="0" destOrd="0" presId="urn:microsoft.com/office/officeart/2008/layout/HorizontalMultiLevelHierarchy"/>
    <dgm:cxn modelId="{C9B715CE-DE98-4041-B043-F2928B0E2A2F}" type="presOf" srcId="{0AEF45F0-BB6F-42EB-971D-102598597D04}" destId="{31234571-3616-4948-82F5-02A8651498C9}" srcOrd="1" destOrd="0" presId="urn:microsoft.com/office/officeart/2008/layout/HorizontalMultiLevelHierarchy"/>
    <dgm:cxn modelId="{6E9272D1-1C46-466D-AC59-4454A0CB3C27}" srcId="{7739F418-A4F5-4502-9EAE-E7385A886962}" destId="{F13AFFC5-E39D-4E8B-AA01-A13136703F26}" srcOrd="0" destOrd="0" parTransId="{3BCF1B9B-8534-4BF7-BEA6-7AD7F8F3F7C5}" sibTransId="{7CE32285-D3F0-40E4-AE55-CEEED91DAF7A}"/>
    <dgm:cxn modelId="{F19EB5D1-B317-4CEE-A0C7-114754BCAAF3}" type="presOf" srcId="{65EC20BD-F946-4692-A617-5FFFEE1662D5}" destId="{4B61BD47-2FDF-4593-A685-81058846A762}" srcOrd="0" destOrd="0" presId="urn:microsoft.com/office/officeart/2008/layout/HorizontalMultiLevelHierarchy"/>
    <dgm:cxn modelId="{151E33D3-29D2-42AF-B2E0-908397D58FBB}" srcId="{195DBFE6-C962-43B7-B734-47235394E1C9}" destId="{198C68C1-3E5E-4B5D-8882-08C39B831134}" srcOrd="0" destOrd="0" parTransId="{F1DC73FE-ECBB-44E8-8E6F-AE5A3637E4F7}" sibTransId="{BC2F2BBC-9D31-456D-89DA-4AACF4FC8092}"/>
    <dgm:cxn modelId="{E0153FDF-3C79-49F2-8F5E-B89E7973088A}" type="presOf" srcId="{1FE6DC68-69E7-4E39-B69E-1E5A4C58AC1C}" destId="{82D54FAD-1268-4C2E-AF52-CCD32BDA9346}" srcOrd="0" destOrd="0" presId="urn:microsoft.com/office/officeart/2008/layout/HorizontalMultiLevelHierarchy"/>
    <dgm:cxn modelId="{FF0049E0-9B55-4FF1-BFAE-712BCCFC4FAA}" type="presOf" srcId="{C36CC1CC-811F-4C82-BAC8-80953D9F2512}" destId="{B793CE55-2313-422A-A360-38753DB31426}" srcOrd="1" destOrd="0" presId="urn:microsoft.com/office/officeart/2008/layout/HorizontalMultiLevelHierarchy"/>
    <dgm:cxn modelId="{241D5EE2-05F4-4C5F-AD4D-7799AA2492A0}" type="presOf" srcId="{0AEF45F0-BB6F-42EB-971D-102598597D04}" destId="{21F659BB-979A-40DF-86FE-61D3863EB4F2}" srcOrd="0" destOrd="0" presId="urn:microsoft.com/office/officeart/2008/layout/HorizontalMultiLevelHierarchy"/>
    <dgm:cxn modelId="{659637EB-F145-42E9-9C35-12B568F5016B}" type="presOf" srcId="{3A4C6122-6DB6-453E-B1FE-53331DF026FA}" destId="{6C162F15-2ECB-4BDC-83C1-84A24A06E34E}" srcOrd="0" destOrd="0" presId="urn:microsoft.com/office/officeart/2008/layout/HorizontalMultiLevelHierarchy"/>
    <dgm:cxn modelId="{F2420BEC-8EBE-4354-88BF-6602B0BA58AF}" type="presOf" srcId="{CE6A2D73-2620-4BBC-A541-A5DE99E615C1}" destId="{1602D2A0-F8AE-4EFD-B2EA-8EEE3AE24B0A}" srcOrd="0" destOrd="0" presId="urn:microsoft.com/office/officeart/2008/layout/HorizontalMultiLevelHierarchy"/>
    <dgm:cxn modelId="{6D69E4EF-1596-4626-9870-49698E455EBF}" type="presOf" srcId="{350E4E9A-2338-4120-949A-747C13B94986}" destId="{786CAD74-67B9-46EC-8D42-9175B0FDFA6B}" srcOrd="1" destOrd="0" presId="urn:microsoft.com/office/officeart/2008/layout/HorizontalMultiLevelHierarchy"/>
    <dgm:cxn modelId="{1A57A4F5-536B-4A49-AF0B-A3D4336DC28C}" type="presOf" srcId="{F1DC73FE-ECBB-44E8-8E6F-AE5A3637E4F7}" destId="{26E78B6A-9C56-480E-BD17-B813B618B1C3}" srcOrd="0" destOrd="0" presId="urn:microsoft.com/office/officeart/2008/layout/HorizontalMultiLevelHierarchy"/>
    <dgm:cxn modelId="{EB13E1F5-60CD-440B-999C-FE3E0FA5EAB6}" type="presOf" srcId="{3BCF1B9B-8534-4BF7-BEA6-7AD7F8F3F7C5}" destId="{F98D082A-6E2B-4731-9FA1-7285D980A2D1}" srcOrd="0" destOrd="0" presId="urn:microsoft.com/office/officeart/2008/layout/HorizontalMultiLevelHierarchy"/>
    <dgm:cxn modelId="{546CFDF5-13C7-43BE-ACF9-DA9E82B4B25E}" srcId="{F13AFFC5-E39D-4E8B-AA01-A13136703F26}" destId="{7B3A21DB-8938-4996-A0C3-444B073C3F29}" srcOrd="0" destOrd="0" parTransId="{D055994A-C080-4E96-8218-4FC286A474C3}" sibTransId="{58C70D16-32E6-42A5-808D-D100B9E403F7}"/>
    <dgm:cxn modelId="{65EE50F6-3B62-4ABD-91DB-027602EA55D9}" srcId="{B5F6F4B8-FC7D-4239-A861-8FB267A6C3D0}" destId="{65EC20BD-F946-4692-A617-5FFFEE1662D5}" srcOrd="0" destOrd="0" parTransId="{3C874073-33CD-4BB5-B868-655537CBCB82}" sibTransId="{7683BEEF-4EBC-431B-857B-9C1127803EBB}"/>
    <dgm:cxn modelId="{BF6F72F6-370E-4802-934D-BD390E178983}" type="presOf" srcId="{D86B5011-A16F-4969-A7BF-BFE26494B51D}" destId="{EAA0FBA4-CCA8-46CB-8C76-AF33DB2A9F21}" srcOrd="0" destOrd="0" presId="urn:microsoft.com/office/officeart/2008/layout/HorizontalMultiLevelHierarchy"/>
    <dgm:cxn modelId="{B21292F7-EF4B-47D0-BB74-42EA39186022}" srcId="{65EC20BD-F946-4692-A617-5FFFEE1662D5}" destId="{17EB56E3-5ABB-4388-AC06-7E88D2D55BCD}" srcOrd="2" destOrd="0" parTransId="{0AEF45F0-BB6F-42EB-971D-102598597D04}" sibTransId="{FDA7592C-7FCB-4388-B818-48B604A84C33}"/>
    <dgm:cxn modelId="{85C611F9-23B1-4AA4-AF6A-052D1908D0DB}" srcId="{117D4A1F-0644-44DF-9F55-9776032C9CCA}" destId="{37F8F60C-C9BB-42DD-AE4C-53D8561B6463}" srcOrd="0" destOrd="0" parTransId="{CE6A2D73-2620-4BBC-A541-A5DE99E615C1}" sibTransId="{FC95D628-3124-43D3-828D-2C756593F715}"/>
    <dgm:cxn modelId="{233C1DFF-8272-4453-8C65-D0055413FC81}" type="presOf" srcId="{350E4E9A-2338-4120-949A-747C13B94986}" destId="{C851170B-0038-4582-BA67-DF6FBCEEC870}" srcOrd="0" destOrd="0" presId="urn:microsoft.com/office/officeart/2008/layout/HorizontalMultiLevelHierarchy"/>
    <dgm:cxn modelId="{FD264455-435B-47D9-8302-417E152AD0E7}" type="presParOf" srcId="{048EA6B2-65F2-43FB-BE95-A9413A3243BC}" destId="{F0AD97A4-ADE4-4495-8EB6-C1865D7C68B1}" srcOrd="0" destOrd="0" presId="urn:microsoft.com/office/officeart/2008/layout/HorizontalMultiLevelHierarchy"/>
    <dgm:cxn modelId="{C1E3AF90-6E8B-468F-8A51-0926A0CEF9E1}" type="presParOf" srcId="{F0AD97A4-ADE4-4495-8EB6-C1865D7C68B1}" destId="{4B61BD47-2FDF-4593-A685-81058846A762}" srcOrd="0" destOrd="0" presId="urn:microsoft.com/office/officeart/2008/layout/HorizontalMultiLevelHierarchy"/>
    <dgm:cxn modelId="{D9C0F00F-7B17-47A3-AC58-F493A1BF350B}" type="presParOf" srcId="{F0AD97A4-ADE4-4495-8EB6-C1865D7C68B1}" destId="{AAA28F11-CFB9-4CAC-8838-3F060A2239BB}" srcOrd="1" destOrd="0" presId="urn:microsoft.com/office/officeart/2008/layout/HorizontalMultiLevelHierarchy"/>
    <dgm:cxn modelId="{3DAA72C4-80A6-4FF8-A276-35C23FF1EF7C}" type="presParOf" srcId="{AAA28F11-CFB9-4CAC-8838-3F060A2239BB}" destId="{B22B562F-4846-4E61-9F95-BBA44069D408}" srcOrd="0" destOrd="0" presId="urn:microsoft.com/office/officeart/2008/layout/HorizontalMultiLevelHierarchy"/>
    <dgm:cxn modelId="{58288260-0AA6-47ED-84E9-3547907E8CC7}" type="presParOf" srcId="{B22B562F-4846-4E61-9F95-BBA44069D408}" destId="{91B79730-E3CB-480A-AE25-69E68A1EDCBB}" srcOrd="0" destOrd="0" presId="urn:microsoft.com/office/officeart/2008/layout/HorizontalMultiLevelHierarchy"/>
    <dgm:cxn modelId="{B13ED630-8308-47B6-9B6B-7DD30620A0A3}" type="presParOf" srcId="{AAA28F11-CFB9-4CAC-8838-3F060A2239BB}" destId="{FD526ABC-A267-4DA4-AFAA-094EEC7C50EA}" srcOrd="1" destOrd="0" presId="urn:microsoft.com/office/officeart/2008/layout/HorizontalMultiLevelHierarchy"/>
    <dgm:cxn modelId="{86DCCC29-3975-4DC4-A6BE-DFDF33E2CD41}" type="presParOf" srcId="{FD526ABC-A267-4DA4-AFAA-094EEC7C50EA}" destId="{FE3879A6-B582-405C-97B6-4592F47B54BA}" srcOrd="0" destOrd="0" presId="urn:microsoft.com/office/officeart/2008/layout/HorizontalMultiLevelHierarchy"/>
    <dgm:cxn modelId="{3234A48E-D213-4832-B49D-D78756C5FF29}" type="presParOf" srcId="{FD526ABC-A267-4DA4-AFAA-094EEC7C50EA}" destId="{92E77C95-FD87-4A84-883B-6FF2393D7074}" srcOrd="1" destOrd="0" presId="urn:microsoft.com/office/officeart/2008/layout/HorizontalMultiLevelHierarchy"/>
    <dgm:cxn modelId="{39E6256C-37F3-4AE2-802A-6C1F4465DFF7}" type="presParOf" srcId="{92E77C95-FD87-4A84-883B-6FF2393D7074}" destId="{F98D082A-6E2B-4731-9FA1-7285D980A2D1}" srcOrd="0" destOrd="0" presId="urn:microsoft.com/office/officeart/2008/layout/HorizontalMultiLevelHierarchy"/>
    <dgm:cxn modelId="{225BED16-7426-42D6-9C0C-BE4795A34281}" type="presParOf" srcId="{F98D082A-6E2B-4731-9FA1-7285D980A2D1}" destId="{086480CB-F7C0-4DFF-8E3E-72CE043C36D7}" srcOrd="0" destOrd="0" presId="urn:microsoft.com/office/officeart/2008/layout/HorizontalMultiLevelHierarchy"/>
    <dgm:cxn modelId="{8F0A1D92-3A3F-4294-B78D-C52B91A26BF5}" type="presParOf" srcId="{92E77C95-FD87-4A84-883B-6FF2393D7074}" destId="{1FC987F7-338B-4503-9465-A0E275B4B9C6}" srcOrd="1" destOrd="0" presId="urn:microsoft.com/office/officeart/2008/layout/HorizontalMultiLevelHierarchy"/>
    <dgm:cxn modelId="{DD3F8A27-8667-4C72-B1A7-E1883F5B5132}" type="presParOf" srcId="{1FC987F7-338B-4503-9465-A0E275B4B9C6}" destId="{92B17E8F-411A-4CF5-BB29-958FF9ED8DF1}" srcOrd="0" destOrd="0" presId="urn:microsoft.com/office/officeart/2008/layout/HorizontalMultiLevelHierarchy"/>
    <dgm:cxn modelId="{AA3E99D3-CE34-40A0-BBF8-52C956E12757}" type="presParOf" srcId="{1FC987F7-338B-4503-9465-A0E275B4B9C6}" destId="{AFF08D0F-84C6-4FE9-97ED-7F06B6F9F0F6}" srcOrd="1" destOrd="0" presId="urn:microsoft.com/office/officeart/2008/layout/HorizontalMultiLevelHierarchy"/>
    <dgm:cxn modelId="{D8E6905E-AB88-48C9-8431-E45FDD345D5B}" type="presParOf" srcId="{AFF08D0F-84C6-4FE9-97ED-7F06B6F9F0F6}" destId="{0644C365-3FE0-4413-AD08-A5619ADDFC45}" srcOrd="0" destOrd="0" presId="urn:microsoft.com/office/officeart/2008/layout/HorizontalMultiLevelHierarchy"/>
    <dgm:cxn modelId="{8C3F26C2-0335-4BB0-96B6-E36317A626BD}" type="presParOf" srcId="{0644C365-3FE0-4413-AD08-A5619ADDFC45}" destId="{80C2E3EF-93B2-46E2-9C77-3DDCF6CA0384}" srcOrd="0" destOrd="0" presId="urn:microsoft.com/office/officeart/2008/layout/HorizontalMultiLevelHierarchy"/>
    <dgm:cxn modelId="{4807C873-0ACE-47CB-AAD7-C15BD4932F65}" type="presParOf" srcId="{AFF08D0F-84C6-4FE9-97ED-7F06B6F9F0F6}" destId="{A7835028-B33A-464E-BEB0-FA9ECD6687C7}" srcOrd="1" destOrd="0" presId="urn:microsoft.com/office/officeart/2008/layout/HorizontalMultiLevelHierarchy"/>
    <dgm:cxn modelId="{37971698-DE6B-4405-87B8-62F1A329FDE6}" type="presParOf" srcId="{A7835028-B33A-464E-BEB0-FA9ECD6687C7}" destId="{A5EF935A-32E9-4EB8-B676-24F00E66364B}" srcOrd="0" destOrd="0" presId="urn:microsoft.com/office/officeart/2008/layout/HorizontalMultiLevelHierarchy"/>
    <dgm:cxn modelId="{A882F198-6859-408F-B828-2F8E082D3805}" type="presParOf" srcId="{A7835028-B33A-464E-BEB0-FA9ECD6687C7}" destId="{D3CA97BB-3A41-4F26-8F17-55E22C9C8726}" srcOrd="1" destOrd="0" presId="urn:microsoft.com/office/officeart/2008/layout/HorizontalMultiLevelHierarchy"/>
    <dgm:cxn modelId="{BCB113B1-0673-4142-AEB4-61E755F87D70}" type="presParOf" srcId="{D3CA97BB-3A41-4F26-8F17-55E22C9C8726}" destId="{B565BAA9-2545-42F5-A6A8-90A787D2264C}" srcOrd="0" destOrd="0" presId="urn:microsoft.com/office/officeart/2008/layout/HorizontalMultiLevelHierarchy"/>
    <dgm:cxn modelId="{1C2EDFDC-EB92-46C9-9324-3FD45A2A11E7}" type="presParOf" srcId="{B565BAA9-2545-42F5-A6A8-90A787D2264C}" destId="{8AC303EE-FEBD-4B10-BE11-7D9E9CB0CB66}" srcOrd="0" destOrd="0" presId="urn:microsoft.com/office/officeart/2008/layout/HorizontalMultiLevelHierarchy"/>
    <dgm:cxn modelId="{ECE0E5B4-719B-4BAD-9F9F-9AF28724DB60}" type="presParOf" srcId="{D3CA97BB-3A41-4F26-8F17-55E22C9C8726}" destId="{156D7878-BE74-487C-A3DB-3FFDF01DC202}" srcOrd="1" destOrd="0" presId="urn:microsoft.com/office/officeart/2008/layout/HorizontalMultiLevelHierarchy"/>
    <dgm:cxn modelId="{C33FD91C-AB33-414A-A49C-074055E4C320}" type="presParOf" srcId="{156D7878-BE74-487C-A3DB-3FFDF01DC202}" destId="{1E782BC3-7E83-444E-9495-F3E98CE9AB22}" srcOrd="0" destOrd="0" presId="urn:microsoft.com/office/officeart/2008/layout/HorizontalMultiLevelHierarchy"/>
    <dgm:cxn modelId="{2B0710FC-0297-4479-93A6-EA6378024C03}" type="presParOf" srcId="{156D7878-BE74-487C-A3DB-3FFDF01DC202}" destId="{9C4EDF2E-841A-4C7E-A32D-45D6E6B8D271}" srcOrd="1" destOrd="0" presId="urn:microsoft.com/office/officeart/2008/layout/HorizontalMultiLevelHierarchy"/>
    <dgm:cxn modelId="{D12F6189-BA67-4EBE-8484-8792A8A3E5D2}" type="presParOf" srcId="{AAA28F11-CFB9-4CAC-8838-3F060A2239BB}" destId="{27E037B4-6808-4767-838D-B0A03AC6FBBA}" srcOrd="2" destOrd="0" presId="urn:microsoft.com/office/officeart/2008/layout/HorizontalMultiLevelHierarchy"/>
    <dgm:cxn modelId="{4C01CD08-D146-426C-8D7B-ABB67EA502F9}" type="presParOf" srcId="{27E037B4-6808-4767-838D-B0A03AC6FBBA}" destId="{1D8B786E-2182-4836-BA98-AC08F5C4808B}" srcOrd="0" destOrd="0" presId="urn:microsoft.com/office/officeart/2008/layout/HorizontalMultiLevelHierarchy"/>
    <dgm:cxn modelId="{9724EEE3-3A4E-4297-B124-645525486E5A}" type="presParOf" srcId="{AAA28F11-CFB9-4CAC-8838-3F060A2239BB}" destId="{2AFFA0AB-167B-4454-8EA8-FBD1FC3386F6}" srcOrd="3" destOrd="0" presId="urn:microsoft.com/office/officeart/2008/layout/HorizontalMultiLevelHierarchy"/>
    <dgm:cxn modelId="{EBD32E20-E59E-4840-84FB-6981BD5C4B75}" type="presParOf" srcId="{2AFFA0AB-167B-4454-8EA8-FBD1FC3386F6}" destId="{EAA0FBA4-CCA8-46CB-8C76-AF33DB2A9F21}" srcOrd="0" destOrd="0" presId="urn:microsoft.com/office/officeart/2008/layout/HorizontalMultiLevelHierarchy"/>
    <dgm:cxn modelId="{457F15E9-0E21-4F23-AFDC-1CB6CD4F7EF3}" type="presParOf" srcId="{2AFFA0AB-167B-4454-8EA8-FBD1FC3386F6}" destId="{D3233B87-8447-481C-8A72-84BCDBB26F0B}" srcOrd="1" destOrd="0" presId="urn:microsoft.com/office/officeart/2008/layout/HorizontalMultiLevelHierarchy"/>
    <dgm:cxn modelId="{1DDAA730-5515-4C94-9562-6DE753BD98E6}" type="presParOf" srcId="{D3233B87-8447-481C-8A72-84BCDBB26F0B}" destId="{C851170B-0038-4582-BA67-DF6FBCEEC870}" srcOrd="0" destOrd="0" presId="urn:microsoft.com/office/officeart/2008/layout/HorizontalMultiLevelHierarchy"/>
    <dgm:cxn modelId="{F54D50BB-FB09-4ECB-B9A1-D1FEBD2ED5BF}" type="presParOf" srcId="{C851170B-0038-4582-BA67-DF6FBCEEC870}" destId="{786CAD74-67B9-46EC-8D42-9175B0FDFA6B}" srcOrd="0" destOrd="0" presId="urn:microsoft.com/office/officeart/2008/layout/HorizontalMultiLevelHierarchy"/>
    <dgm:cxn modelId="{BD3C20DB-B3D6-46F1-A53A-6B5B43429163}" type="presParOf" srcId="{D3233B87-8447-481C-8A72-84BCDBB26F0B}" destId="{A96B88A9-E871-41A9-8FE0-DDE8ECBB5C3A}" srcOrd="1" destOrd="0" presId="urn:microsoft.com/office/officeart/2008/layout/HorizontalMultiLevelHierarchy"/>
    <dgm:cxn modelId="{CDEE32FB-F73C-4C71-A174-C981FB571132}" type="presParOf" srcId="{A96B88A9-E871-41A9-8FE0-DDE8ECBB5C3A}" destId="{6EBAEFE2-2018-48B6-88BF-74EC72C072FD}" srcOrd="0" destOrd="0" presId="urn:microsoft.com/office/officeart/2008/layout/HorizontalMultiLevelHierarchy"/>
    <dgm:cxn modelId="{0BF302E1-FA58-4D45-90B0-BDF30048C920}" type="presParOf" srcId="{A96B88A9-E871-41A9-8FE0-DDE8ECBB5C3A}" destId="{3B5C3864-544D-47C0-9A9D-75C9151F0917}" srcOrd="1" destOrd="0" presId="urn:microsoft.com/office/officeart/2008/layout/HorizontalMultiLevelHierarchy"/>
    <dgm:cxn modelId="{6658276C-50F4-4846-9ECD-B7A8714CF052}" type="presParOf" srcId="{3B5C3864-544D-47C0-9A9D-75C9151F0917}" destId="{26E78B6A-9C56-480E-BD17-B813B618B1C3}" srcOrd="0" destOrd="0" presId="urn:microsoft.com/office/officeart/2008/layout/HorizontalMultiLevelHierarchy"/>
    <dgm:cxn modelId="{F6DA6125-1F6D-446C-9637-3515374CA1D5}" type="presParOf" srcId="{26E78B6A-9C56-480E-BD17-B813B618B1C3}" destId="{4965814A-D75F-4B68-A6F4-ACBB10D14203}" srcOrd="0" destOrd="0" presId="urn:microsoft.com/office/officeart/2008/layout/HorizontalMultiLevelHierarchy"/>
    <dgm:cxn modelId="{E2082989-514D-4A67-B288-A9203A2C9F50}" type="presParOf" srcId="{3B5C3864-544D-47C0-9A9D-75C9151F0917}" destId="{C9EF06A3-363F-45EB-A446-418C4DE3F222}" srcOrd="1" destOrd="0" presId="urn:microsoft.com/office/officeart/2008/layout/HorizontalMultiLevelHierarchy"/>
    <dgm:cxn modelId="{C74B8EDA-4056-435E-AF25-A37DAA817140}" type="presParOf" srcId="{C9EF06A3-363F-45EB-A446-418C4DE3F222}" destId="{771573AB-2C3A-48C7-B21B-AC40E9EE7FFE}" srcOrd="0" destOrd="0" presId="urn:microsoft.com/office/officeart/2008/layout/HorizontalMultiLevelHierarchy"/>
    <dgm:cxn modelId="{5815C03E-994B-498D-ACF3-9C7C9C164032}" type="presParOf" srcId="{C9EF06A3-363F-45EB-A446-418C4DE3F222}" destId="{2F06AAF5-F8DA-4D82-87B2-276B3091F68E}" srcOrd="1" destOrd="0" presId="urn:microsoft.com/office/officeart/2008/layout/HorizontalMultiLevelHierarchy"/>
    <dgm:cxn modelId="{A780A1B7-671C-4DBA-9B0F-F0D48BC7FB24}" type="presParOf" srcId="{2F06AAF5-F8DA-4D82-87B2-276B3091F68E}" destId="{82D54FAD-1268-4C2E-AF52-CCD32BDA9346}" srcOrd="0" destOrd="0" presId="urn:microsoft.com/office/officeart/2008/layout/HorizontalMultiLevelHierarchy"/>
    <dgm:cxn modelId="{5FFF9A38-5E50-4B27-92E4-B081A4D3CED6}" type="presParOf" srcId="{82D54FAD-1268-4C2E-AF52-CCD32BDA9346}" destId="{87F774A3-5A1B-437F-A3D8-81B2062A354E}" srcOrd="0" destOrd="0" presId="urn:microsoft.com/office/officeart/2008/layout/HorizontalMultiLevelHierarchy"/>
    <dgm:cxn modelId="{A8C0B912-323D-4074-8ADB-0ED2B7B69670}" type="presParOf" srcId="{2F06AAF5-F8DA-4D82-87B2-276B3091F68E}" destId="{00DE7286-32A1-4098-8178-0EABB24EAEF2}" srcOrd="1" destOrd="0" presId="urn:microsoft.com/office/officeart/2008/layout/HorizontalMultiLevelHierarchy"/>
    <dgm:cxn modelId="{45BC61DE-1C1A-4579-BA83-AC5820064CC5}" type="presParOf" srcId="{00DE7286-32A1-4098-8178-0EABB24EAEF2}" destId="{6C162F15-2ECB-4BDC-83C1-84A24A06E34E}" srcOrd="0" destOrd="0" presId="urn:microsoft.com/office/officeart/2008/layout/HorizontalMultiLevelHierarchy"/>
    <dgm:cxn modelId="{01797898-A427-4B83-9278-D20EEBE2E7E2}" type="presParOf" srcId="{00DE7286-32A1-4098-8178-0EABB24EAEF2}" destId="{56807EEA-0D5F-47AA-BC77-600A2044BD8D}" srcOrd="1" destOrd="0" presId="urn:microsoft.com/office/officeart/2008/layout/HorizontalMultiLevelHierarchy"/>
    <dgm:cxn modelId="{ADD6909C-4BB0-474C-B5D4-7608388EC4F4}" type="presParOf" srcId="{AAA28F11-CFB9-4CAC-8838-3F060A2239BB}" destId="{21F659BB-979A-40DF-86FE-61D3863EB4F2}" srcOrd="4" destOrd="0" presId="urn:microsoft.com/office/officeart/2008/layout/HorizontalMultiLevelHierarchy"/>
    <dgm:cxn modelId="{8A03A798-DC54-4920-AB19-D1C19C149131}" type="presParOf" srcId="{21F659BB-979A-40DF-86FE-61D3863EB4F2}" destId="{31234571-3616-4948-82F5-02A8651498C9}" srcOrd="0" destOrd="0" presId="urn:microsoft.com/office/officeart/2008/layout/HorizontalMultiLevelHierarchy"/>
    <dgm:cxn modelId="{B613FD55-D839-4D8C-9D1B-5CE5E437E303}" type="presParOf" srcId="{AAA28F11-CFB9-4CAC-8838-3F060A2239BB}" destId="{65B0517B-E98E-4CFD-97FC-77048CDE2298}" srcOrd="5" destOrd="0" presId="urn:microsoft.com/office/officeart/2008/layout/HorizontalMultiLevelHierarchy"/>
    <dgm:cxn modelId="{8798E1AA-31B0-4132-95B2-46A7DD304A47}" type="presParOf" srcId="{65B0517B-E98E-4CFD-97FC-77048CDE2298}" destId="{ED75CDAD-D81A-4B3D-A60F-2501D26D46F9}" srcOrd="0" destOrd="0" presId="urn:microsoft.com/office/officeart/2008/layout/HorizontalMultiLevelHierarchy"/>
    <dgm:cxn modelId="{39894EC6-97CF-4F3E-ADBE-8303068B4581}" type="presParOf" srcId="{65B0517B-E98E-4CFD-97FC-77048CDE2298}" destId="{F114BE73-BBE5-45B7-A288-0C91EED53FA0}" srcOrd="1" destOrd="0" presId="urn:microsoft.com/office/officeart/2008/layout/HorizontalMultiLevelHierarchy"/>
    <dgm:cxn modelId="{5E1EFF77-815A-48AC-A92D-C839C3F0CB75}" type="presParOf" srcId="{F114BE73-BBE5-45B7-A288-0C91EED53FA0}" destId="{3E5E2F1C-5E7B-47B0-85C1-1BA58E3FBC8A}" srcOrd="0" destOrd="0" presId="urn:microsoft.com/office/officeart/2008/layout/HorizontalMultiLevelHierarchy"/>
    <dgm:cxn modelId="{979E6600-4D39-4828-8E0A-713A921F3F47}" type="presParOf" srcId="{3E5E2F1C-5E7B-47B0-85C1-1BA58E3FBC8A}" destId="{4431C68D-6738-438D-B682-0E17B08A3D5B}" srcOrd="0" destOrd="0" presId="urn:microsoft.com/office/officeart/2008/layout/HorizontalMultiLevelHierarchy"/>
    <dgm:cxn modelId="{0F3FE525-280F-483E-A442-F7D4B33CE81F}" type="presParOf" srcId="{F114BE73-BBE5-45B7-A288-0C91EED53FA0}" destId="{DCCBC0EE-28E2-4902-8FDB-7FA8536510C0}" srcOrd="1" destOrd="0" presId="urn:microsoft.com/office/officeart/2008/layout/HorizontalMultiLevelHierarchy"/>
    <dgm:cxn modelId="{188C4769-746B-4573-A70D-ACC5F218051B}" type="presParOf" srcId="{DCCBC0EE-28E2-4902-8FDB-7FA8536510C0}" destId="{4B3744FC-2076-4779-A50D-7C5065DC86D9}" srcOrd="0" destOrd="0" presId="urn:microsoft.com/office/officeart/2008/layout/HorizontalMultiLevelHierarchy"/>
    <dgm:cxn modelId="{30BCA162-755F-4DB9-A7C6-B43E5B5757E9}" type="presParOf" srcId="{DCCBC0EE-28E2-4902-8FDB-7FA8536510C0}" destId="{E39E07F2-9598-44C9-8C5F-F1212824B10F}" srcOrd="1" destOrd="0" presId="urn:microsoft.com/office/officeart/2008/layout/HorizontalMultiLevelHierarchy"/>
    <dgm:cxn modelId="{FF376941-D309-44AD-9987-D81D207D0231}" type="presParOf" srcId="{E39E07F2-9598-44C9-8C5F-F1212824B10F}" destId="{37D6CA98-43D9-4E81-9BFB-95CA24A4A9A6}" srcOrd="0" destOrd="0" presId="urn:microsoft.com/office/officeart/2008/layout/HorizontalMultiLevelHierarchy"/>
    <dgm:cxn modelId="{2CAA42D5-3D0F-4151-A5A6-E3B035304E88}" type="presParOf" srcId="{37D6CA98-43D9-4E81-9BFB-95CA24A4A9A6}" destId="{E66A8174-ED80-4802-8AFA-45D7B50E7398}" srcOrd="0" destOrd="0" presId="urn:microsoft.com/office/officeart/2008/layout/HorizontalMultiLevelHierarchy"/>
    <dgm:cxn modelId="{BAC37D9A-3074-4BEF-AAB1-807D2F077DA2}" type="presParOf" srcId="{E39E07F2-9598-44C9-8C5F-F1212824B10F}" destId="{88BA4F0F-8C21-43B7-ACD9-A068A41AEC23}" srcOrd="1" destOrd="0" presId="urn:microsoft.com/office/officeart/2008/layout/HorizontalMultiLevelHierarchy"/>
    <dgm:cxn modelId="{98E83F97-FF14-404A-9683-398B6C783D42}" type="presParOf" srcId="{88BA4F0F-8C21-43B7-ACD9-A068A41AEC23}" destId="{ED327B89-70E3-41BA-98F9-75566818FA72}" srcOrd="0" destOrd="0" presId="urn:microsoft.com/office/officeart/2008/layout/HorizontalMultiLevelHierarchy"/>
    <dgm:cxn modelId="{18ADCD73-2333-4591-85A1-2953401013FE}" type="presParOf" srcId="{88BA4F0F-8C21-43B7-ACD9-A068A41AEC23}" destId="{83FF3EA3-EEF0-458B-9A61-DFDA282D9DAA}" srcOrd="1" destOrd="0" presId="urn:microsoft.com/office/officeart/2008/layout/HorizontalMultiLevelHierarchy"/>
    <dgm:cxn modelId="{50778501-09AC-43A7-9668-8F19303FCBDE}" type="presParOf" srcId="{83FF3EA3-EEF0-458B-9A61-DFDA282D9DAA}" destId="{5AF07F1B-1213-40F8-BE0C-0BB42DBB9E68}" srcOrd="0" destOrd="0" presId="urn:microsoft.com/office/officeart/2008/layout/HorizontalMultiLevelHierarchy"/>
    <dgm:cxn modelId="{E68306A1-6AD5-42CC-BE9E-9224179237B1}" type="presParOf" srcId="{5AF07F1B-1213-40F8-BE0C-0BB42DBB9E68}" destId="{B793CE55-2313-422A-A360-38753DB31426}" srcOrd="0" destOrd="0" presId="urn:microsoft.com/office/officeart/2008/layout/HorizontalMultiLevelHierarchy"/>
    <dgm:cxn modelId="{4192CF21-F1FA-4E0C-8803-1398215230D2}" type="presParOf" srcId="{83FF3EA3-EEF0-458B-9A61-DFDA282D9DAA}" destId="{AC33D366-DE4A-4E00-8F7A-E28962040BCD}" srcOrd="1" destOrd="0" presId="urn:microsoft.com/office/officeart/2008/layout/HorizontalMultiLevelHierarchy"/>
    <dgm:cxn modelId="{79D4FBF3-2A0E-4EAF-A6D9-DCC0E2683EB8}" type="presParOf" srcId="{AC33D366-DE4A-4E00-8F7A-E28962040BCD}" destId="{97AC18E5-B794-47BB-A644-6BBFEF33F04C}" srcOrd="0" destOrd="0" presId="urn:microsoft.com/office/officeart/2008/layout/HorizontalMultiLevelHierarchy"/>
    <dgm:cxn modelId="{5C172F7C-D04D-48F8-BD72-9F2E97FBB1E6}" type="presParOf" srcId="{AC33D366-DE4A-4E00-8F7A-E28962040BCD}" destId="{1CA36FCF-C2C8-4DF2-B0D9-E5F13698537D}" srcOrd="1" destOrd="0" presId="urn:microsoft.com/office/officeart/2008/layout/HorizontalMultiLevelHierarchy"/>
    <dgm:cxn modelId="{6ACFC61D-9B60-4D41-9F0F-81C5F697ADC9}" type="presParOf" srcId="{AAA28F11-CFB9-4CAC-8838-3F060A2239BB}" destId="{46C6BE06-7579-4F90-80C2-09BA9448108C}" srcOrd="6" destOrd="0" presId="urn:microsoft.com/office/officeart/2008/layout/HorizontalMultiLevelHierarchy"/>
    <dgm:cxn modelId="{D81310BE-DB43-400C-A2C6-A6DEA02071D3}" type="presParOf" srcId="{46C6BE06-7579-4F90-80C2-09BA9448108C}" destId="{7D9336B4-78FA-4A0F-934F-AA2B4EE36E57}" srcOrd="0" destOrd="0" presId="urn:microsoft.com/office/officeart/2008/layout/HorizontalMultiLevelHierarchy"/>
    <dgm:cxn modelId="{28A2F654-0033-443E-A5E9-C4C7B021B0D7}" type="presParOf" srcId="{AAA28F11-CFB9-4CAC-8838-3F060A2239BB}" destId="{CF23D05B-5720-4A1E-A6DB-CD56CF2F6B3B}" srcOrd="7" destOrd="0" presId="urn:microsoft.com/office/officeart/2008/layout/HorizontalMultiLevelHierarchy"/>
    <dgm:cxn modelId="{92479375-4BA3-4AFD-9B64-397ACA7FA516}" type="presParOf" srcId="{CF23D05B-5720-4A1E-A6DB-CD56CF2F6B3B}" destId="{FCBC0613-1D64-4D77-B430-22ABCEDB3F74}" srcOrd="0" destOrd="0" presId="urn:microsoft.com/office/officeart/2008/layout/HorizontalMultiLevelHierarchy"/>
    <dgm:cxn modelId="{8E85FBB9-987D-4223-9104-003AA8BED024}" type="presParOf" srcId="{CF23D05B-5720-4A1E-A6DB-CD56CF2F6B3B}" destId="{0104F146-28DD-41A5-B905-536B5F592D9A}" srcOrd="1" destOrd="0" presId="urn:microsoft.com/office/officeart/2008/layout/HorizontalMultiLevelHierarchy"/>
    <dgm:cxn modelId="{9A7D0EAD-6230-4BEF-BBF0-C63C55080861}" type="presParOf" srcId="{0104F146-28DD-41A5-B905-536B5F592D9A}" destId="{1602D2A0-F8AE-4EFD-B2EA-8EEE3AE24B0A}" srcOrd="0" destOrd="0" presId="urn:microsoft.com/office/officeart/2008/layout/HorizontalMultiLevelHierarchy"/>
    <dgm:cxn modelId="{2C1761B8-9DB3-4908-928C-15472A09B97F}" type="presParOf" srcId="{1602D2A0-F8AE-4EFD-B2EA-8EEE3AE24B0A}" destId="{DBA75BBD-2820-4659-9507-A136DE574D7F}" srcOrd="0" destOrd="0" presId="urn:microsoft.com/office/officeart/2008/layout/HorizontalMultiLevelHierarchy"/>
    <dgm:cxn modelId="{13B8C3C2-58EC-4BE4-8814-CF996991DBC0}" type="presParOf" srcId="{0104F146-28DD-41A5-B905-536B5F592D9A}" destId="{2E1B1A58-4B7A-42CA-BBE9-1204D7010184}" srcOrd="1" destOrd="0" presId="urn:microsoft.com/office/officeart/2008/layout/HorizontalMultiLevelHierarchy"/>
    <dgm:cxn modelId="{B6FB58E7-0328-43FC-849A-A44604BAAD60}" type="presParOf" srcId="{2E1B1A58-4B7A-42CA-BBE9-1204D7010184}" destId="{4D9B2174-C23F-45D0-88C7-D9C0D8159FC5}" srcOrd="0" destOrd="0" presId="urn:microsoft.com/office/officeart/2008/layout/HorizontalMultiLevelHierarchy"/>
    <dgm:cxn modelId="{56EC9DFF-16C9-464B-911A-C491890E5BFD}" type="presParOf" srcId="{2E1B1A58-4B7A-42CA-BBE9-1204D7010184}" destId="{98A95770-AF01-49BC-8D58-BBE8A0B4B991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F6F4B8-FC7D-4239-A861-8FB267A6C3D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65EC20BD-F946-4692-A617-5FFFEE1662D5}">
      <dgm:prSet phldrT="[Texto]" custT="1"/>
      <dgm:spPr/>
      <dgm:t>
        <a:bodyPr/>
        <a:lstStyle/>
        <a:p>
          <a:r>
            <a:rPr lang="es-PE" sz="2000" dirty="0"/>
            <a:t>Input Saldos(S0,S1…,S6)</a:t>
          </a:r>
        </a:p>
      </dgm:t>
    </dgm:pt>
    <dgm:pt modelId="{3C874073-33CD-4BB5-B868-655537CBCB82}" type="parTrans" cxnId="{65EE50F6-3B62-4ABD-91DB-027602EA55D9}">
      <dgm:prSet/>
      <dgm:spPr/>
      <dgm:t>
        <a:bodyPr/>
        <a:lstStyle/>
        <a:p>
          <a:endParaRPr lang="es-PE"/>
        </a:p>
      </dgm:t>
    </dgm:pt>
    <dgm:pt modelId="{7683BEEF-4EBC-431B-857B-9C1127803EBB}" type="sibTrans" cxnId="{65EE50F6-3B62-4ABD-91DB-027602EA55D9}">
      <dgm:prSet/>
      <dgm:spPr/>
      <dgm:t>
        <a:bodyPr/>
        <a:lstStyle/>
        <a:p>
          <a:endParaRPr lang="es-PE"/>
        </a:p>
      </dgm:t>
    </dgm:pt>
    <dgm:pt modelId="{7739F418-A4F5-4502-9EAE-E7385A886962}">
      <dgm:prSet phldrT="[Texto]" custT="1"/>
      <dgm:spPr/>
      <dgm:t>
        <a:bodyPr/>
        <a:lstStyle/>
        <a:p>
          <a:r>
            <a:rPr lang="es-PE" sz="1800" dirty="0"/>
            <a:t>Fórmula Financiera+ Optimización</a:t>
          </a:r>
        </a:p>
      </dgm:t>
    </dgm:pt>
    <dgm:pt modelId="{2ADB5D4F-882B-407D-8393-207A5A54C900}" type="parTrans" cxnId="{01223FBC-E9B0-490C-A5A2-C866E6783EC7}">
      <dgm:prSet/>
      <dgm:spPr/>
      <dgm:t>
        <a:bodyPr/>
        <a:lstStyle/>
        <a:p>
          <a:endParaRPr lang="es-PE"/>
        </a:p>
      </dgm:t>
    </dgm:pt>
    <dgm:pt modelId="{98ECAD63-5ADF-458E-B097-569DF3D5BAF1}" type="sibTrans" cxnId="{01223FBC-E9B0-490C-A5A2-C866E6783EC7}">
      <dgm:prSet/>
      <dgm:spPr/>
      <dgm:t>
        <a:bodyPr/>
        <a:lstStyle/>
        <a:p>
          <a:endParaRPr lang="es-PE"/>
        </a:p>
      </dgm:t>
    </dgm:pt>
    <dgm:pt modelId="{D86B5011-A16F-4969-A7BF-BFE26494B51D}">
      <dgm:prSet phldrT="[Texto]" custT="1"/>
      <dgm:spPr/>
      <dgm:t>
        <a:bodyPr/>
        <a:lstStyle/>
        <a:p>
          <a:r>
            <a:rPr lang="es-PE" sz="1800" dirty="0"/>
            <a:t>Función no Lineal +Newton Raphson </a:t>
          </a:r>
        </a:p>
      </dgm:t>
    </dgm:pt>
    <dgm:pt modelId="{DEAD254C-98AE-4055-9D70-749F0F7B2586}" type="parTrans" cxnId="{C6818592-52FE-4C6D-9A77-6008711CC870}">
      <dgm:prSet/>
      <dgm:spPr/>
      <dgm:t>
        <a:bodyPr/>
        <a:lstStyle/>
        <a:p>
          <a:endParaRPr lang="es-PE"/>
        </a:p>
      </dgm:t>
    </dgm:pt>
    <dgm:pt modelId="{62C24AF5-8777-443A-99E3-B3F20B1FDDAF}" type="sibTrans" cxnId="{C6818592-52FE-4C6D-9A77-6008711CC870}">
      <dgm:prSet/>
      <dgm:spPr/>
      <dgm:t>
        <a:bodyPr/>
        <a:lstStyle/>
        <a:p>
          <a:endParaRPr lang="es-PE"/>
        </a:p>
      </dgm:t>
    </dgm:pt>
    <dgm:pt modelId="{17EB56E3-5ABB-4388-AC06-7E88D2D55BCD}">
      <dgm:prSet phldrT="[Texto]" custT="1"/>
      <dgm:spPr/>
      <dgm:t>
        <a:bodyPr/>
        <a:lstStyle/>
        <a:p>
          <a:r>
            <a:rPr lang="es-PE" sz="1800" dirty="0"/>
            <a:t>Función no Lineal +Brent</a:t>
          </a:r>
        </a:p>
      </dgm:t>
    </dgm:pt>
    <dgm:pt modelId="{0AEF45F0-BB6F-42EB-971D-102598597D04}" type="parTrans" cxnId="{B21292F7-EF4B-47D0-BB74-42EA39186022}">
      <dgm:prSet/>
      <dgm:spPr/>
      <dgm:t>
        <a:bodyPr/>
        <a:lstStyle/>
        <a:p>
          <a:endParaRPr lang="es-PE"/>
        </a:p>
      </dgm:t>
    </dgm:pt>
    <dgm:pt modelId="{FDA7592C-7FCB-4388-B818-48B604A84C33}" type="sibTrans" cxnId="{B21292F7-EF4B-47D0-BB74-42EA39186022}">
      <dgm:prSet/>
      <dgm:spPr/>
      <dgm:t>
        <a:bodyPr/>
        <a:lstStyle/>
        <a:p>
          <a:endParaRPr lang="es-PE"/>
        </a:p>
      </dgm:t>
    </dgm:pt>
    <dgm:pt modelId="{117D4A1F-0644-44DF-9F55-9776032C9CCA}">
      <dgm:prSet custT="1"/>
      <dgm:spPr/>
      <dgm:t>
        <a:bodyPr/>
        <a:lstStyle/>
        <a:p>
          <a:r>
            <a:rPr lang="es-PE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Ajuste por Estimación de saldos</a:t>
          </a:r>
        </a:p>
      </dgm:t>
    </dgm:pt>
    <dgm:pt modelId="{9B0446D9-68CE-4861-AF5F-7AD312FB5939}" type="parTrans" cxnId="{109C1543-6FF0-4ED4-ACFA-6EA72EA29377}">
      <dgm:prSet/>
      <dgm:spPr/>
      <dgm:t>
        <a:bodyPr/>
        <a:lstStyle/>
        <a:p>
          <a:endParaRPr lang="es-PE"/>
        </a:p>
      </dgm:t>
    </dgm:pt>
    <dgm:pt modelId="{8E142A96-0E91-4EBF-AAD4-2670CC271BAF}" type="sibTrans" cxnId="{109C1543-6FF0-4ED4-ACFA-6EA72EA29377}">
      <dgm:prSet/>
      <dgm:spPr/>
      <dgm:t>
        <a:bodyPr/>
        <a:lstStyle/>
        <a:p>
          <a:endParaRPr lang="es-PE"/>
        </a:p>
      </dgm:t>
    </dgm:pt>
    <dgm:pt modelId="{F13AFFC5-E39D-4E8B-AA01-A13136703F26}">
      <dgm:prSet custT="1"/>
      <dgm:spPr>
        <a:blipFill>
          <a:blip xmlns:r="http://schemas.openxmlformats.org/officeDocument/2006/relationships" r:embed="rId1"/>
          <a:stretch>
            <a:fillRect t="-2752"/>
          </a:stretch>
        </a:blipFill>
      </dgm:spPr>
      <dgm:t>
        <a:bodyPr/>
        <a:lstStyle/>
        <a:p>
          <a:r>
            <a:rPr lang="es-ES">
              <a:noFill/>
            </a:rPr>
            <a:t> </a:t>
          </a:r>
        </a:p>
      </dgm:t>
    </dgm:pt>
    <dgm:pt modelId="{3BCF1B9B-8534-4BF7-BEA6-7AD7F8F3F7C5}" type="parTrans" cxnId="{6E9272D1-1C46-466D-AC59-4454A0CB3C27}">
      <dgm:prSet/>
      <dgm:spPr/>
      <dgm:t>
        <a:bodyPr/>
        <a:lstStyle/>
        <a:p>
          <a:endParaRPr lang="es-PE"/>
        </a:p>
      </dgm:t>
    </dgm:pt>
    <dgm:pt modelId="{7CE32285-D3F0-40E4-AE55-CEEED91DAF7A}" type="sibTrans" cxnId="{6E9272D1-1C46-466D-AC59-4454A0CB3C27}">
      <dgm:prSet/>
      <dgm:spPr/>
      <dgm:t>
        <a:bodyPr/>
        <a:lstStyle/>
        <a:p>
          <a:endParaRPr lang="es-PE"/>
        </a:p>
      </dgm:t>
    </dgm:pt>
    <dgm:pt modelId="{7B3A21DB-8938-4996-A0C3-444B073C3F29}">
      <dgm:prSet custT="1"/>
      <dgm:spPr>
        <a:blipFill>
          <a:blip xmlns:r="http://schemas.openxmlformats.org/officeDocument/2006/relationships" r:embed="rId2"/>
          <a:stretch>
            <a:fillRect t="-2752"/>
          </a:stretch>
        </a:blipFill>
      </dgm:spPr>
      <dgm:t>
        <a:bodyPr/>
        <a:lstStyle/>
        <a:p>
          <a:r>
            <a:rPr lang="es-ES">
              <a:noFill/>
            </a:rPr>
            <a:t> </a:t>
          </a:r>
        </a:p>
      </dgm:t>
    </dgm:pt>
    <dgm:pt modelId="{D055994A-C080-4E96-8218-4FC286A474C3}" type="parTrans" cxnId="{546CFDF5-13C7-43BE-ACF9-DA9E82B4B25E}">
      <dgm:prSet/>
      <dgm:spPr/>
      <dgm:t>
        <a:bodyPr/>
        <a:lstStyle/>
        <a:p>
          <a:endParaRPr lang="es-PE"/>
        </a:p>
      </dgm:t>
    </dgm:pt>
    <dgm:pt modelId="{58C70D16-32E6-42A5-808D-D100B9E403F7}" type="sibTrans" cxnId="{546CFDF5-13C7-43BE-ACF9-DA9E82B4B25E}">
      <dgm:prSet/>
      <dgm:spPr/>
      <dgm:t>
        <a:bodyPr/>
        <a:lstStyle/>
        <a:p>
          <a:endParaRPr lang="es-PE"/>
        </a:p>
      </dgm:t>
    </dgm:pt>
    <dgm:pt modelId="{7EA14F8B-DA68-4087-B5EC-A92C2DA92B86}">
      <dgm:prSet custT="1"/>
      <dgm:spPr/>
      <dgm:t>
        <a:bodyPr/>
        <a:lstStyle/>
        <a:p>
          <a:r>
            <a:rPr lang="es-PE" sz="1800" dirty="0"/>
            <a:t>Baja Precisión </a:t>
          </a:r>
        </a:p>
      </dgm:t>
    </dgm:pt>
    <dgm:pt modelId="{08B92CF8-5871-4F6C-8A78-D8CFCE781316}" type="parTrans" cxnId="{2CF1BF93-BD6D-454C-956F-FE496C7A297B}">
      <dgm:prSet/>
      <dgm:spPr/>
      <dgm:t>
        <a:bodyPr/>
        <a:lstStyle/>
        <a:p>
          <a:endParaRPr lang="es-PE"/>
        </a:p>
      </dgm:t>
    </dgm:pt>
    <dgm:pt modelId="{7C4722BE-3472-4091-A20E-BBE63DED4B61}" type="sibTrans" cxnId="{2CF1BF93-BD6D-454C-956F-FE496C7A297B}">
      <dgm:prSet/>
      <dgm:spPr/>
      <dgm:t>
        <a:bodyPr/>
        <a:lstStyle/>
        <a:p>
          <a:endParaRPr lang="es-PE"/>
        </a:p>
      </dgm:t>
    </dgm:pt>
    <dgm:pt modelId="{195DBFE6-C962-43B7-B734-47235394E1C9}">
      <dgm:prSet/>
      <dgm:spPr/>
      <dgm:t>
        <a:bodyPr/>
        <a:lstStyle/>
        <a:p>
          <a:endParaRPr lang="es-PE" dirty="0"/>
        </a:p>
      </dgm:t>
    </dgm:pt>
    <dgm:pt modelId="{350E4E9A-2338-4120-949A-747C13B94986}" type="parTrans" cxnId="{8671C547-C6DC-473B-A26C-E6CA58E5B415}">
      <dgm:prSet/>
      <dgm:spPr/>
      <dgm:t>
        <a:bodyPr/>
        <a:lstStyle/>
        <a:p>
          <a:endParaRPr lang="es-PE"/>
        </a:p>
      </dgm:t>
    </dgm:pt>
    <dgm:pt modelId="{CAF8931B-8C1C-4EE6-A6F5-53A87265991E}" type="sibTrans" cxnId="{8671C547-C6DC-473B-A26C-E6CA58E5B415}">
      <dgm:prSet/>
      <dgm:spPr/>
      <dgm:t>
        <a:bodyPr/>
        <a:lstStyle/>
        <a:p>
          <a:endParaRPr lang="es-PE"/>
        </a:p>
      </dgm:t>
    </dgm:pt>
    <dgm:pt modelId="{CEEF5252-3F61-43C6-B18F-BC6C24F633A6}">
      <dgm:prSet/>
      <dgm:spPr>
        <a:blipFill rotWithShape="0">
          <a:blip xmlns:r="http://schemas.openxmlformats.org/officeDocument/2006/relationships" r:embed="rId3"/>
          <a:srcRect/>
          <a:stretch>
            <a:fillRect l="-71000" r="-71000"/>
          </a:stretch>
        </a:blipFill>
      </dgm:spPr>
      <dgm:t>
        <a:bodyPr/>
        <a:lstStyle/>
        <a:p>
          <a:endParaRPr lang="es-PE" dirty="0"/>
        </a:p>
      </dgm:t>
    </dgm:pt>
    <dgm:pt modelId="{0F0E72AD-E3A9-4021-9189-F703CCFFCED5}" type="parTrans" cxnId="{4C02FF77-07A9-47AD-8470-76D190888DAD}">
      <dgm:prSet/>
      <dgm:spPr/>
      <dgm:t>
        <a:bodyPr/>
        <a:lstStyle/>
        <a:p>
          <a:endParaRPr lang="es-PE"/>
        </a:p>
      </dgm:t>
    </dgm:pt>
    <dgm:pt modelId="{EADA40CD-908F-4857-A15B-5EFF31E04B5C}" type="sibTrans" cxnId="{4C02FF77-07A9-47AD-8470-76D190888DAD}">
      <dgm:prSet/>
      <dgm:spPr/>
      <dgm:t>
        <a:bodyPr/>
        <a:lstStyle/>
        <a:p>
          <a:endParaRPr lang="es-PE"/>
        </a:p>
      </dgm:t>
    </dgm:pt>
    <dgm:pt modelId="{198C68C1-3E5E-4B5D-8882-08C39B831134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endParaRPr lang="es-PE" sz="700" dirty="0"/>
        </a:p>
      </dgm:t>
    </dgm:pt>
    <dgm:pt modelId="{F1DC73FE-ECBB-44E8-8E6F-AE5A3637E4F7}" type="parTrans" cxnId="{151E33D3-29D2-42AF-B2E0-908397D58FBB}">
      <dgm:prSet/>
      <dgm:spPr/>
      <dgm:t>
        <a:bodyPr/>
        <a:lstStyle/>
        <a:p>
          <a:endParaRPr lang="es-PE"/>
        </a:p>
      </dgm:t>
    </dgm:pt>
    <dgm:pt modelId="{BC2F2BBC-9D31-456D-89DA-4AACF4FC8092}" type="sibTrans" cxnId="{151E33D3-29D2-42AF-B2E0-908397D58FBB}">
      <dgm:prSet/>
      <dgm:spPr/>
      <dgm:t>
        <a:bodyPr/>
        <a:lstStyle/>
        <a:p>
          <a:endParaRPr lang="es-PE"/>
        </a:p>
      </dgm:t>
    </dgm:pt>
    <dgm:pt modelId="{FEA55646-0101-49ED-8DD0-40D12011D39D}">
      <dgm:prSet/>
      <dgm:spPr/>
      <dgm:t>
        <a:bodyPr/>
        <a:lstStyle/>
        <a:p>
          <a:endParaRPr lang="es-PE"/>
        </a:p>
      </dgm:t>
    </dgm:pt>
    <dgm:pt modelId="{1F4FC200-048F-43F6-A705-846C5D50DDB4}" type="parTrans" cxnId="{1AE8D843-1240-438D-8266-2033F4234D20}">
      <dgm:prSet/>
      <dgm:spPr/>
      <dgm:t>
        <a:bodyPr/>
        <a:lstStyle/>
        <a:p>
          <a:endParaRPr lang="es-PE"/>
        </a:p>
      </dgm:t>
    </dgm:pt>
    <dgm:pt modelId="{DD7D6D31-4357-4813-A917-52D53AA1FB4C}" type="sibTrans" cxnId="{1AE8D843-1240-438D-8266-2033F4234D20}">
      <dgm:prSet/>
      <dgm:spPr/>
      <dgm:t>
        <a:bodyPr/>
        <a:lstStyle/>
        <a:p>
          <a:endParaRPr lang="es-PE"/>
        </a:p>
      </dgm:t>
    </dgm:pt>
    <dgm:pt modelId="{3A4C6122-6DB6-453E-B1FE-53331DF026FA}">
      <dgm:prSet custT="1"/>
      <dgm:spPr/>
      <dgm:t>
        <a:bodyPr/>
        <a:lstStyle/>
        <a:p>
          <a:r>
            <a:rPr lang="es-PE" sz="1800" dirty="0">
              <a:solidFill>
                <a:srgbClr val="00B050"/>
              </a:solidFill>
            </a:rPr>
            <a:t>Alta Precisión</a:t>
          </a:r>
        </a:p>
        <a:p>
          <a:r>
            <a:rPr lang="es-PE" sz="1800" dirty="0"/>
            <a:t>Baja Variabilidad</a:t>
          </a:r>
        </a:p>
      </dgm:t>
    </dgm:pt>
    <dgm:pt modelId="{1FE6DC68-69E7-4E39-B69E-1E5A4C58AC1C}" type="parTrans" cxnId="{A4399AC3-51F7-4612-8806-7D3741AE5242}">
      <dgm:prSet/>
      <dgm:spPr/>
      <dgm:t>
        <a:bodyPr/>
        <a:lstStyle/>
        <a:p>
          <a:endParaRPr lang="es-PE"/>
        </a:p>
      </dgm:t>
    </dgm:pt>
    <dgm:pt modelId="{05592EA5-4A60-474D-92E4-03191584E107}" type="sibTrans" cxnId="{A4399AC3-51F7-4612-8806-7D3741AE5242}">
      <dgm:prSet/>
      <dgm:spPr/>
      <dgm:t>
        <a:bodyPr/>
        <a:lstStyle/>
        <a:p>
          <a:endParaRPr lang="es-PE"/>
        </a:p>
      </dgm:t>
    </dgm:pt>
    <dgm:pt modelId="{CD4209CD-CD19-4547-B740-F00AB0B2A490}">
      <dgm:prSet custT="1"/>
      <dgm:spPr/>
      <dgm:t>
        <a:bodyPr/>
        <a:lstStyle/>
        <a:p>
          <a:r>
            <a:rPr lang="es-PE" sz="1800" dirty="0">
              <a:solidFill>
                <a:srgbClr val="00B050"/>
              </a:solidFill>
            </a:rPr>
            <a:t>Alta precisión</a:t>
          </a:r>
        </a:p>
        <a:p>
          <a:r>
            <a:rPr lang="es-PE" sz="1800" dirty="0"/>
            <a:t>Baja Variabilidad</a:t>
          </a:r>
        </a:p>
      </dgm:t>
    </dgm:pt>
    <dgm:pt modelId="{C36CC1CC-811F-4C82-BAC8-80953D9F2512}" type="parTrans" cxnId="{CEE02607-A5FB-495B-AD07-5F7E3B176842}">
      <dgm:prSet/>
      <dgm:spPr/>
      <dgm:t>
        <a:bodyPr/>
        <a:lstStyle/>
        <a:p>
          <a:endParaRPr lang="es-PE"/>
        </a:p>
      </dgm:t>
    </dgm:pt>
    <dgm:pt modelId="{A209E209-44DA-432F-8A79-651C39F9E4F5}" type="sibTrans" cxnId="{CEE02607-A5FB-495B-AD07-5F7E3B176842}">
      <dgm:prSet/>
      <dgm:spPr/>
      <dgm:t>
        <a:bodyPr/>
        <a:lstStyle/>
        <a:p>
          <a:endParaRPr lang="es-PE"/>
        </a:p>
      </dgm:t>
    </dgm:pt>
    <dgm:pt modelId="{37F8F60C-C9BB-42DD-AE4C-53D8561B6463}">
      <dgm:prSet/>
      <dgm:spPr/>
      <dgm:t>
        <a:bodyPr/>
        <a:lstStyle/>
        <a:p>
          <a:r>
            <a:rPr lang="es-PE" dirty="0">
              <a:solidFill>
                <a:srgbClr val="00B050"/>
              </a:solidFill>
            </a:rPr>
            <a:t>Precisión Moderada</a:t>
          </a:r>
        </a:p>
        <a:p>
          <a:r>
            <a:rPr lang="es-PE" dirty="0"/>
            <a:t>Alta Variabilidad</a:t>
          </a:r>
        </a:p>
      </dgm:t>
    </dgm:pt>
    <dgm:pt modelId="{CE6A2D73-2620-4BBC-A541-A5DE99E615C1}" type="parTrans" cxnId="{85C611F9-23B1-4AA4-AF6A-052D1908D0DB}">
      <dgm:prSet/>
      <dgm:spPr/>
      <dgm:t>
        <a:bodyPr/>
        <a:lstStyle/>
        <a:p>
          <a:endParaRPr lang="es-PE"/>
        </a:p>
      </dgm:t>
    </dgm:pt>
    <dgm:pt modelId="{FC95D628-3124-43D3-828D-2C756593F715}" type="sibTrans" cxnId="{85C611F9-23B1-4AA4-AF6A-052D1908D0DB}">
      <dgm:prSet/>
      <dgm:spPr/>
      <dgm:t>
        <a:bodyPr/>
        <a:lstStyle/>
        <a:p>
          <a:endParaRPr lang="es-PE"/>
        </a:p>
      </dgm:t>
    </dgm:pt>
    <dgm:pt modelId="{048EA6B2-65F2-43FB-BE95-A9413A3243BC}" type="pres">
      <dgm:prSet presAssocID="{B5F6F4B8-FC7D-4239-A861-8FB267A6C3D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0AD97A4-ADE4-4495-8EB6-C1865D7C68B1}" type="pres">
      <dgm:prSet presAssocID="{65EC20BD-F946-4692-A617-5FFFEE1662D5}" presName="root1" presStyleCnt="0"/>
      <dgm:spPr/>
    </dgm:pt>
    <dgm:pt modelId="{4B61BD47-2FDF-4593-A685-81058846A762}" type="pres">
      <dgm:prSet presAssocID="{65EC20BD-F946-4692-A617-5FFFEE1662D5}" presName="LevelOneTextNode" presStyleLbl="node0" presStyleIdx="0" presStyleCnt="1">
        <dgm:presLayoutVars>
          <dgm:chPref val="3"/>
        </dgm:presLayoutVars>
      </dgm:prSet>
      <dgm:spPr/>
    </dgm:pt>
    <dgm:pt modelId="{AAA28F11-CFB9-4CAC-8838-3F060A2239BB}" type="pres">
      <dgm:prSet presAssocID="{65EC20BD-F946-4692-A617-5FFFEE1662D5}" presName="level2hierChild" presStyleCnt="0"/>
      <dgm:spPr/>
    </dgm:pt>
    <dgm:pt modelId="{B22B562F-4846-4E61-9F95-BBA44069D408}" type="pres">
      <dgm:prSet presAssocID="{2ADB5D4F-882B-407D-8393-207A5A54C900}" presName="conn2-1" presStyleLbl="parChTrans1D2" presStyleIdx="0" presStyleCnt="4"/>
      <dgm:spPr/>
    </dgm:pt>
    <dgm:pt modelId="{91B79730-E3CB-480A-AE25-69E68A1EDCBB}" type="pres">
      <dgm:prSet presAssocID="{2ADB5D4F-882B-407D-8393-207A5A54C900}" presName="connTx" presStyleLbl="parChTrans1D2" presStyleIdx="0" presStyleCnt="4"/>
      <dgm:spPr/>
    </dgm:pt>
    <dgm:pt modelId="{FD526ABC-A267-4DA4-AFAA-094EEC7C50EA}" type="pres">
      <dgm:prSet presAssocID="{7739F418-A4F5-4502-9EAE-E7385A886962}" presName="root2" presStyleCnt="0"/>
      <dgm:spPr/>
    </dgm:pt>
    <dgm:pt modelId="{FE3879A6-B582-405C-97B6-4592F47B54BA}" type="pres">
      <dgm:prSet presAssocID="{7739F418-A4F5-4502-9EAE-E7385A886962}" presName="LevelTwoTextNode" presStyleLbl="node2" presStyleIdx="0" presStyleCnt="4">
        <dgm:presLayoutVars>
          <dgm:chPref val="3"/>
        </dgm:presLayoutVars>
      </dgm:prSet>
      <dgm:spPr/>
    </dgm:pt>
    <dgm:pt modelId="{92E77C95-FD87-4A84-883B-6FF2393D7074}" type="pres">
      <dgm:prSet presAssocID="{7739F418-A4F5-4502-9EAE-E7385A886962}" presName="level3hierChild" presStyleCnt="0"/>
      <dgm:spPr/>
    </dgm:pt>
    <dgm:pt modelId="{F98D082A-6E2B-4731-9FA1-7285D980A2D1}" type="pres">
      <dgm:prSet presAssocID="{3BCF1B9B-8534-4BF7-BEA6-7AD7F8F3F7C5}" presName="conn2-1" presStyleLbl="parChTrans1D3" presStyleIdx="0" presStyleCnt="4"/>
      <dgm:spPr/>
    </dgm:pt>
    <dgm:pt modelId="{086480CB-F7C0-4DFF-8E3E-72CE043C36D7}" type="pres">
      <dgm:prSet presAssocID="{3BCF1B9B-8534-4BF7-BEA6-7AD7F8F3F7C5}" presName="connTx" presStyleLbl="parChTrans1D3" presStyleIdx="0" presStyleCnt="4"/>
      <dgm:spPr/>
    </dgm:pt>
    <dgm:pt modelId="{1FC987F7-338B-4503-9465-A0E275B4B9C6}" type="pres">
      <dgm:prSet presAssocID="{F13AFFC5-E39D-4E8B-AA01-A13136703F26}" presName="root2" presStyleCnt="0"/>
      <dgm:spPr/>
    </dgm:pt>
    <dgm:pt modelId="{92B17E8F-411A-4CF5-BB29-958FF9ED8DF1}" type="pres">
      <dgm:prSet presAssocID="{F13AFFC5-E39D-4E8B-AA01-A13136703F26}" presName="LevelTwoTextNode" presStyleLbl="node3" presStyleIdx="0" presStyleCnt="4">
        <dgm:presLayoutVars>
          <dgm:chPref val="3"/>
        </dgm:presLayoutVars>
      </dgm:prSet>
      <dgm:spPr/>
    </dgm:pt>
    <dgm:pt modelId="{AFF08D0F-84C6-4FE9-97ED-7F06B6F9F0F6}" type="pres">
      <dgm:prSet presAssocID="{F13AFFC5-E39D-4E8B-AA01-A13136703F26}" presName="level3hierChild" presStyleCnt="0"/>
      <dgm:spPr/>
    </dgm:pt>
    <dgm:pt modelId="{0644C365-3FE0-4413-AD08-A5619ADDFC45}" type="pres">
      <dgm:prSet presAssocID="{D055994A-C080-4E96-8218-4FC286A474C3}" presName="conn2-1" presStyleLbl="parChTrans1D4" presStyleIdx="0" presStyleCnt="6"/>
      <dgm:spPr/>
    </dgm:pt>
    <dgm:pt modelId="{80C2E3EF-93B2-46E2-9C77-3DDCF6CA0384}" type="pres">
      <dgm:prSet presAssocID="{D055994A-C080-4E96-8218-4FC286A474C3}" presName="connTx" presStyleLbl="parChTrans1D4" presStyleIdx="0" presStyleCnt="6"/>
      <dgm:spPr/>
    </dgm:pt>
    <dgm:pt modelId="{A7835028-B33A-464E-BEB0-FA9ECD6687C7}" type="pres">
      <dgm:prSet presAssocID="{7B3A21DB-8938-4996-A0C3-444B073C3F29}" presName="root2" presStyleCnt="0"/>
      <dgm:spPr/>
    </dgm:pt>
    <dgm:pt modelId="{A5EF935A-32E9-4EB8-B676-24F00E66364B}" type="pres">
      <dgm:prSet presAssocID="{7B3A21DB-8938-4996-A0C3-444B073C3F29}" presName="LevelTwoTextNode" presStyleLbl="node4" presStyleIdx="0" presStyleCnt="6">
        <dgm:presLayoutVars>
          <dgm:chPref val="3"/>
        </dgm:presLayoutVars>
      </dgm:prSet>
      <dgm:spPr/>
    </dgm:pt>
    <dgm:pt modelId="{D3CA97BB-3A41-4F26-8F17-55E22C9C8726}" type="pres">
      <dgm:prSet presAssocID="{7B3A21DB-8938-4996-A0C3-444B073C3F29}" presName="level3hierChild" presStyleCnt="0"/>
      <dgm:spPr/>
    </dgm:pt>
    <dgm:pt modelId="{B565BAA9-2545-42F5-A6A8-90A787D2264C}" type="pres">
      <dgm:prSet presAssocID="{08B92CF8-5871-4F6C-8A78-D8CFCE781316}" presName="conn2-1" presStyleLbl="parChTrans1D4" presStyleIdx="1" presStyleCnt="6"/>
      <dgm:spPr/>
    </dgm:pt>
    <dgm:pt modelId="{8AC303EE-FEBD-4B10-BE11-7D9E9CB0CB66}" type="pres">
      <dgm:prSet presAssocID="{08B92CF8-5871-4F6C-8A78-D8CFCE781316}" presName="connTx" presStyleLbl="parChTrans1D4" presStyleIdx="1" presStyleCnt="6"/>
      <dgm:spPr/>
    </dgm:pt>
    <dgm:pt modelId="{156D7878-BE74-487C-A3DB-3FFDF01DC202}" type="pres">
      <dgm:prSet presAssocID="{7EA14F8B-DA68-4087-B5EC-A92C2DA92B86}" presName="root2" presStyleCnt="0"/>
      <dgm:spPr/>
    </dgm:pt>
    <dgm:pt modelId="{1E782BC3-7E83-444E-9495-F3E98CE9AB22}" type="pres">
      <dgm:prSet presAssocID="{7EA14F8B-DA68-4087-B5EC-A92C2DA92B86}" presName="LevelTwoTextNode" presStyleLbl="node4" presStyleIdx="1" presStyleCnt="6">
        <dgm:presLayoutVars>
          <dgm:chPref val="3"/>
        </dgm:presLayoutVars>
      </dgm:prSet>
      <dgm:spPr/>
    </dgm:pt>
    <dgm:pt modelId="{9C4EDF2E-841A-4C7E-A32D-45D6E6B8D271}" type="pres">
      <dgm:prSet presAssocID="{7EA14F8B-DA68-4087-B5EC-A92C2DA92B86}" presName="level3hierChild" presStyleCnt="0"/>
      <dgm:spPr/>
    </dgm:pt>
    <dgm:pt modelId="{27E037B4-6808-4767-838D-B0A03AC6FBBA}" type="pres">
      <dgm:prSet presAssocID="{DEAD254C-98AE-4055-9D70-749F0F7B2586}" presName="conn2-1" presStyleLbl="parChTrans1D2" presStyleIdx="1" presStyleCnt="4"/>
      <dgm:spPr/>
    </dgm:pt>
    <dgm:pt modelId="{1D8B786E-2182-4836-BA98-AC08F5C4808B}" type="pres">
      <dgm:prSet presAssocID="{DEAD254C-98AE-4055-9D70-749F0F7B2586}" presName="connTx" presStyleLbl="parChTrans1D2" presStyleIdx="1" presStyleCnt="4"/>
      <dgm:spPr/>
    </dgm:pt>
    <dgm:pt modelId="{2AFFA0AB-167B-4454-8EA8-FBD1FC3386F6}" type="pres">
      <dgm:prSet presAssocID="{D86B5011-A16F-4969-A7BF-BFE26494B51D}" presName="root2" presStyleCnt="0"/>
      <dgm:spPr/>
    </dgm:pt>
    <dgm:pt modelId="{EAA0FBA4-CCA8-46CB-8C76-AF33DB2A9F21}" type="pres">
      <dgm:prSet presAssocID="{D86B5011-A16F-4969-A7BF-BFE26494B51D}" presName="LevelTwoTextNode" presStyleLbl="node2" presStyleIdx="1" presStyleCnt="4">
        <dgm:presLayoutVars>
          <dgm:chPref val="3"/>
        </dgm:presLayoutVars>
      </dgm:prSet>
      <dgm:spPr/>
    </dgm:pt>
    <dgm:pt modelId="{D3233B87-8447-481C-8A72-84BCDBB26F0B}" type="pres">
      <dgm:prSet presAssocID="{D86B5011-A16F-4969-A7BF-BFE26494B51D}" presName="level3hierChild" presStyleCnt="0"/>
      <dgm:spPr/>
    </dgm:pt>
    <dgm:pt modelId="{C851170B-0038-4582-BA67-DF6FBCEEC870}" type="pres">
      <dgm:prSet presAssocID="{350E4E9A-2338-4120-949A-747C13B94986}" presName="conn2-1" presStyleLbl="parChTrans1D3" presStyleIdx="1" presStyleCnt="4"/>
      <dgm:spPr/>
    </dgm:pt>
    <dgm:pt modelId="{786CAD74-67B9-46EC-8D42-9175B0FDFA6B}" type="pres">
      <dgm:prSet presAssocID="{350E4E9A-2338-4120-949A-747C13B94986}" presName="connTx" presStyleLbl="parChTrans1D3" presStyleIdx="1" presStyleCnt="4"/>
      <dgm:spPr/>
    </dgm:pt>
    <dgm:pt modelId="{A96B88A9-E871-41A9-8FE0-DDE8ECBB5C3A}" type="pres">
      <dgm:prSet presAssocID="{195DBFE6-C962-43B7-B734-47235394E1C9}" presName="root2" presStyleCnt="0"/>
      <dgm:spPr/>
    </dgm:pt>
    <dgm:pt modelId="{6EBAEFE2-2018-48B6-88BF-74EC72C072FD}" type="pres">
      <dgm:prSet presAssocID="{195DBFE6-C962-43B7-B734-47235394E1C9}" presName="LevelTwoTextNode" presStyleLbl="node3" presStyleIdx="1" presStyleCnt="4">
        <dgm:presLayoutVars>
          <dgm:chPref val="3"/>
        </dgm:presLayoutVars>
      </dgm:prSet>
      <dgm:spPr/>
    </dgm:pt>
    <dgm:pt modelId="{3B5C3864-544D-47C0-9A9D-75C9151F0917}" type="pres">
      <dgm:prSet presAssocID="{195DBFE6-C962-43B7-B734-47235394E1C9}" presName="level3hierChild" presStyleCnt="0"/>
      <dgm:spPr/>
    </dgm:pt>
    <dgm:pt modelId="{26E78B6A-9C56-480E-BD17-B813B618B1C3}" type="pres">
      <dgm:prSet presAssocID="{F1DC73FE-ECBB-44E8-8E6F-AE5A3637E4F7}" presName="conn2-1" presStyleLbl="parChTrans1D4" presStyleIdx="2" presStyleCnt="6"/>
      <dgm:spPr/>
    </dgm:pt>
    <dgm:pt modelId="{4965814A-D75F-4B68-A6F4-ACBB10D14203}" type="pres">
      <dgm:prSet presAssocID="{F1DC73FE-ECBB-44E8-8E6F-AE5A3637E4F7}" presName="connTx" presStyleLbl="parChTrans1D4" presStyleIdx="2" presStyleCnt="6"/>
      <dgm:spPr/>
    </dgm:pt>
    <dgm:pt modelId="{C9EF06A3-363F-45EB-A446-418C4DE3F222}" type="pres">
      <dgm:prSet presAssocID="{198C68C1-3E5E-4B5D-8882-08C39B831134}" presName="root2" presStyleCnt="0"/>
      <dgm:spPr/>
    </dgm:pt>
    <dgm:pt modelId="{771573AB-2C3A-48C7-B21B-AC40E9EE7FFE}" type="pres">
      <dgm:prSet presAssocID="{198C68C1-3E5E-4B5D-8882-08C39B831134}" presName="LevelTwoTextNode" presStyleLbl="node4" presStyleIdx="2" presStyleCnt="6" custScaleX="99451">
        <dgm:presLayoutVars>
          <dgm:chPref val="3"/>
        </dgm:presLayoutVars>
      </dgm:prSet>
      <dgm:spPr/>
    </dgm:pt>
    <dgm:pt modelId="{2F06AAF5-F8DA-4D82-87B2-276B3091F68E}" type="pres">
      <dgm:prSet presAssocID="{198C68C1-3E5E-4B5D-8882-08C39B831134}" presName="level3hierChild" presStyleCnt="0"/>
      <dgm:spPr/>
    </dgm:pt>
    <dgm:pt modelId="{82D54FAD-1268-4C2E-AF52-CCD32BDA9346}" type="pres">
      <dgm:prSet presAssocID="{1FE6DC68-69E7-4E39-B69E-1E5A4C58AC1C}" presName="conn2-1" presStyleLbl="parChTrans1D4" presStyleIdx="3" presStyleCnt="6"/>
      <dgm:spPr/>
    </dgm:pt>
    <dgm:pt modelId="{87F774A3-5A1B-437F-A3D8-81B2062A354E}" type="pres">
      <dgm:prSet presAssocID="{1FE6DC68-69E7-4E39-B69E-1E5A4C58AC1C}" presName="connTx" presStyleLbl="parChTrans1D4" presStyleIdx="3" presStyleCnt="6"/>
      <dgm:spPr/>
    </dgm:pt>
    <dgm:pt modelId="{00DE7286-32A1-4098-8178-0EABB24EAEF2}" type="pres">
      <dgm:prSet presAssocID="{3A4C6122-6DB6-453E-B1FE-53331DF026FA}" presName="root2" presStyleCnt="0"/>
      <dgm:spPr/>
    </dgm:pt>
    <dgm:pt modelId="{6C162F15-2ECB-4BDC-83C1-84A24A06E34E}" type="pres">
      <dgm:prSet presAssocID="{3A4C6122-6DB6-453E-B1FE-53331DF026FA}" presName="LevelTwoTextNode" presStyleLbl="node4" presStyleIdx="3" presStyleCnt="6">
        <dgm:presLayoutVars>
          <dgm:chPref val="3"/>
        </dgm:presLayoutVars>
      </dgm:prSet>
      <dgm:spPr/>
    </dgm:pt>
    <dgm:pt modelId="{56807EEA-0D5F-47AA-BC77-600A2044BD8D}" type="pres">
      <dgm:prSet presAssocID="{3A4C6122-6DB6-453E-B1FE-53331DF026FA}" presName="level3hierChild" presStyleCnt="0"/>
      <dgm:spPr/>
    </dgm:pt>
    <dgm:pt modelId="{21F659BB-979A-40DF-86FE-61D3863EB4F2}" type="pres">
      <dgm:prSet presAssocID="{0AEF45F0-BB6F-42EB-971D-102598597D04}" presName="conn2-1" presStyleLbl="parChTrans1D2" presStyleIdx="2" presStyleCnt="4"/>
      <dgm:spPr/>
    </dgm:pt>
    <dgm:pt modelId="{31234571-3616-4948-82F5-02A8651498C9}" type="pres">
      <dgm:prSet presAssocID="{0AEF45F0-BB6F-42EB-971D-102598597D04}" presName="connTx" presStyleLbl="parChTrans1D2" presStyleIdx="2" presStyleCnt="4"/>
      <dgm:spPr/>
    </dgm:pt>
    <dgm:pt modelId="{65B0517B-E98E-4CFD-97FC-77048CDE2298}" type="pres">
      <dgm:prSet presAssocID="{17EB56E3-5ABB-4388-AC06-7E88D2D55BCD}" presName="root2" presStyleCnt="0"/>
      <dgm:spPr/>
    </dgm:pt>
    <dgm:pt modelId="{ED75CDAD-D81A-4B3D-A60F-2501D26D46F9}" type="pres">
      <dgm:prSet presAssocID="{17EB56E3-5ABB-4388-AC06-7E88D2D55BCD}" presName="LevelTwoTextNode" presStyleLbl="node2" presStyleIdx="2" presStyleCnt="4">
        <dgm:presLayoutVars>
          <dgm:chPref val="3"/>
        </dgm:presLayoutVars>
      </dgm:prSet>
      <dgm:spPr/>
    </dgm:pt>
    <dgm:pt modelId="{F114BE73-BBE5-45B7-A288-0C91EED53FA0}" type="pres">
      <dgm:prSet presAssocID="{17EB56E3-5ABB-4388-AC06-7E88D2D55BCD}" presName="level3hierChild" presStyleCnt="0"/>
      <dgm:spPr/>
    </dgm:pt>
    <dgm:pt modelId="{3E5E2F1C-5E7B-47B0-85C1-1BA58E3FBC8A}" type="pres">
      <dgm:prSet presAssocID="{0F0E72AD-E3A9-4021-9189-F703CCFFCED5}" presName="conn2-1" presStyleLbl="parChTrans1D3" presStyleIdx="2" presStyleCnt="4"/>
      <dgm:spPr/>
    </dgm:pt>
    <dgm:pt modelId="{4431C68D-6738-438D-B682-0E17B08A3D5B}" type="pres">
      <dgm:prSet presAssocID="{0F0E72AD-E3A9-4021-9189-F703CCFFCED5}" presName="connTx" presStyleLbl="parChTrans1D3" presStyleIdx="2" presStyleCnt="4"/>
      <dgm:spPr/>
    </dgm:pt>
    <dgm:pt modelId="{DCCBC0EE-28E2-4902-8FDB-7FA8536510C0}" type="pres">
      <dgm:prSet presAssocID="{CEEF5252-3F61-43C6-B18F-BC6C24F633A6}" presName="root2" presStyleCnt="0"/>
      <dgm:spPr/>
    </dgm:pt>
    <dgm:pt modelId="{4B3744FC-2076-4779-A50D-7C5065DC86D9}" type="pres">
      <dgm:prSet presAssocID="{CEEF5252-3F61-43C6-B18F-BC6C24F633A6}" presName="LevelTwoTextNode" presStyleLbl="node3" presStyleIdx="2" presStyleCnt="4">
        <dgm:presLayoutVars>
          <dgm:chPref val="3"/>
        </dgm:presLayoutVars>
      </dgm:prSet>
      <dgm:spPr/>
    </dgm:pt>
    <dgm:pt modelId="{E39E07F2-9598-44C9-8C5F-F1212824B10F}" type="pres">
      <dgm:prSet presAssocID="{CEEF5252-3F61-43C6-B18F-BC6C24F633A6}" presName="level3hierChild" presStyleCnt="0"/>
      <dgm:spPr/>
    </dgm:pt>
    <dgm:pt modelId="{37D6CA98-43D9-4E81-9BFB-95CA24A4A9A6}" type="pres">
      <dgm:prSet presAssocID="{1F4FC200-048F-43F6-A705-846C5D50DDB4}" presName="conn2-1" presStyleLbl="parChTrans1D4" presStyleIdx="4" presStyleCnt="6"/>
      <dgm:spPr/>
    </dgm:pt>
    <dgm:pt modelId="{E66A8174-ED80-4802-8AFA-45D7B50E7398}" type="pres">
      <dgm:prSet presAssocID="{1F4FC200-048F-43F6-A705-846C5D50DDB4}" presName="connTx" presStyleLbl="parChTrans1D4" presStyleIdx="4" presStyleCnt="6"/>
      <dgm:spPr/>
    </dgm:pt>
    <dgm:pt modelId="{88BA4F0F-8C21-43B7-ACD9-A068A41AEC23}" type="pres">
      <dgm:prSet presAssocID="{FEA55646-0101-49ED-8DD0-40D12011D39D}" presName="root2" presStyleCnt="0"/>
      <dgm:spPr/>
    </dgm:pt>
    <dgm:pt modelId="{ED327B89-70E3-41BA-98F9-75566818FA72}" type="pres">
      <dgm:prSet presAssocID="{FEA55646-0101-49ED-8DD0-40D12011D39D}" presName="LevelTwoTextNode" presStyleLbl="node4" presStyleIdx="4" presStyleCnt="6">
        <dgm:presLayoutVars>
          <dgm:chPref val="3"/>
        </dgm:presLayoutVars>
      </dgm:prSet>
      <dgm:spPr/>
    </dgm:pt>
    <dgm:pt modelId="{83FF3EA3-EEF0-458B-9A61-DFDA282D9DAA}" type="pres">
      <dgm:prSet presAssocID="{FEA55646-0101-49ED-8DD0-40D12011D39D}" presName="level3hierChild" presStyleCnt="0"/>
      <dgm:spPr/>
    </dgm:pt>
    <dgm:pt modelId="{5AF07F1B-1213-40F8-BE0C-0BB42DBB9E68}" type="pres">
      <dgm:prSet presAssocID="{C36CC1CC-811F-4C82-BAC8-80953D9F2512}" presName="conn2-1" presStyleLbl="parChTrans1D4" presStyleIdx="5" presStyleCnt="6"/>
      <dgm:spPr/>
    </dgm:pt>
    <dgm:pt modelId="{B793CE55-2313-422A-A360-38753DB31426}" type="pres">
      <dgm:prSet presAssocID="{C36CC1CC-811F-4C82-BAC8-80953D9F2512}" presName="connTx" presStyleLbl="parChTrans1D4" presStyleIdx="5" presStyleCnt="6"/>
      <dgm:spPr/>
    </dgm:pt>
    <dgm:pt modelId="{AC33D366-DE4A-4E00-8F7A-E28962040BCD}" type="pres">
      <dgm:prSet presAssocID="{CD4209CD-CD19-4547-B740-F00AB0B2A490}" presName="root2" presStyleCnt="0"/>
      <dgm:spPr/>
    </dgm:pt>
    <dgm:pt modelId="{97AC18E5-B794-47BB-A644-6BBFEF33F04C}" type="pres">
      <dgm:prSet presAssocID="{CD4209CD-CD19-4547-B740-F00AB0B2A490}" presName="LevelTwoTextNode" presStyleLbl="node4" presStyleIdx="5" presStyleCnt="6">
        <dgm:presLayoutVars>
          <dgm:chPref val="3"/>
        </dgm:presLayoutVars>
      </dgm:prSet>
      <dgm:spPr/>
    </dgm:pt>
    <dgm:pt modelId="{1CA36FCF-C2C8-4DF2-B0D9-E5F13698537D}" type="pres">
      <dgm:prSet presAssocID="{CD4209CD-CD19-4547-B740-F00AB0B2A490}" presName="level3hierChild" presStyleCnt="0"/>
      <dgm:spPr/>
    </dgm:pt>
    <dgm:pt modelId="{46C6BE06-7579-4F90-80C2-09BA9448108C}" type="pres">
      <dgm:prSet presAssocID="{9B0446D9-68CE-4861-AF5F-7AD312FB5939}" presName="conn2-1" presStyleLbl="parChTrans1D2" presStyleIdx="3" presStyleCnt="4"/>
      <dgm:spPr/>
    </dgm:pt>
    <dgm:pt modelId="{7D9336B4-78FA-4A0F-934F-AA2B4EE36E57}" type="pres">
      <dgm:prSet presAssocID="{9B0446D9-68CE-4861-AF5F-7AD312FB5939}" presName="connTx" presStyleLbl="parChTrans1D2" presStyleIdx="3" presStyleCnt="4"/>
      <dgm:spPr/>
    </dgm:pt>
    <dgm:pt modelId="{CF23D05B-5720-4A1E-A6DB-CD56CF2F6B3B}" type="pres">
      <dgm:prSet presAssocID="{117D4A1F-0644-44DF-9F55-9776032C9CCA}" presName="root2" presStyleCnt="0"/>
      <dgm:spPr/>
    </dgm:pt>
    <dgm:pt modelId="{FCBC0613-1D64-4D77-B430-22ABCEDB3F74}" type="pres">
      <dgm:prSet presAssocID="{117D4A1F-0644-44DF-9F55-9776032C9CCA}" presName="LevelTwoTextNode" presStyleLbl="node2" presStyleIdx="3" presStyleCnt="4">
        <dgm:presLayoutVars>
          <dgm:chPref val="3"/>
        </dgm:presLayoutVars>
      </dgm:prSet>
      <dgm:spPr/>
    </dgm:pt>
    <dgm:pt modelId="{0104F146-28DD-41A5-B905-536B5F592D9A}" type="pres">
      <dgm:prSet presAssocID="{117D4A1F-0644-44DF-9F55-9776032C9CCA}" presName="level3hierChild" presStyleCnt="0"/>
      <dgm:spPr/>
    </dgm:pt>
    <dgm:pt modelId="{1602D2A0-F8AE-4EFD-B2EA-8EEE3AE24B0A}" type="pres">
      <dgm:prSet presAssocID="{CE6A2D73-2620-4BBC-A541-A5DE99E615C1}" presName="conn2-1" presStyleLbl="parChTrans1D3" presStyleIdx="3" presStyleCnt="4"/>
      <dgm:spPr/>
    </dgm:pt>
    <dgm:pt modelId="{DBA75BBD-2820-4659-9507-A136DE574D7F}" type="pres">
      <dgm:prSet presAssocID="{CE6A2D73-2620-4BBC-A541-A5DE99E615C1}" presName="connTx" presStyleLbl="parChTrans1D3" presStyleIdx="3" presStyleCnt="4"/>
      <dgm:spPr/>
    </dgm:pt>
    <dgm:pt modelId="{2E1B1A58-4B7A-42CA-BBE9-1204D7010184}" type="pres">
      <dgm:prSet presAssocID="{37F8F60C-C9BB-42DD-AE4C-53D8561B6463}" presName="root2" presStyleCnt="0"/>
      <dgm:spPr/>
    </dgm:pt>
    <dgm:pt modelId="{4D9B2174-C23F-45D0-88C7-D9C0D8159FC5}" type="pres">
      <dgm:prSet presAssocID="{37F8F60C-C9BB-42DD-AE4C-53D8561B6463}" presName="LevelTwoTextNode" presStyleLbl="node3" presStyleIdx="3" presStyleCnt="4">
        <dgm:presLayoutVars>
          <dgm:chPref val="3"/>
        </dgm:presLayoutVars>
      </dgm:prSet>
      <dgm:spPr/>
    </dgm:pt>
    <dgm:pt modelId="{98A95770-AF01-49BC-8D58-BBE8A0B4B991}" type="pres">
      <dgm:prSet presAssocID="{37F8F60C-C9BB-42DD-AE4C-53D8561B6463}" presName="level3hierChild" presStyleCnt="0"/>
      <dgm:spPr/>
    </dgm:pt>
  </dgm:ptLst>
  <dgm:cxnLst>
    <dgm:cxn modelId="{7F7A4F05-992B-4454-9E24-D275E88B0033}" type="presOf" srcId="{F13AFFC5-E39D-4E8B-AA01-A13136703F26}" destId="{92B17E8F-411A-4CF5-BB29-958FF9ED8DF1}" srcOrd="0" destOrd="0" presId="urn:microsoft.com/office/officeart/2008/layout/HorizontalMultiLevelHierarchy"/>
    <dgm:cxn modelId="{1264D205-4542-4C62-A758-565BCBC75AA2}" type="presOf" srcId="{37F8F60C-C9BB-42DD-AE4C-53D8561B6463}" destId="{4D9B2174-C23F-45D0-88C7-D9C0D8159FC5}" srcOrd="0" destOrd="0" presId="urn:microsoft.com/office/officeart/2008/layout/HorizontalMultiLevelHierarchy"/>
    <dgm:cxn modelId="{E6FF3906-71BE-4F89-A776-A1388306C109}" type="presOf" srcId="{7739F418-A4F5-4502-9EAE-E7385A886962}" destId="{FE3879A6-B582-405C-97B6-4592F47B54BA}" srcOrd="0" destOrd="0" presId="urn:microsoft.com/office/officeart/2008/layout/HorizontalMultiLevelHierarchy"/>
    <dgm:cxn modelId="{CEE02607-A5FB-495B-AD07-5F7E3B176842}" srcId="{FEA55646-0101-49ED-8DD0-40D12011D39D}" destId="{CD4209CD-CD19-4547-B740-F00AB0B2A490}" srcOrd="0" destOrd="0" parTransId="{C36CC1CC-811F-4C82-BAC8-80953D9F2512}" sibTransId="{A209E209-44DA-432F-8A79-651C39F9E4F5}"/>
    <dgm:cxn modelId="{0A3D9920-6CFB-4A8A-89AC-61C6DDE70834}" type="presOf" srcId="{9B0446D9-68CE-4861-AF5F-7AD312FB5939}" destId="{7D9336B4-78FA-4A0F-934F-AA2B4EE36E57}" srcOrd="1" destOrd="0" presId="urn:microsoft.com/office/officeart/2008/layout/HorizontalMultiLevelHierarchy"/>
    <dgm:cxn modelId="{7CE1DD29-D84C-4E9A-A1B9-1C815251D807}" type="presOf" srcId="{9B0446D9-68CE-4861-AF5F-7AD312FB5939}" destId="{46C6BE06-7579-4F90-80C2-09BA9448108C}" srcOrd="0" destOrd="0" presId="urn:microsoft.com/office/officeart/2008/layout/HorizontalMultiLevelHierarchy"/>
    <dgm:cxn modelId="{0540B132-123B-4DD7-A172-0070BF23ED3F}" type="presOf" srcId="{FEA55646-0101-49ED-8DD0-40D12011D39D}" destId="{ED327B89-70E3-41BA-98F9-75566818FA72}" srcOrd="0" destOrd="0" presId="urn:microsoft.com/office/officeart/2008/layout/HorizontalMultiLevelHierarchy"/>
    <dgm:cxn modelId="{3DA9BC37-4FDC-4C44-9C28-6755F8D368D9}" type="presOf" srcId="{08B92CF8-5871-4F6C-8A78-D8CFCE781316}" destId="{B565BAA9-2545-42F5-A6A8-90A787D2264C}" srcOrd="0" destOrd="0" presId="urn:microsoft.com/office/officeart/2008/layout/HorizontalMultiLevelHierarchy"/>
    <dgm:cxn modelId="{663AAD3F-460A-4A72-8912-CFB54326D869}" type="presOf" srcId="{08B92CF8-5871-4F6C-8A78-D8CFCE781316}" destId="{8AC303EE-FEBD-4B10-BE11-7D9E9CB0CB66}" srcOrd="1" destOrd="0" presId="urn:microsoft.com/office/officeart/2008/layout/HorizontalMultiLevelHierarchy"/>
    <dgm:cxn modelId="{475AE05B-80ED-4DD2-83BB-2B1A88F4F676}" type="presOf" srcId="{0F0E72AD-E3A9-4021-9189-F703CCFFCED5}" destId="{4431C68D-6738-438D-B682-0E17B08A3D5B}" srcOrd="1" destOrd="0" presId="urn:microsoft.com/office/officeart/2008/layout/HorizontalMultiLevelHierarchy"/>
    <dgm:cxn modelId="{7490A65F-D259-4050-89C4-79372600B276}" type="presOf" srcId="{F1DC73FE-ECBB-44E8-8E6F-AE5A3637E4F7}" destId="{4965814A-D75F-4B68-A6F4-ACBB10D14203}" srcOrd="1" destOrd="0" presId="urn:microsoft.com/office/officeart/2008/layout/HorizontalMultiLevelHierarchy"/>
    <dgm:cxn modelId="{109C1543-6FF0-4ED4-ACFA-6EA72EA29377}" srcId="{65EC20BD-F946-4692-A617-5FFFEE1662D5}" destId="{117D4A1F-0644-44DF-9F55-9776032C9CCA}" srcOrd="3" destOrd="0" parTransId="{9B0446D9-68CE-4861-AF5F-7AD312FB5939}" sibTransId="{8E142A96-0E91-4EBF-AAD4-2670CC271BAF}"/>
    <dgm:cxn modelId="{1AE8D843-1240-438D-8266-2033F4234D20}" srcId="{CEEF5252-3F61-43C6-B18F-BC6C24F633A6}" destId="{FEA55646-0101-49ED-8DD0-40D12011D39D}" srcOrd="0" destOrd="0" parTransId="{1F4FC200-048F-43F6-A705-846C5D50DDB4}" sibTransId="{DD7D6D31-4357-4813-A917-52D53AA1FB4C}"/>
    <dgm:cxn modelId="{9136A046-C085-4866-9187-BCA97C4B2F9C}" type="presOf" srcId="{D055994A-C080-4E96-8218-4FC286A474C3}" destId="{80C2E3EF-93B2-46E2-9C77-3DDCF6CA0384}" srcOrd="1" destOrd="0" presId="urn:microsoft.com/office/officeart/2008/layout/HorizontalMultiLevelHierarchy"/>
    <dgm:cxn modelId="{8671C547-C6DC-473B-A26C-E6CA58E5B415}" srcId="{D86B5011-A16F-4969-A7BF-BFE26494B51D}" destId="{195DBFE6-C962-43B7-B734-47235394E1C9}" srcOrd="0" destOrd="0" parTransId="{350E4E9A-2338-4120-949A-747C13B94986}" sibTransId="{CAF8931B-8C1C-4EE6-A6F5-53A87265991E}"/>
    <dgm:cxn modelId="{7200D747-5B2A-4ACC-8A6E-76D74ED032D9}" type="presOf" srcId="{CEEF5252-3F61-43C6-B18F-BC6C24F633A6}" destId="{4B3744FC-2076-4779-A50D-7C5065DC86D9}" srcOrd="0" destOrd="0" presId="urn:microsoft.com/office/officeart/2008/layout/HorizontalMultiLevelHierarchy"/>
    <dgm:cxn modelId="{59E94968-DC14-4857-A262-76DD8FAEC5C7}" type="presOf" srcId="{DEAD254C-98AE-4055-9D70-749F0F7B2586}" destId="{1D8B786E-2182-4836-BA98-AC08F5C4808B}" srcOrd="1" destOrd="0" presId="urn:microsoft.com/office/officeart/2008/layout/HorizontalMultiLevelHierarchy"/>
    <dgm:cxn modelId="{FF71B769-176F-4540-A604-9756EA6C763E}" type="presOf" srcId="{2ADB5D4F-882B-407D-8393-207A5A54C900}" destId="{91B79730-E3CB-480A-AE25-69E68A1EDCBB}" srcOrd="1" destOrd="0" presId="urn:microsoft.com/office/officeart/2008/layout/HorizontalMultiLevelHierarchy"/>
    <dgm:cxn modelId="{3F103D50-F9AB-486E-BA58-32B101EBC4BA}" type="presOf" srcId="{195DBFE6-C962-43B7-B734-47235394E1C9}" destId="{6EBAEFE2-2018-48B6-88BF-74EC72C072FD}" srcOrd="0" destOrd="0" presId="urn:microsoft.com/office/officeart/2008/layout/HorizontalMultiLevelHierarchy"/>
    <dgm:cxn modelId="{47C0C273-F989-44EB-B987-C5DB4AC76E7F}" type="presOf" srcId="{7B3A21DB-8938-4996-A0C3-444B073C3F29}" destId="{A5EF935A-32E9-4EB8-B676-24F00E66364B}" srcOrd="0" destOrd="0" presId="urn:microsoft.com/office/officeart/2008/layout/HorizontalMultiLevelHierarchy"/>
    <dgm:cxn modelId="{24AB4355-D062-4F71-8AEC-07055B4E44CE}" type="presOf" srcId="{C36CC1CC-811F-4C82-BAC8-80953D9F2512}" destId="{5AF07F1B-1213-40F8-BE0C-0BB42DBB9E68}" srcOrd="0" destOrd="0" presId="urn:microsoft.com/office/officeart/2008/layout/HorizontalMultiLevelHierarchy"/>
    <dgm:cxn modelId="{4C02FF77-07A9-47AD-8470-76D190888DAD}" srcId="{17EB56E3-5ABB-4388-AC06-7E88D2D55BCD}" destId="{CEEF5252-3F61-43C6-B18F-BC6C24F633A6}" srcOrd="0" destOrd="0" parTransId="{0F0E72AD-E3A9-4021-9189-F703CCFFCED5}" sibTransId="{EADA40CD-908F-4857-A15B-5EFF31E04B5C}"/>
    <dgm:cxn modelId="{759FD979-856D-44E9-8F68-1015EE57E75A}" type="presOf" srcId="{2ADB5D4F-882B-407D-8393-207A5A54C900}" destId="{B22B562F-4846-4E61-9F95-BBA44069D408}" srcOrd="0" destOrd="0" presId="urn:microsoft.com/office/officeart/2008/layout/HorizontalMultiLevelHierarchy"/>
    <dgm:cxn modelId="{A7BE717B-4455-4985-9CC8-40A256C6B083}" type="presOf" srcId="{B5F6F4B8-FC7D-4239-A861-8FB267A6C3D0}" destId="{048EA6B2-65F2-43FB-BE95-A9413A3243BC}" srcOrd="0" destOrd="0" presId="urn:microsoft.com/office/officeart/2008/layout/HorizontalMultiLevelHierarchy"/>
    <dgm:cxn modelId="{B501CF7F-C4E0-4236-986D-716A547FD590}" type="presOf" srcId="{198C68C1-3E5E-4B5D-8882-08C39B831134}" destId="{771573AB-2C3A-48C7-B21B-AC40E9EE7FFE}" srcOrd="0" destOrd="0" presId="urn:microsoft.com/office/officeart/2008/layout/HorizontalMultiLevelHierarchy"/>
    <dgm:cxn modelId="{158F4182-A6DD-41B3-99EB-B8FA6BEB94B8}" type="presOf" srcId="{17EB56E3-5ABB-4388-AC06-7E88D2D55BCD}" destId="{ED75CDAD-D81A-4B3D-A60F-2501D26D46F9}" srcOrd="0" destOrd="0" presId="urn:microsoft.com/office/officeart/2008/layout/HorizontalMultiLevelHierarchy"/>
    <dgm:cxn modelId="{9F55DC82-1999-492B-879A-FCB29724230B}" type="presOf" srcId="{1FE6DC68-69E7-4E39-B69E-1E5A4C58AC1C}" destId="{87F774A3-5A1B-437F-A3D8-81B2062A354E}" srcOrd="1" destOrd="0" presId="urn:microsoft.com/office/officeart/2008/layout/HorizontalMultiLevelHierarchy"/>
    <dgm:cxn modelId="{76BF2E8E-E13F-4BAD-9C78-C2058BED7AC2}" type="presOf" srcId="{117D4A1F-0644-44DF-9F55-9776032C9CCA}" destId="{FCBC0613-1D64-4D77-B430-22ABCEDB3F74}" srcOrd="0" destOrd="0" presId="urn:microsoft.com/office/officeart/2008/layout/HorizontalMultiLevelHierarchy"/>
    <dgm:cxn modelId="{C6818592-52FE-4C6D-9A77-6008711CC870}" srcId="{65EC20BD-F946-4692-A617-5FFFEE1662D5}" destId="{D86B5011-A16F-4969-A7BF-BFE26494B51D}" srcOrd="1" destOrd="0" parTransId="{DEAD254C-98AE-4055-9D70-749F0F7B2586}" sibTransId="{62C24AF5-8777-443A-99E3-B3F20B1FDDAF}"/>
    <dgm:cxn modelId="{2CF1BF93-BD6D-454C-956F-FE496C7A297B}" srcId="{7B3A21DB-8938-4996-A0C3-444B073C3F29}" destId="{7EA14F8B-DA68-4087-B5EC-A92C2DA92B86}" srcOrd="0" destOrd="0" parTransId="{08B92CF8-5871-4F6C-8A78-D8CFCE781316}" sibTransId="{7C4722BE-3472-4091-A20E-BBE63DED4B61}"/>
    <dgm:cxn modelId="{1E10B994-E291-4FF1-B68A-883276B15809}" type="presOf" srcId="{D055994A-C080-4E96-8218-4FC286A474C3}" destId="{0644C365-3FE0-4413-AD08-A5619ADDFC45}" srcOrd="0" destOrd="0" presId="urn:microsoft.com/office/officeart/2008/layout/HorizontalMultiLevelHierarchy"/>
    <dgm:cxn modelId="{C4EF2295-F576-467D-A11A-714549FCF244}" type="presOf" srcId="{CE6A2D73-2620-4BBC-A541-A5DE99E615C1}" destId="{DBA75BBD-2820-4659-9507-A136DE574D7F}" srcOrd="1" destOrd="0" presId="urn:microsoft.com/office/officeart/2008/layout/HorizontalMultiLevelHierarchy"/>
    <dgm:cxn modelId="{37AD30AD-D067-4A04-BC1C-3C0E51325FDD}" type="presOf" srcId="{CD4209CD-CD19-4547-B740-F00AB0B2A490}" destId="{97AC18E5-B794-47BB-A644-6BBFEF33F04C}" srcOrd="0" destOrd="0" presId="urn:microsoft.com/office/officeart/2008/layout/HorizontalMultiLevelHierarchy"/>
    <dgm:cxn modelId="{D0677BB1-6879-416C-99FF-B1C6CCEE30D8}" type="presOf" srcId="{3BCF1B9B-8534-4BF7-BEA6-7AD7F8F3F7C5}" destId="{086480CB-F7C0-4DFF-8E3E-72CE043C36D7}" srcOrd="1" destOrd="0" presId="urn:microsoft.com/office/officeart/2008/layout/HorizontalMultiLevelHierarchy"/>
    <dgm:cxn modelId="{260D2BB8-4819-4E17-9504-C2729C122546}" type="presOf" srcId="{7EA14F8B-DA68-4087-B5EC-A92C2DA92B86}" destId="{1E782BC3-7E83-444E-9495-F3E98CE9AB22}" srcOrd="0" destOrd="0" presId="urn:microsoft.com/office/officeart/2008/layout/HorizontalMultiLevelHierarchy"/>
    <dgm:cxn modelId="{01223FBC-E9B0-490C-A5A2-C866E6783EC7}" srcId="{65EC20BD-F946-4692-A617-5FFFEE1662D5}" destId="{7739F418-A4F5-4502-9EAE-E7385A886962}" srcOrd="0" destOrd="0" parTransId="{2ADB5D4F-882B-407D-8393-207A5A54C900}" sibTransId="{98ECAD63-5ADF-458E-B097-569DF3D5BAF1}"/>
    <dgm:cxn modelId="{A4399AC3-51F7-4612-8806-7D3741AE5242}" srcId="{198C68C1-3E5E-4B5D-8882-08C39B831134}" destId="{3A4C6122-6DB6-453E-B1FE-53331DF026FA}" srcOrd="0" destOrd="0" parTransId="{1FE6DC68-69E7-4E39-B69E-1E5A4C58AC1C}" sibTransId="{05592EA5-4A60-474D-92E4-03191584E107}"/>
    <dgm:cxn modelId="{DC7434C6-9A83-4F8A-9039-FA1719AEF9F9}" type="presOf" srcId="{1F4FC200-048F-43F6-A705-846C5D50DDB4}" destId="{E66A8174-ED80-4802-8AFA-45D7B50E7398}" srcOrd="1" destOrd="0" presId="urn:microsoft.com/office/officeart/2008/layout/HorizontalMultiLevelHierarchy"/>
    <dgm:cxn modelId="{3B6821C7-2264-40EB-B815-B6746EE21552}" type="presOf" srcId="{DEAD254C-98AE-4055-9D70-749F0F7B2586}" destId="{27E037B4-6808-4767-838D-B0A03AC6FBBA}" srcOrd="0" destOrd="0" presId="urn:microsoft.com/office/officeart/2008/layout/HorizontalMultiLevelHierarchy"/>
    <dgm:cxn modelId="{C001D6C9-E69E-46A0-9F61-089FE29C27D7}" type="presOf" srcId="{0F0E72AD-E3A9-4021-9189-F703CCFFCED5}" destId="{3E5E2F1C-5E7B-47B0-85C1-1BA58E3FBC8A}" srcOrd="0" destOrd="0" presId="urn:microsoft.com/office/officeart/2008/layout/HorizontalMultiLevelHierarchy"/>
    <dgm:cxn modelId="{F51E34CD-DB36-462A-884B-52A684D7094F}" type="presOf" srcId="{1F4FC200-048F-43F6-A705-846C5D50DDB4}" destId="{37D6CA98-43D9-4E81-9BFB-95CA24A4A9A6}" srcOrd="0" destOrd="0" presId="urn:microsoft.com/office/officeart/2008/layout/HorizontalMultiLevelHierarchy"/>
    <dgm:cxn modelId="{C9B715CE-DE98-4041-B043-F2928B0E2A2F}" type="presOf" srcId="{0AEF45F0-BB6F-42EB-971D-102598597D04}" destId="{31234571-3616-4948-82F5-02A8651498C9}" srcOrd="1" destOrd="0" presId="urn:microsoft.com/office/officeart/2008/layout/HorizontalMultiLevelHierarchy"/>
    <dgm:cxn modelId="{6E9272D1-1C46-466D-AC59-4454A0CB3C27}" srcId="{7739F418-A4F5-4502-9EAE-E7385A886962}" destId="{F13AFFC5-E39D-4E8B-AA01-A13136703F26}" srcOrd="0" destOrd="0" parTransId="{3BCF1B9B-8534-4BF7-BEA6-7AD7F8F3F7C5}" sibTransId="{7CE32285-D3F0-40E4-AE55-CEEED91DAF7A}"/>
    <dgm:cxn modelId="{F19EB5D1-B317-4CEE-A0C7-114754BCAAF3}" type="presOf" srcId="{65EC20BD-F946-4692-A617-5FFFEE1662D5}" destId="{4B61BD47-2FDF-4593-A685-81058846A762}" srcOrd="0" destOrd="0" presId="urn:microsoft.com/office/officeart/2008/layout/HorizontalMultiLevelHierarchy"/>
    <dgm:cxn modelId="{151E33D3-29D2-42AF-B2E0-908397D58FBB}" srcId="{195DBFE6-C962-43B7-B734-47235394E1C9}" destId="{198C68C1-3E5E-4B5D-8882-08C39B831134}" srcOrd="0" destOrd="0" parTransId="{F1DC73FE-ECBB-44E8-8E6F-AE5A3637E4F7}" sibTransId="{BC2F2BBC-9D31-456D-89DA-4AACF4FC8092}"/>
    <dgm:cxn modelId="{E0153FDF-3C79-49F2-8F5E-B89E7973088A}" type="presOf" srcId="{1FE6DC68-69E7-4E39-B69E-1E5A4C58AC1C}" destId="{82D54FAD-1268-4C2E-AF52-CCD32BDA9346}" srcOrd="0" destOrd="0" presId="urn:microsoft.com/office/officeart/2008/layout/HorizontalMultiLevelHierarchy"/>
    <dgm:cxn modelId="{FF0049E0-9B55-4FF1-BFAE-712BCCFC4FAA}" type="presOf" srcId="{C36CC1CC-811F-4C82-BAC8-80953D9F2512}" destId="{B793CE55-2313-422A-A360-38753DB31426}" srcOrd="1" destOrd="0" presId="urn:microsoft.com/office/officeart/2008/layout/HorizontalMultiLevelHierarchy"/>
    <dgm:cxn modelId="{241D5EE2-05F4-4C5F-AD4D-7799AA2492A0}" type="presOf" srcId="{0AEF45F0-BB6F-42EB-971D-102598597D04}" destId="{21F659BB-979A-40DF-86FE-61D3863EB4F2}" srcOrd="0" destOrd="0" presId="urn:microsoft.com/office/officeart/2008/layout/HorizontalMultiLevelHierarchy"/>
    <dgm:cxn modelId="{659637EB-F145-42E9-9C35-12B568F5016B}" type="presOf" srcId="{3A4C6122-6DB6-453E-B1FE-53331DF026FA}" destId="{6C162F15-2ECB-4BDC-83C1-84A24A06E34E}" srcOrd="0" destOrd="0" presId="urn:microsoft.com/office/officeart/2008/layout/HorizontalMultiLevelHierarchy"/>
    <dgm:cxn modelId="{F2420BEC-8EBE-4354-88BF-6602B0BA58AF}" type="presOf" srcId="{CE6A2D73-2620-4BBC-A541-A5DE99E615C1}" destId="{1602D2A0-F8AE-4EFD-B2EA-8EEE3AE24B0A}" srcOrd="0" destOrd="0" presId="urn:microsoft.com/office/officeart/2008/layout/HorizontalMultiLevelHierarchy"/>
    <dgm:cxn modelId="{6D69E4EF-1596-4626-9870-49698E455EBF}" type="presOf" srcId="{350E4E9A-2338-4120-949A-747C13B94986}" destId="{786CAD74-67B9-46EC-8D42-9175B0FDFA6B}" srcOrd="1" destOrd="0" presId="urn:microsoft.com/office/officeart/2008/layout/HorizontalMultiLevelHierarchy"/>
    <dgm:cxn modelId="{1A57A4F5-536B-4A49-AF0B-A3D4336DC28C}" type="presOf" srcId="{F1DC73FE-ECBB-44E8-8E6F-AE5A3637E4F7}" destId="{26E78B6A-9C56-480E-BD17-B813B618B1C3}" srcOrd="0" destOrd="0" presId="urn:microsoft.com/office/officeart/2008/layout/HorizontalMultiLevelHierarchy"/>
    <dgm:cxn modelId="{EB13E1F5-60CD-440B-999C-FE3E0FA5EAB6}" type="presOf" srcId="{3BCF1B9B-8534-4BF7-BEA6-7AD7F8F3F7C5}" destId="{F98D082A-6E2B-4731-9FA1-7285D980A2D1}" srcOrd="0" destOrd="0" presId="urn:microsoft.com/office/officeart/2008/layout/HorizontalMultiLevelHierarchy"/>
    <dgm:cxn modelId="{546CFDF5-13C7-43BE-ACF9-DA9E82B4B25E}" srcId="{F13AFFC5-E39D-4E8B-AA01-A13136703F26}" destId="{7B3A21DB-8938-4996-A0C3-444B073C3F29}" srcOrd="0" destOrd="0" parTransId="{D055994A-C080-4E96-8218-4FC286A474C3}" sibTransId="{58C70D16-32E6-42A5-808D-D100B9E403F7}"/>
    <dgm:cxn modelId="{65EE50F6-3B62-4ABD-91DB-027602EA55D9}" srcId="{B5F6F4B8-FC7D-4239-A861-8FB267A6C3D0}" destId="{65EC20BD-F946-4692-A617-5FFFEE1662D5}" srcOrd="0" destOrd="0" parTransId="{3C874073-33CD-4BB5-B868-655537CBCB82}" sibTransId="{7683BEEF-4EBC-431B-857B-9C1127803EBB}"/>
    <dgm:cxn modelId="{BF6F72F6-370E-4802-934D-BD390E178983}" type="presOf" srcId="{D86B5011-A16F-4969-A7BF-BFE26494B51D}" destId="{EAA0FBA4-CCA8-46CB-8C76-AF33DB2A9F21}" srcOrd="0" destOrd="0" presId="urn:microsoft.com/office/officeart/2008/layout/HorizontalMultiLevelHierarchy"/>
    <dgm:cxn modelId="{B21292F7-EF4B-47D0-BB74-42EA39186022}" srcId="{65EC20BD-F946-4692-A617-5FFFEE1662D5}" destId="{17EB56E3-5ABB-4388-AC06-7E88D2D55BCD}" srcOrd="2" destOrd="0" parTransId="{0AEF45F0-BB6F-42EB-971D-102598597D04}" sibTransId="{FDA7592C-7FCB-4388-B818-48B604A84C33}"/>
    <dgm:cxn modelId="{85C611F9-23B1-4AA4-AF6A-052D1908D0DB}" srcId="{117D4A1F-0644-44DF-9F55-9776032C9CCA}" destId="{37F8F60C-C9BB-42DD-AE4C-53D8561B6463}" srcOrd="0" destOrd="0" parTransId="{CE6A2D73-2620-4BBC-A541-A5DE99E615C1}" sibTransId="{FC95D628-3124-43D3-828D-2C756593F715}"/>
    <dgm:cxn modelId="{233C1DFF-8272-4453-8C65-D0055413FC81}" type="presOf" srcId="{350E4E9A-2338-4120-949A-747C13B94986}" destId="{C851170B-0038-4582-BA67-DF6FBCEEC870}" srcOrd="0" destOrd="0" presId="urn:microsoft.com/office/officeart/2008/layout/HorizontalMultiLevelHierarchy"/>
    <dgm:cxn modelId="{FD264455-435B-47D9-8302-417E152AD0E7}" type="presParOf" srcId="{048EA6B2-65F2-43FB-BE95-A9413A3243BC}" destId="{F0AD97A4-ADE4-4495-8EB6-C1865D7C68B1}" srcOrd="0" destOrd="0" presId="urn:microsoft.com/office/officeart/2008/layout/HorizontalMultiLevelHierarchy"/>
    <dgm:cxn modelId="{C1E3AF90-6E8B-468F-8A51-0926A0CEF9E1}" type="presParOf" srcId="{F0AD97A4-ADE4-4495-8EB6-C1865D7C68B1}" destId="{4B61BD47-2FDF-4593-A685-81058846A762}" srcOrd="0" destOrd="0" presId="urn:microsoft.com/office/officeart/2008/layout/HorizontalMultiLevelHierarchy"/>
    <dgm:cxn modelId="{D9C0F00F-7B17-47A3-AC58-F493A1BF350B}" type="presParOf" srcId="{F0AD97A4-ADE4-4495-8EB6-C1865D7C68B1}" destId="{AAA28F11-CFB9-4CAC-8838-3F060A2239BB}" srcOrd="1" destOrd="0" presId="urn:microsoft.com/office/officeart/2008/layout/HorizontalMultiLevelHierarchy"/>
    <dgm:cxn modelId="{3DAA72C4-80A6-4FF8-A276-35C23FF1EF7C}" type="presParOf" srcId="{AAA28F11-CFB9-4CAC-8838-3F060A2239BB}" destId="{B22B562F-4846-4E61-9F95-BBA44069D408}" srcOrd="0" destOrd="0" presId="urn:microsoft.com/office/officeart/2008/layout/HorizontalMultiLevelHierarchy"/>
    <dgm:cxn modelId="{58288260-0AA6-47ED-84E9-3547907E8CC7}" type="presParOf" srcId="{B22B562F-4846-4E61-9F95-BBA44069D408}" destId="{91B79730-E3CB-480A-AE25-69E68A1EDCBB}" srcOrd="0" destOrd="0" presId="urn:microsoft.com/office/officeart/2008/layout/HorizontalMultiLevelHierarchy"/>
    <dgm:cxn modelId="{B13ED630-8308-47B6-9B6B-7DD30620A0A3}" type="presParOf" srcId="{AAA28F11-CFB9-4CAC-8838-3F060A2239BB}" destId="{FD526ABC-A267-4DA4-AFAA-094EEC7C50EA}" srcOrd="1" destOrd="0" presId="urn:microsoft.com/office/officeart/2008/layout/HorizontalMultiLevelHierarchy"/>
    <dgm:cxn modelId="{86DCCC29-3975-4DC4-A6BE-DFDF33E2CD41}" type="presParOf" srcId="{FD526ABC-A267-4DA4-AFAA-094EEC7C50EA}" destId="{FE3879A6-B582-405C-97B6-4592F47B54BA}" srcOrd="0" destOrd="0" presId="urn:microsoft.com/office/officeart/2008/layout/HorizontalMultiLevelHierarchy"/>
    <dgm:cxn modelId="{3234A48E-D213-4832-B49D-D78756C5FF29}" type="presParOf" srcId="{FD526ABC-A267-4DA4-AFAA-094EEC7C50EA}" destId="{92E77C95-FD87-4A84-883B-6FF2393D7074}" srcOrd="1" destOrd="0" presId="urn:microsoft.com/office/officeart/2008/layout/HorizontalMultiLevelHierarchy"/>
    <dgm:cxn modelId="{39E6256C-37F3-4AE2-802A-6C1F4465DFF7}" type="presParOf" srcId="{92E77C95-FD87-4A84-883B-6FF2393D7074}" destId="{F98D082A-6E2B-4731-9FA1-7285D980A2D1}" srcOrd="0" destOrd="0" presId="urn:microsoft.com/office/officeart/2008/layout/HorizontalMultiLevelHierarchy"/>
    <dgm:cxn modelId="{225BED16-7426-42D6-9C0C-BE4795A34281}" type="presParOf" srcId="{F98D082A-6E2B-4731-9FA1-7285D980A2D1}" destId="{086480CB-F7C0-4DFF-8E3E-72CE043C36D7}" srcOrd="0" destOrd="0" presId="urn:microsoft.com/office/officeart/2008/layout/HorizontalMultiLevelHierarchy"/>
    <dgm:cxn modelId="{8F0A1D92-3A3F-4294-B78D-C52B91A26BF5}" type="presParOf" srcId="{92E77C95-FD87-4A84-883B-6FF2393D7074}" destId="{1FC987F7-338B-4503-9465-A0E275B4B9C6}" srcOrd="1" destOrd="0" presId="urn:microsoft.com/office/officeart/2008/layout/HorizontalMultiLevelHierarchy"/>
    <dgm:cxn modelId="{DD3F8A27-8667-4C72-B1A7-E1883F5B5132}" type="presParOf" srcId="{1FC987F7-338B-4503-9465-A0E275B4B9C6}" destId="{92B17E8F-411A-4CF5-BB29-958FF9ED8DF1}" srcOrd="0" destOrd="0" presId="urn:microsoft.com/office/officeart/2008/layout/HorizontalMultiLevelHierarchy"/>
    <dgm:cxn modelId="{AA3E99D3-CE34-40A0-BBF8-52C956E12757}" type="presParOf" srcId="{1FC987F7-338B-4503-9465-A0E275B4B9C6}" destId="{AFF08D0F-84C6-4FE9-97ED-7F06B6F9F0F6}" srcOrd="1" destOrd="0" presId="urn:microsoft.com/office/officeart/2008/layout/HorizontalMultiLevelHierarchy"/>
    <dgm:cxn modelId="{D8E6905E-AB88-48C9-8431-E45FDD345D5B}" type="presParOf" srcId="{AFF08D0F-84C6-4FE9-97ED-7F06B6F9F0F6}" destId="{0644C365-3FE0-4413-AD08-A5619ADDFC45}" srcOrd="0" destOrd="0" presId="urn:microsoft.com/office/officeart/2008/layout/HorizontalMultiLevelHierarchy"/>
    <dgm:cxn modelId="{8C3F26C2-0335-4BB0-96B6-E36317A626BD}" type="presParOf" srcId="{0644C365-3FE0-4413-AD08-A5619ADDFC45}" destId="{80C2E3EF-93B2-46E2-9C77-3DDCF6CA0384}" srcOrd="0" destOrd="0" presId="urn:microsoft.com/office/officeart/2008/layout/HorizontalMultiLevelHierarchy"/>
    <dgm:cxn modelId="{4807C873-0ACE-47CB-AAD7-C15BD4932F65}" type="presParOf" srcId="{AFF08D0F-84C6-4FE9-97ED-7F06B6F9F0F6}" destId="{A7835028-B33A-464E-BEB0-FA9ECD6687C7}" srcOrd="1" destOrd="0" presId="urn:microsoft.com/office/officeart/2008/layout/HorizontalMultiLevelHierarchy"/>
    <dgm:cxn modelId="{37971698-DE6B-4405-87B8-62F1A329FDE6}" type="presParOf" srcId="{A7835028-B33A-464E-BEB0-FA9ECD6687C7}" destId="{A5EF935A-32E9-4EB8-B676-24F00E66364B}" srcOrd="0" destOrd="0" presId="urn:microsoft.com/office/officeart/2008/layout/HorizontalMultiLevelHierarchy"/>
    <dgm:cxn modelId="{A882F198-6859-408F-B828-2F8E082D3805}" type="presParOf" srcId="{A7835028-B33A-464E-BEB0-FA9ECD6687C7}" destId="{D3CA97BB-3A41-4F26-8F17-55E22C9C8726}" srcOrd="1" destOrd="0" presId="urn:microsoft.com/office/officeart/2008/layout/HorizontalMultiLevelHierarchy"/>
    <dgm:cxn modelId="{BCB113B1-0673-4142-AEB4-61E755F87D70}" type="presParOf" srcId="{D3CA97BB-3A41-4F26-8F17-55E22C9C8726}" destId="{B565BAA9-2545-42F5-A6A8-90A787D2264C}" srcOrd="0" destOrd="0" presId="urn:microsoft.com/office/officeart/2008/layout/HorizontalMultiLevelHierarchy"/>
    <dgm:cxn modelId="{1C2EDFDC-EB92-46C9-9324-3FD45A2A11E7}" type="presParOf" srcId="{B565BAA9-2545-42F5-A6A8-90A787D2264C}" destId="{8AC303EE-FEBD-4B10-BE11-7D9E9CB0CB66}" srcOrd="0" destOrd="0" presId="urn:microsoft.com/office/officeart/2008/layout/HorizontalMultiLevelHierarchy"/>
    <dgm:cxn modelId="{ECE0E5B4-719B-4BAD-9F9F-9AF28724DB60}" type="presParOf" srcId="{D3CA97BB-3A41-4F26-8F17-55E22C9C8726}" destId="{156D7878-BE74-487C-A3DB-3FFDF01DC202}" srcOrd="1" destOrd="0" presId="urn:microsoft.com/office/officeart/2008/layout/HorizontalMultiLevelHierarchy"/>
    <dgm:cxn modelId="{C33FD91C-AB33-414A-A49C-074055E4C320}" type="presParOf" srcId="{156D7878-BE74-487C-A3DB-3FFDF01DC202}" destId="{1E782BC3-7E83-444E-9495-F3E98CE9AB22}" srcOrd="0" destOrd="0" presId="urn:microsoft.com/office/officeart/2008/layout/HorizontalMultiLevelHierarchy"/>
    <dgm:cxn modelId="{2B0710FC-0297-4479-93A6-EA6378024C03}" type="presParOf" srcId="{156D7878-BE74-487C-A3DB-3FFDF01DC202}" destId="{9C4EDF2E-841A-4C7E-A32D-45D6E6B8D271}" srcOrd="1" destOrd="0" presId="urn:microsoft.com/office/officeart/2008/layout/HorizontalMultiLevelHierarchy"/>
    <dgm:cxn modelId="{D12F6189-BA67-4EBE-8484-8792A8A3E5D2}" type="presParOf" srcId="{AAA28F11-CFB9-4CAC-8838-3F060A2239BB}" destId="{27E037B4-6808-4767-838D-B0A03AC6FBBA}" srcOrd="2" destOrd="0" presId="urn:microsoft.com/office/officeart/2008/layout/HorizontalMultiLevelHierarchy"/>
    <dgm:cxn modelId="{4C01CD08-D146-426C-8D7B-ABB67EA502F9}" type="presParOf" srcId="{27E037B4-6808-4767-838D-B0A03AC6FBBA}" destId="{1D8B786E-2182-4836-BA98-AC08F5C4808B}" srcOrd="0" destOrd="0" presId="urn:microsoft.com/office/officeart/2008/layout/HorizontalMultiLevelHierarchy"/>
    <dgm:cxn modelId="{9724EEE3-3A4E-4297-B124-645525486E5A}" type="presParOf" srcId="{AAA28F11-CFB9-4CAC-8838-3F060A2239BB}" destId="{2AFFA0AB-167B-4454-8EA8-FBD1FC3386F6}" srcOrd="3" destOrd="0" presId="urn:microsoft.com/office/officeart/2008/layout/HorizontalMultiLevelHierarchy"/>
    <dgm:cxn modelId="{EBD32E20-E59E-4840-84FB-6981BD5C4B75}" type="presParOf" srcId="{2AFFA0AB-167B-4454-8EA8-FBD1FC3386F6}" destId="{EAA0FBA4-CCA8-46CB-8C76-AF33DB2A9F21}" srcOrd="0" destOrd="0" presId="urn:microsoft.com/office/officeart/2008/layout/HorizontalMultiLevelHierarchy"/>
    <dgm:cxn modelId="{457F15E9-0E21-4F23-AFDC-1CB6CD4F7EF3}" type="presParOf" srcId="{2AFFA0AB-167B-4454-8EA8-FBD1FC3386F6}" destId="{D3233B87-8447-481C-8A72-84BCDBB26F0B}" srcOrd="1" destOrd="0" presId="urn:microsoft.com/office/officeart/2008/layout/HorizontalMultiLevelHierarchy"/>
    <dgm:cxn modelId="{1DDAA730-5515-4C94-9562-6DE753BD98E6}" type="presParOf" srcId="{D3233B87-8447-481C-8A72-84BCDBB26F0B}" destId="{C851170B-0038-4582-BA67-DF6FBCEEC870}" srcOrd="0" destOrd="0" presId="urn:microsoft.com/office/officeart/2008/layout/HorizontalMultiLevelHierarchy"/>
    <dgm:cxn modelId="{F54D50BB-FB09-4ECB-B9A1-D1FEBD2ED5BF}" type="presParOf" srcId="{C851170B-0038-4582-BA67-DF6FBCEEC870}" destId="{786CAD74-67B9-46EC-8D42-9175B0FDFA6B}" srcOrd="0" destOrd="0" presId="urn:microsoft.com/office/officeart/2008/layout/HorizontalMultiLevelHierarchy"/>
    <dgm:cxn modelId="{BD3C20DB-B3D6-46F1-A53A-6B5B43429163}" type="presParOf" srcId="{D3233B87-8447-481C-8A72-84BCDBB26F0B}" destId="{A96B88A9-E871-41A9-8FE0-DDE8ECBB5C3A}" srcOrd="1" destOrd="0" presId="urn:microsoft.com/office/officeart/2008/layout/HorizontalMultiLevelHierarchy"/>
    <dgm:cxn modelId="{CDEE32FB-F73C-4C71-A174-C981FB571132}" type="presParOf" srcId="{A96B88A9-E871-41A9-8FE0-DDE8ECBB5C3A}" destId="{6EBAEFE2-2018-48B6-88BF-74EC72C072FD}" srcOrd="0" destOrd="0" presId="urn:microsoft.com/office/officeart/2008/layout/HorizontalMultiLevelHierarchy"/>
    <dgm:cxn modelId="{0BF302E1-FA58-4D45-90B0-BDF30048C920}" type="presParOf" srcId="{A96B88A9-E871-41A9-8FE0-DDE8ECBB5C3A}" destId="{3B5C3864-544D-47C0-9A9D-75C9151F0917}" srcOrd="1" destOrd="0" presId="urn:microsoft.com/office/officeart/2008/layout/HorizontalMultiLevelHierarchy"/>
    <dgm:cxn modelId="{6658276C-50F4-4846-9ECD-B7A8714CF052}" type="presParOf" srcId="{3B5C3864-544D-47C0-9A9D-75C9151F0917}" destId="{26E78B6A-9C56-480E-BD17-B813B618B1C3}" srcOrd="0" destOrd="0" presId="urn:microsoft.com/office/officeart/2008/layout/HorizontalMultiLevelHierarchy"/>
    <dgm:cxn modelId="{F6DA6125-1F6D-446C-9637-3515374CA1D5}" type="presParOf" srcId="{26E78B6A-9C56-480E-BD17-B813B618B1C3}" destId="{4965814A-D75F-4B68-A6F4-ACBB10D14203}" srcOrd="0" destOrd="0" presId="urn:microsoft.com/office/officeart/2008/layout/HorizontalMultiLevelHierarchy"/>
    <dgm:cxn modelId="{E2082989-514D-4A67-B288-A9203A2C9F50}" type="presParOf" srcId="{3B5C3864-544D-47C0-9A9D-75C9151F0917}" destId="{C9EF06A3-363F-45EB-A446-418C4DE3F222}" srcOrd="1" destOrd="0" presId="urn:microsoft.com/office/officeart/2008/layout/HorizontalMultiLevelHierarchy"/>
    <dgm:cxn modelId="{C74B8EDA-4056-435E-AF25-A37DAA817140}" type="presParOf" srcId="{C9EF06A3-363F-45EB-A446-418C4DE3F222}" destId="{771573AB-2C3A-48C7-B21B-AC40E9EE7FFE}" srcOrd="0" destOrd="0" presId="urn:microsoft.com/office/officeart/2008/layout/HorizontalMultiLevelHierarchy"/>
    <dgm:cxn modelId="{5815C03E-994B-498D-ACF3-9C7C9C164032}" type="presParOf" srcId="{C9EF06A3-363F-45EB-A446-418C4DE3F222}" destId="{2F06AAF5-F8DA-4D82-87B2-276B3091F68E}" srcOrd="1" destOrd="0" presId="urn:microsoft.com/office/officeart/2008/layout/HorizontalMultiLevelHierarchy"/>
    <dgm:cxn modelId="{A780A1B7-671C-4DBA-9B0F-F0D48BC7FB24}" type="presParOf" srcId="{2F06AAF5-F8DA-4D82-87B2-276B3091F68E}" destId="{82D54FAD-1268-4C2E-AF52-CCD32BDA9346}" srcOrd="0" destOrd="0" presId="urn:microsoft.com/office/officeart/2008/layout/HorizontalMultiLevelHierarchy"/>
    <dgm:cxn modelId="{5FFF9A38-5E50-4B27-92E4-B081A4D3CED6}" type="presParOf" srcId="{82D54FAD-1268-4C2E-AF52-CCD32BDA9346}" destId="{87F774A3-5A1B-437F-A3D8-81B2062A354E}" srcOrd="0" destOrd="0" presId="urn:microsoft.com/office/officeart/2008/layout/HorizontalMultiLevelHierarchy"/>
    <dgm:cxn modelId="{A8C0B912-323D-4074-8ADB-0ED2B7B69670}" type="presParOf" srcId="{2F06AAF5-F8DA-4D82-87B2-276B3091F68E}" destId="{00DE7286-32A1-4098-8178-0EABB24EAEF2}" srcOrd="1" destOrd="0" presId="urn:microsoft.com/office/officeart/2008/layout/HorizontalMultiLevelHierarchy"/>
    <dgm:cxn modelId="{45BC61DE-1C1A-4579-BA83-AC5820064CC5}" type="presParOf" srcId="{00DE7286-32A1-4098-8178-0EABB24EAEF2}" destId="{6C162F15-2ECB-4BDC-83C1-84A24A06E34E}" srcOrd="0" destOrd="0" presId="urn:microsoft.com/office/officeart/2008/layout/HorizontalMultiLevelHierarchy"/>
    <dgm:cxn modelId="{01797898-A427-4B83-9278-D20EEBE2E7E2}" type="presParOf" srcId="{00DE7286-32A1-4098-8178-0EABB24EAEF2}" destId="{56807EEA-0D5F-47AA-BC77-600A2044BD8D}" srcOrd="1" destOrd="0" presId="urn:microsoft.com/office/officeart/2008/layout/HorizontalMultiLevelHierarchy"/>
    <dgm:cxn modelId="{ADD6909C-4BB0-474C-B5D4-7608388EC4F4}" type="presParOf" srcId="{AAA28F11-CFB9-4CAC-8838-3F060A2239BB}" destId="{21F659BB-979A-40DF-86FE-61D3863EB4F2}" srcOrd="4" destOrd="0" presId="urn:microsoft.com/office/officeart/2008/layout/HorizontalMultiLevelHierarchy"/>
    <dgm:cxn modelId="{8A03A798-DC54-4920-AB19-D1C19C149131}" type="presParOf" srcId="{21F659BB-979A-40DF-86FE-61D3863EB4F2}" destId="{31234571-3616-4948-82F5-02A8651498C9}" srcOrd="0" destOrd="0" presId="urn:microsoft.com/office/officeart/2008/layout/HorizontalMultiLevelHierarchy"/>
    <dgm:cxn modelId="{B613FD55-D839-4D8C-9D1B-5CE5E437E303}" type="presParOf" srcId="{AAA28F11-CFB9-4CAC-8838-3F060A2239BB}" destId="{65B0517B-E98E-4CFD-97FC-77048CDE2298}" srcOrd="5" destOrd="0" presId="urn:microsoft.com/office/officeart/2008/layout/HorizontalMultiLevelHierarchy"/>
    <dgm:cxn modelId="{8798E1AA-31B0-4132-95B2-46A7DD304A47}" type="presParOf" srcId="{65B0517B-E98E-4CFD-97FC-77048CDE2298}" destId="{ED75CDAD-D81A-4B3D-A60F-2501D26D46F9}" srcOrd="0" destOrd="0" presId="urn:microsoft.com/office/officeart/2008/layout/HorizontalMultiLevelHierarchy"/>
    <dgm:cxn modelId="{39894EC6-97CF-4F3E-ADBE-8303068B4581}" type="presParOf" srcId="{65B0517B-E98E-4CFD-97FC-77048CDE2298}" destId="{F114BE73-BBE5-45B7-A288-0C91EED53FA0}" srcOrd="1" destOrd="0" presId="urn:microsoft.com/office/officeart/2008/layout/HorizontalMultiLevelHierarchy"/>
    <dgm:cxn modelId="{5E1EFF77-815A-48AC-A92D-C839C3F0CB75}" type="presParOf" srcId="{F114BE73-BBE5-45B7-A288-0C91EED53FA0}" destId="{3E5E2F1C-5E7B-47B0-85C1-1BA58E3FBC8A}" srcOrd="0" destOrd="0" presId="urn:microsoft.com/office/officeart/2008/layout/HorizontalMultiLevelHierarchy"/>
    <dgm:cxn modelId="{979E6600-4D39-4828-8E0A-713A921F3F47}" type="presParOf" srcId="{3E5E2F1C-5E7B-47B0-85C1-1BA58E3FBC8A}" destId="{4431C68D-6738-438D-B682-0E17B08A3D5B}" srcOrd="0" destOrd="0" presId="urn:microsoft.com/office/officeart/2008/layout/HorizontalMultiLevelHierarchy"/>
    <dgm:cxn modelId="{0F3FE525-280F-483E-A442-F7D4B33CE81F}" type="presParOf" srcId="{F114BE73-BBE5-45B7-A288-0C91EED53FA0}" destId="{DCCBC0EE-28E2-4902-8FDB-7FA8536510C0}" srcOrd="1" destOrd="0" presId="urn:microsoft.com/office/officeart/2008/layout/HorizontalMultiLevelHierarchy"/>
    <dgm:cxn modelId="{188C4769-746B-4573-A70D-ACC5F218051B}" type="presParOf" srcId="{DCCBC0EE-28E2-4902-8FDB-7FA8536510C0}" destId="{4B3744FC-2076-4779-A50D-7C5065DC86D9}" srcOrd="0" destOrd="0" presId="urn:microsoft.com/office/officeart/2008/layout/HorizontalMultiLevelHierarchy"/>
    <dgm:cxn modelId="{30BCA162-755F-4DB9-A7C6-B43E5B5757E9}" type="presParOf" srcId="{DCCBC0EE-28E2-4902-8FDB-7FA8536510C0}" destId="{E39E07F2-9598-44C9-8C5F-F1212824B10F}" srcOrd="1" destOrd="0" presId="urn:microsoft.com/office/officeart/2008/layout/HorizontalMultiLevelHierarchy"/>
    <dgm:cxn modelId="{FF376941-D309-44AD-9987-D81D207D0231}" type="presParOf" srcId="{E39E07F2-9598-44C9-8C5F-F1212824B10F}" destId="{37D6CA98-43D9-4E81-9BFB-95CA24A4A9A6}" srcOrd="0" destOrd="0" presId="urn:microsoft.com/office/officeart/2008/layout/HorizontalMultiLevelHierarchy"/>
    <dgm:cxn modelId="{2CAA42D5-3D0F-4151-A5A6-E3B035304E88}" type="presParOf" srcId="{37D6CA98-43D9-4E81-9BFB-95CA24A4A9A6}" destId="{E66A8174-ED80-4802-8AFA-45D7B50E7398}" srcOrd="0" destOrd="0" presId="urn:microsoft.com/office/officeart/2008/layout/HorizontalMultiLevelHierarchy"/>
    <dgm:cxn modelId="{BAC37D9A-3074-4BEF-AAB1-807D2F077DA2}" type="presParOf" srcId="{E39E07F2-9598-44C9-8C5F-F1212824B10F}" destId="{88BA4F0F-8C21-43B7-ACD9-A068A41AEC23}" srcOrd="1" destOrd="0" presId="urn:microsoft.com/office/officeart/2008/layout/HorizontalMultiLevelHierarchy"/>
    <dgm:cxn modelId="{98E83F97-FF14-404A-9683-398B6C783D42}" type="presParOf" srcId="{88BA4F0F-8C21-43B7-ACD9-A068A41AEC23}" destId="{ED327B89-70E3-41BA-98F9-75566818FA72}" srcOrd="0" destOrd="0" presId="urn:microsoft.com/office/officeart/2008/layout/HorizontalMultiLevelHierarchy"/>
    <dgm:cxn modelId="{18ADCD73-2333-4591-85A1-2953401013FE}" type="presParOf" srcId="{88BA4F0F-8C21-43B7-ACD9-A068A41AEC23}" destId="{83FF3EA3-EEF0-458B-9A61-DFDA282D9DAA}" srcOrd="1" destOrd="0" presId="urn:microsoft.com/office/officeart/2008/layout/HorizontalMultiLevelHierarchy"/>
    <dgm:cxn modelId="{50778501-09AC-43A7-9668-8F19303FCBDE}" type="presParOf" srcId="{83FF3EA3-EEF0-458B-9A61-DFDA282D9DAA}" destId="{5AF07F1B-1213-40F8-BE0C-0BB42DBB9E68}" srcOrd="0" destOrd="0" presId="urn:microsoft.com/office/officeart/2008/layout/HorizontalMultiLevelHierarchy"/>
    <dgm:cxn modelId="{E68306A1-6AD5-42CC-BE9E-9224179237B1}" type="presParOf" srcId="{5AF07F1B-1213-40F8-BE0C-0BB42DBB9E68}" destId="{B793CE55-2313-422A-A360-38753DB31426}" srcOrd="0" destOrd="0" presId="urn:microsoft.com/office/officeart/2008/layout/HorizontalMultiLevelHierarchy"/>
    <dgm:cxn modelId="{4192CF21-F1FA-4E0C-8803-1398215230D2}" type="presParOf" srcId="{83FF3EA3-EEF0-458B-9A61-DFDA282D9DAA}" destId="{AC33D366-DE4A-4E00-8F7A-E28962040BCD}" srcOrd="1" destOrd="0" presId="urn:microsoft.com/office/officeart/2008/layout/HorizontalMultiLevelHierarchy"/>
    <dgm:cxn modelId="{79D4FBF3-2A0E-4EAF-A6D9-DCC0E2683EB8}" type="presParOf" srcId="{AC33D366-DE4A-4E00-8F7A-E28962040BCD}" destId="{97AC18E5-B794-47BB-A644-6BBFEF33F04C}" srcOrd="0" destOrd="0" presId="urn:microsoft.com/office/officeart/2008/layout/HorizontalMultiLevelHierarchy"/>
    <dgm:cxn modelId="{5C172F7C-D04D-48F8-BD72-9F2E97FBB1E6}" type="presParOf" srcId="{AC33D366-DE4A-4E00-8F7A-E28962040BCD}" destId="{1CA36FCF-C2C8-4DF2-B0D9-E5F13698537D}" srcOrd="1" destOrd="0" presId="urn:microsoft.com/office/officeart/2008/layout/HorizontalMultiLevelHierarchy"/>
    <dgm:cxn modelId="{6ACFC61D-9B60-4D41-9F0F-81C5F697ADC9}" type="presParOf" srcId="{AAA28F11-CFB9-4CAC-8838-3F060A2239BB}" destId="{46C6BE06-7579-4F90-80C2-09BA9448108C}" srcOrd="6" destOrd="0" presId="urn:microsoft.com/office/officeart/2008/layout/HorizontalMultiLevelHierarchy"/>
    <dgm:cxn modelId="{D81310BE-DB43-400C-A2C6-A6DEA02071D3}" type="presParOf" srcId="{46C6BE06-7579-4F90-80C2-09BA9448108C}" destId="{7D9336B4-78FA-4A0F-934F-AA2B4EE36E57}" srcOrd="0" destOrd="0" presId="urn:microsoft.com/office/officeart/2008/layout/HorizontalMultiLevelHierarchy"/>
    <dgm:cxn modelId="{28A2F654-0033-443E-A5E9-C4C7B021B0D7}" type="presParOf" srcId="{AAA28F11-CFB9-4CAC-8838-3F060A2239BB}" destId="{CF23D05B-5720-4A1E-A6DB-CD56CF2F6B3B}" srcOrd="7" destOrd="0" presId="urn:microsoft.com/office/officeart/2008/layout/HorizontalMultiLevelHierarchy"/>
    <dgm:cxn modelId="{92479375-4BA3-4AFD-9B64-397ACA7FA516}" type="presParOf" srcId="{CF23D05B-5720-4A1E-A6DB-CD56CF2F6B3B}" destId="{FCBC0613-1D64-4D77-B430-22ABCEDB3F74}" srcOrd="0" destOrd="0" presId="urn:microsoft.com/office/officeart/2008/layout/HorizontalMultiLevelHierarchy"/>
    <dgm:cxn modelId="{8E85FBB9-987D-4223-9104-003AA8BED024}" type="presParOf" srcId="{CF23D05B-5720-4A1E-A6DB-CD56CF2F6B3B}" destId="{0104F146-28DD-41A5-B905-536B5F592D9A}" srcOrd="1" destOrd="0" presId="urn:microsoft.com/office/officeart/2008/layout/HorizontalMultiLevelHierarchy"/>
    <dgm:cxn modelId="{9A7D0EAD-6230-4BEF-BBF0-C63C55080861}" type="presParOf" srcId="{0104F146-28DD-41A5-B905-536B5F592D9A}" destId="{1602D2A0-F8AE-4EFD-B2EA-8EEE3AE24B0A}" srcOrd="0" destOrd="0" presId="urn:microsoft.com/office/officeart/2008/layout/HorizontalMultiLevelHierarchy"/>
    <dgm:cxn modelId="{2C1761B8-9DB3-4908-928C-15472A09B97F}" type="presParOf" srcId="{1602D2A0-F8AE-4EFD-B2EA-8EEE3AE24B0A}" destId="{DBA75BBD-2820-4659-9507-A136DE574D7F}" srcOrd="0" destOrd="0" presId="urn:microsoft.com/office/officeart/2008/layout/HorizontalMultiLevelHierarchy"/>
    <dgm:cxn modelId="{13B8C3C2-58EC-4BE4-8814-CF996991DBC0}" type="presParOf" srcId="{0104F146-28DD-41A5-B905-536B5F592D9A}" destId="{2E1B1A58-4B7A-42CA-BBE9-1204D7010184}" srcOrd="1" destOrd="0" presId="urn:microsoft.com/office/officeart/2008/layout/HorizontalMultiLevelHierarchy"/>
    <dgm:cxn modelId="{B6FB58E7-0328-43FC-849A-A44604BAAD60}" type="presParOf" srcId="{2E1B1A58-4B7A-42CA-BBE9-1204D7010184}" destId="{4D9B2174-C23F-45D0-88C7-D9C0D8159FC5}" srcOrd="0" destOrd="0" presId="urn:microsoft.com/office/officeart/2008/layout/HorizontalMultiLevelHierarchy"/>
    <dgm:cxn modelId="{56EC9DFF-16C9-464B-911A-C491890E5BFD}" type="presParOf" srcId="{2E1B1A58-4B7A-42CA-BBE9-1204D7010184}" destId="{98A95770-AF01-49BC-8D58-BBE8A0B4B991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2D2A0-F8AE-4EFD-B2EA-8EEE3AE24B0A}">
      <dsp:nvSpPr>
        <dsp:cNvPr id="0" name=""/>
        <dsp:cNvSpPr/>
      </dsp:nvSpPr>
      <dsp:spPr>
        <a:xfrm>
          <a:off x="3208630" y="4153643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3410624" y="4188732"/>
        <a:ext cx="21262" cy="21262"/>
      </dsp:txXfrm>
    </dsp:sp>
    <dsp:sp modelId="{46C6BE06-7579-4F90-80C2-09BA9448108C}">
      <dsp:nvSpPr>
        <dsp:cNvPr id="0" name=""/>
        <dsp:cNvSpPr/>
      </dsp:nvSpPr>
      <dsp:spPr>
        <a:xfrm>
          <a:off x="657127" y="2983899"/>
          <a:ext cx="425250" cy="1215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625" y="0"/>
              </a:lnTo>
              <a:lnTo>
                <a:pt x="212625" y="1215464"/>
              </a:lnTo>
              <a:lnTo>
                <a:pt x="425250" y="1215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37559" y="3559438"/>
        <a:ext cx="64385" cy="64385"/>
      </dsp:txXfrm>
    </dsp:sp>
    <dsp:sp modelId="{5AF07F1B-1213-40F8-BE0C-0BB42DBB9E68}">
      <dsp:nvSpPr>
        <dsp:cNvPr id="0" name=""/>
        <dsp:cNvSpPr/>
      </dsp:nvSpPr>
      <dsp:spPr>
        <a:xfrm>
          <a:off x="8311637" y="3343333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513631" y="3378422"/>
        <a:ext cx="21262" cy="21262"/>
      </dsp:txXfrm>
    </dsp:sp>
    <dsp:sp modelId="{37D6CA98-43D9-4E81-9BFB-95CA24A4A9A6}">
      <dsp:nvSpPr>
        <dsp:cNvPr id="0" name=""/>
        <dsp:cNvSpPr/>
      </dsp:nvSpPr>
      <dsp:spPr>
        <a:xfrm>
          <a:off x="5760133" y="3343333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5962127" y="3378422"/>
        <a:ext cx="21262" cy="21262"/>
      </dsp:txXfrm>
    </dsp:sp>
    <dsp:sp modelId="{3E5E2F1C-5E7B-47B0-85C1-1BA58E3FBC8A}">
      <dsp:nvSpPr>
        <dsp:cNvPr id="0" name=""/>
        <dsp:cNvSpPr/>
      </dsp:nvSpPr>
      <dsp:spPr>
        <a:xfrm>
          <a:off x="3208630" y="3343333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3410624" y="3378422"/>
        <a:ext cx="21262" cy="21262"/>
      </dsp:txXfrm>
    </dsp:sp>
    <dsp:sp modelId="{21F659BB-979A-40DF-86FE-61D3863EB4F2}">
      <dsp:nvSpPr>
        <dsp:cNvPr id="0" name=""/>
        <dsp:cNvSpPr/>
      </dsp:nvSpPr>
      <dsp:spPr>
        <a:xfrm>
          <a:off x="657127" y="2983899"/>
          <a:ext cx="425250" cy="405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625" y="0"/>
              </a:lnTo>
              <a:lnTo>
                <a:pt x="212625" y="405154"/>
              </a:lnTo>
              <a:lnTo>
                <a:pt x="425250" y="4051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55068" y="3171792"/>
        <a:ext cx="29367" cy="29367"/>
      </dsp:txXfrm>
    </dsp:sp>
    <dsp:sp modelId="{82D54FAD-1268-4C2E-AF52-CCD32BDA9346}">
      <dsp:nvSpPr>
        <dsp:cNvPr id="0" name=""/>
        <dsp:cNvSpPr/>
      </dsp:nvSpPr>
      <dsp:spPr>
        <a:xfrm>
          <a:off x="8299964" y="2533024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501958" y="2568112"/>
        <a:ext cx="21262" cy="21262"/>
      </dsp:txXfrm>
    </dsp:sp>
    <dsp:sp modelId="{26E78B6A-9C56-480E-BD17-B813B618B1C3}">
      <dsp:nvSpPr>
        <dsp:cNvPr id="0" name=""/>
        <dsp:cNvSpPr/>
      </dsp:nvSpPr>
      <dsp:spPr>
        <a:xfrm>
          <a:off x="5760133" y="2533024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5962127" y="2568112"/>
        <a:ext cx="21262" cy="21262"/>
      </dsp:txXfrm>
    </dsp:sp>
    <dsp:sp modelId="{C851170B-0038-4582-BA67-DF6FBCEEC870}">
      <dsp:nvSpPr>
        <dsp:cNvPr id="0" name=""/>
        <dsp:cNvSpPr/>
      </dsp:nvSpPr>
      <dsp:spPr>
        <a:xfrm>
          <a:off x="3208630" y="2533024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3410624" y="2568112"/>
        <a:ext cx="21262" cy="21262"/>
      </dsp:txXfrm>
    </dsp:sp>
    <dsp:sp modelId="{27E037B4-6808-4767-838D-B0A03AC6FBBA}">
      <dsp:nvSpPr>
        <dsp:cNvPr id="0" name=""/>
        <dsp:cNvSpPr/>
      </dsp:nvSpPr>
      <dsp:spPr>
        <a:xfrm>
          <a:off x="657127" y="2578744"/>
          <a:ext cx="425250" cy="405154"/>
        </a:xfrm>
        <a:custGeom>
          <a:avLst/>
          <a:gdLst/>
          <a:ahLst/>
          <a:cxnLst/>
          <a:rect l="0" t="0" r="0" b="0"/>
          <a:pathLst>
            <a:path>
              <a:moveTo>
                <a:pt x="0" y="405154"/>
              </a:moveTo>
              <a:lnTo>
                <a:pt x="212625" y="405154"/>
              </a:lnTo>
              <a:lnTo>
                <a:pt x="212625" y="0"/>
              </a:lnTo>
              <a:lnTo>
                <a:pt x="42525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55068" y="2766637"/>
        <a:ext cx="29367" cy="29367"/>
      </dsp:txXfrm>
    </dsp:sp>
    <dsp:sp modelId="{B565BAA9-2545-42F5-A6A8-90A787D2264C}">
      <dsp:nvSpPr>
        <dsp:cNvPr id="0" name=""/>
        <dsp:cNvSpPr/>
      </dsp:nvSpPr>
      <dsp:spPr>
        <a:xfrm>
          <a:off x="8311637" y="1722714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513631" y="1757803"/>
        <a:ext cx="21262" cy="21262"/>
      </dsp:txXfrm>
    </dsp:sp>
    <dsp:sp modelId="{0644C365-3FE0-4413-AD08-A5619ADDFC45}">
      <dsp:nvSpPr>
        <dsp:cNvPr id="0" name=""/>
        <dsp:cNvSpPr/>
      </dsp:nvSpPr>
      <dsp:spPr>
        <a:xfrm>
          <a:off x="5760133" y="1722714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5962127" y="1757803"/>
        <a:ext cx="21262" cy="21262"/>
      </dsp:txXfrm>
    </dsp:sp>
    <dsp:sp modelId="{F98D082A-6E2B-4731-9FA1-7285D980A2D1}">
      <dsp:nvSpPr>
        <dsp:cNvPr id="0" name=""/>
        <dsp:cNvSpPr/>
      </dsp:nvSpPr>
      <dsp:spPr>
        <a:xfrm>
          <a:off x="3208630" y="1722714"/>
          <a:ext cx="425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50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3410624" y="1757803"/>
        <a:ext cx="21262" cy="21262"/>
      </dsp:txXfrm>
    </dsp:sp>
    <dsp:sp modelId="{B22B562F-4846-4E61-9F95-BBA44069D408}">
      <dsp:nvSpPr>
        <dsp:cNvPr id="0" name=""/>
        <dsp:cNvSpPr/>
      </dsp:nvSpPr>
      <dsp:spPr>
        <a:xfrm>
          <a:off x="657127" y="1768434"/>
          <a:ext cx="425250" cy="1215464"/>
        </a:xfrm>
        <a:custGeom>
          <a:avLst/>
          <a:gdLst/>
          <a:ahLst/>
          <a:cxnLst/>
          <a:rect l="0" t="0" r="0" b="0"/>
          <a:pathLst>
            <a:path>
              <a:moveTo>
                <a:pt x="0" y="1215464"/>
              </a:moveTo>
              <a:lnTo>
                <a:pt x="212625" y="1215464"/>
              </a:lnTo>
              <a:lnTo>
                <a:pt x="212625" y="0"/>
              </a:lnTo>
              <a:lnTo>
                <a:pt x="42525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837559" y="2343973"/>
        <a:ext cx="64385" cy="64385"/>
      </dsp:txXfrm>
    </dsp:sp>
    <dsp:sp modelId="{4B61BD47-2FDF-4593-A685-81058846A762}">
      <dsp:nvSpPr>
        <dsp:cNvPr id="0" name=""/>
        <dsp:cNvSpPr/>
      </dsp:nvSpPr>
      <dsp:spPr>
        <a:xfrm rot="16200000">
          <a:off x="-1372911" y="2659775"/>
          <a:ext cx="3411830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Input Saldos(S0,S1…,S6)</a:t>
          </a:r>
        </a:p>
      </dsp:txBody>
      <dsp:txXfrm>
        <a:off x="-1372911" y="2659775"/>
        <a:ext cx="3411830" cy="648247"/>
      </dsp:txXfrm>
    </dsp:sp>
    <dsp:sp modelId="{FE3879A6-B582-405C-97B6-4592F47B54BA}">
      <dsp:nvSpPr>
        <dsp:cNvPr id="0" name=""/>
        <dsp:cNvSpPr/>
      </dsp:nvSpPr>
      <dsp:spPr>
        <a:xfrm>
          <a:off x="1082377" y="144431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Fórmula Financiera+ Optimización</a:t>
          </a:r>
        </a:p>
      </dsp:txBody>
      <dsp:txXfrm>
        <a:off x="1082377" y="1444310"/>
        <a:ext cx="2126252" cy="648247"/>
      </dsp:txXfrm>
    </dsp:sp>
    <dsp:sp modelId="{92B17E8F-411A-4CF5-BB29-958FF9ED8DF1}">
      <dsp:nvSpPr>
        <dsp:cNvPr id="0" name=""/>
        <dsp:cNvSpPr/>
      </dsp:nvSpPr>
      <dsp:spPr>
        <a:xfrm>
          <a:off x="3633881" y="144431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PE" sz="1100" i="1" kern="1200" smtClean="0">
                    <a:latin typeface="Cambria Math" panose="02040503050406030204" pitchFamily="18" charset="0"/>
                  </a:rPr>
                  <m:t>𝐶</m:t>
                </m:r>
                <m:r>
                  <a:rPr lang="es-PE" sz="1100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s-PE" sz="1100" i="1" kern="1200"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s-PE" sz="11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PE" sz="1100" i="1" kern="120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s-PE" sz="1100" i="1" kern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∗(1+</m:t>
                        </m:r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num>
                  <m:den>
                    <m:sSup>
                      <m:sSupPr>
                        <m:ctrlPr>
                          <a:rPr lang="es-PE" sz="1100" i="1" kern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PE" sz="1100" i="1" kern="120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s-PE" sz="1100" i="1" kern="1200">
                        <a:latin typeface="Cambria Math" panose="02040503050406030204" pitchFamily="18" charset="0"/>
                      </a:rPr>
                      <m:t>−1</m:t>
                    </m:r>
                  </m:den>
                </m:f>
              </m:oMath>
            </m:oMathPara>
          </a14:m>
          <a:endParaRPr lang="es-PE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PE" sz="110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PE" sz="1100" i="1" kern="1200">
                        <a:latin typeface="Cambria Math" panose="02040503050406030204" pitchFamily="18" charset="0"/>
                      </a:rPr>
                      <m:t>𝑆</m:t>
                    </m:r>
                  </m:e>
                  <m:sub>
                    <m:r>
                      <a:rPr lang="es-PE" sz="1100" i="1" kern="12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PE" sz="1100" i="1" kern="1200">
                        <a:latin typeface="Cambria Math" panose="02040503050406030204" pitchFamily="18" charset="0"/>
                      </a:rPr>
                      <m:t>+1</m:t>
                    </m:r>
                  </m:sub>
                </m:sSub>
                <m:r>
                  <a:rPr lang="es-PE" sz="1100" i="1" kern="1200"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s-PE" sz="1100" i="1" kern="120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PE" sz="1100" i="1" kern="1200">
                        <a:latin typeface="Cambria Math" panose="02040503050406030204" pitchFamily="18" charset="0"/>
                      </a:rPr>
                      <m:t>𝑆</m:t>
                    </m:r>
                  </m:e>
                  <m:sub>
                    <m:r>
                      <a:rPr lang="es-PE" sz="1100" i="1" kern="120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  <m:r>
                  <a:rPr lang="es-PE" sz="1100" i="1" kern="1200">
                    <a:latin typeface="Cambria Math" panose="02040503050406030204" pitchFamily="18" charset="0"/>
                  </a:rPr>
                  <m:t>∗</m:t>
                </m:r>
                <m:d>
                  <m:dPr>
                    <m:ctrlPr>
                      <a:rPr lang="es-PE" sz="1100" i="1" kern="120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PE" sz="1100" i="1" kern="1200">
                        <a:latin typeface="Cambria Math" panose="02040503050406030204" pitchFamily="18" charset="0"/>
                      </a:rPr>
                      <m:t>1+</m:t>
                    </m:r>
                    <m:r>
                      <a:rPr lang="es-PE" sz="1100" i="1" kern="1200">
                        <a:latin typeface="Cambria Math" panose="02040503050406030204" pitchFamily="18" charset="0"/>
                      </a:rPr>
                      <m:t>𝑟</m:t>
                    </m:r>
                  </m:e>
                </m:d>
                <m:r>
                  <a:rPr lang="es-PE" sz="1100" i="1" kern="1200">
                    <a:latin typeface="Cambria Math" panose="02040503050406030204" pitchFamily="18" charset="0"/>
                  </a:rPr>
                  <m:t>−</m:t>
                </m:r>
                <m:r>
                  <a:rPr lang="es-PE" sz="1100" i="1" kern="1200">
                    <a:latin typeface="Cambria Math" panose="02040503050406030204" pitchFamily="18" charset="0"/>
                  </a:rPr>
                  <m:t>𝐶</m:t>
                </m:r>
              </m:oMath>
            </m:oMathPara>
          </a14:m>
          <a:endParaRPr lang="es-PE" sz="1100" kern="1200" dirty="0"/>
        </a:p>
      </dsp:txBody>
      <dsp:txXfrm>
        <a:off x="3633881" y="1444310"/>
        <a:ext cx="2126252" cy="648247"/>
      </dsp:txXfrm>
    </dsp:sp>
    <dsp:sp modelId="{A5EF935A-32E9-4EB8-B676-24F00E66364B}">
      <dsp:nvSpPr>
        <dsp:cNvPr id="0" name=""/>
        <dsp:cNvSpPr/>
      </dsp:nvSpPr>
      <dsp:spPr>
        <a:xfrm>
          <a:off x="6185384" y="144431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PE" sz="1050" b="0" i="1" kern="1200" smtClean="0">
                    <a:latin typeface="Cambria Math" panose="02040503050406030204" pitchFamily="18" charset="0"/>
                  </a:rPr>
                  <m:t>𝑀𝑖𝑛𝑖𝑚𝑖𝑧𝑎𝑐𝑖𝑜𝑛</m:t>
                </m:r>
                <m:r>
                  <a:rPr lang="es-PE" sz="1050" b="0" i="1" kern="1200" smtClean="0">
                    <a:latin typeface="Cambria Math" panose="02040503050406030204" pitchFamily="18" charset="0"/>
                  </a:rPr>
                  <m:t> </m:t>
                </m:r>
              </m:oMath>
            </m:oMathPara>
          </a14:m>
          <a:endParaRPr lang="es-PE" sz="1050" b="0" i="1" kern="1200" dirty="0">
            <a:latin typeface="Cambria Math" panose="02040503050406030204" pitchFamily="18" charset="0"/>
          </a:endParaRP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PE" sz="1050" i="1" kern="1200" smtClean="0">
                    <a:latin typeface="Cambria Math" panose="02040503050406030204" pitchFamily="18" charset="0"/>
                  </a:rPr>
                  <m:t>𝐸𝑟𝑟𝑜𝑟</m:t>
                </m:r>
                <m:r>
                  <a:rPr lang="es-PE" sz="1050" i="1" kern="1200" smtClean="0">
                    <a:latin typeface="Cambria Math" panose="02040503050406030204" pitchFamily="18" charset="0"/>
                  </a:rPr>
                  <m:t>=</m:t>
                </m:r>
                <m:nary>
                  <m:naryPr>
                    <m:chr m:val="∑"/>
                    <m:subHide m:val="on"/>
                    <m:supHide m:val="on"/>
                    <m:ctrlPr>
                      <a:rPr lang="es-PE" sz="1050" i="1" kern="1200">
                        <a:latin typeface="Cambria Math" panose="02040503050406030204" pitchFamily="18" charset="0"/>
                      </a:rPr>
                    </m:ctrlPr>
                  </m:naryPr>
                  <m:sub/>
                  <m:sup/>
                  <m:e>
                    <m:sSup>
                      <m:sSupPr>
                        <m:ctrlPr>
                          <a:rPr lang="es-PE" sz="1050" i="1" kern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1050" i="1" kern="120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s-PE" sz="1050" i="1" kern="12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PE" sz="1050" i="1" kern="12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PE" sz="1050" i="1" kern="120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PE" sz="1050" i="1" kern="12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s-PE" sz="1050" i="1" kern="1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sz="105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sz="1050" i="1" kern="12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PE" sz="1050" i="1" kern="12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PE" sz="1050" i="1" kern="12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PE" sz="1050" i="1" kern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e>
                </m:nary>
              </m:oMath>
            </m:oMathPara>
          </a14:m>
          <a:endParaRPr lang="es-PE" sz="900" kern="1200" dirty="0"/>
        </a:p>
      </dsp:txBody>
      <dsp:txXfrm>
        <a:off x="6185384" y="1444310"/>
        <a:ext cx="2126252" cy="648247"/>
      </dsp:txXfrm>
    </dsp:sp>
    <dsp:sp modelId="{1E782BC3-7E83-444E-9495-F3E98CE9AB22}">
      <dsp:nvSpPr>
        <dsp:cNvPr id="0" name=""/>
        <dsp:cNvSpPr/>
      </dsp:nvSpPr>
      <dsp:spPr>
        <a:xfrm>
          <a:off x="8736887" y="144431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Baja Precisión </a:t>
          </a:r>
        </a:p>
      </dsp:txBody>
      <dsp:txXfrm>
        <a:off x="8736887" y="1444310"/>
        <a:ext cx="2126252" cy="648247"/>
      </dsp:txXfrm>
    </dsp:sp>
    <dsp:sp modelId="{EAA0FBA4-CCA8-46CB-8C76-AF33DB2A9F21}">
      <dsp:nvSpPr>
        <dsp:cNvPr id="0" name=""/>
        <dsp:cNvSpPr/>
      </dsp:nvSpPr>
      <dsp:spPr>
        <a:xfrm>
          <a:off x="1082377" y="225462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Función no Lineal +Newton Raphson </a:t>
          </a:r>
        </a:p>
      </dsp:txBody>
      <dsp:txXfrm>
        <a:off x="1082377" y="2254620"/>
        <a:ext cx="2126252" cy="648247"/>
      </dsp:txXfrm>
    </dsp:sp>
    <dsp:sp modelId="{6EBAEFE2-2018-48B6-88BF-74EC72C072FD}">
      <dsp:nvSpPr>
        <dsp:cNvPr id="0" name=""/>
        <dsp:cNvSpPr/>
      </dsp:nvSpPr>
      <dsp:spPr>
        <a:xfrm>
          <a:off x="3633881" y="225462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 dirty="0"/>
        </a:p>
      </dsp:txBody>
      <dsp:txXfrm>
        <a:off x="3633881" y="2254620"/>
        <a:ext cx="2126252" cy="648247"/>
      </dsp:txXfrm>
    </dsp:sp>
    <dsp:sp modelId="{771573AB-2C3A-48C7-B21B-AC40E9EE7FFE}">
      <dsp:nvSpPr>
        <dsp:cNvPr id="0" name=""/>
        <dsp:cNvSpPr/>
      </dsp:nvSpPr>
      <dsp:spPr>
        <a:xfrm>
          <a:off x="6185384" y="2254620"/>
          <a:ext cx="2114579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endParaRPr lang="es-PE" sz="700" kern="1200" dirty="0"/>
        </a:p>
      </dsp:txBody>
      <dsp:txXfrm>
        <a:off x="6185384" y="2254620"/>
        <a:ext cx="2114579" cy="648247"/>
      </dsp:txXfrm>
    </dsp:sp>
    <dsp:sp modelId="{6C162F15-2ECB-4BDC-83C1-84A24A06E34E}">
      <dsp:nvSpPr>
        <dsp:cNvPr id="0" name=""/>
        <dsp:cNvSpPr/>
      </dsp:nvSpPr>
      <dsp:spPr>
        <a:xfrm>
          <a:off x="8725214" y="2254620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00B050"/>
              </a:solidFill>
            </a:rPr>
            <a:t>Alta Precisión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Baja Variabilidad</a:t>
          </a:r>
        </a:p>
      </dsp:txBody>
      <dsp:txXfrm>
        <a:off x="8725214" y="2254620"/>
        <a:ext cx="2126252" cy="648247"/>
      </dsp:txXfrm>
    </dsp:sp>
    <dsp:sp modelId="{ED75CDAD-D81A-4B3D-A60F-2501D26D46F9}">
      <dsp:nvSpPr>
        <dsp:cNvPr id="0" name=""/>
        <dsp:cNvSpPr/>
      </dsp:nvSpPr>
      <dsp:spPr>
        <a:xfrm>
          <a:off x="1082377" y="3064929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Función no Lineal +Brent</a:t>
          </a:r>
        </a:p>
      </dsp:txBody>
      <dsp:txXfrm>
        <a:off x="1082377" y="3064929"/>
        <a:ext cx="2126252" cy="648247"/>
      </dsp:txXfrm>
    </dsp:sp>
    <dsp:sp modelId="{4B3744FC-2076-4779-A50D-7C5065DC86D9}">
      <dsp:nvSpPr>
        <dsp:cNvPr id="0" name=""/>
        <dsp:cNvSpPr/>
      </dsp:nvSpPr>
      <dsp:spPr>
        <a:xfrm>
          <a:off x="3633881" y="3064929"/>
          <a:ext cx="2126252" cy="648247"/>
        </a:xfrm>
        <a:prstGeom prst="rect">
          <a:avLst/>
        </a:prstGeom>
        <a:blipFill rotWithShape="0">
          <a:blip xmlns:r="http://schemas.openxmlformats.org/officeDocument/2006/relationships" r:embed="rId1"/>
          <a:srcRect/>
          <a:stretch>
            <a:fillRect l="-71000" r="-71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 dirty="0"/>
        </a:p>
      </dsp:txBody>
      <dsp:txXfrm>
        <a:off x="3633881" y="3064929"/>
        <a:ext cx="2126252" cy="648247"/>
      </dsp:txXfrm>
    </dsp:sp>
    <dsp:sp modelId="{ED327B89-70E3-41BA-98F9-75566818FA72}">
      <dsp:nvSpPr>
        <dsp:cNvPr id="0" name=""/>
        <dsp:cNvSpPr/>
      </dsp:nvSpPr>
      <dsp:spPr>
        <a:xfrm>
          <a:off x="6185384" y="3064929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>
        <a:off x="6185384" y="3064929"/>
        <a:ext cx="2126252" cy="648247"/>
      </dsp:txXfrm>
    </dsp:sp>
    <dsp:sp modelId="{97AC18E5-B794-47BB-A644-6BBFEF33F04C}">
      <dsp:nvSpPr>
        <dsp:cNvPr id="0" name=""/>
        <dsp:cNvSpPr/>
      </dsp:nvSpPr>
      <dsp:spPr>
        <a:xfrm>
          <a:off x="8736887" y="3064929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00B050"/>
              </a:solidFill>
            </a:rPr>
            <a:t>Alta precisión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Baja Variabilidad</a:t>
          </a:r>
        </a:p>
      </dsp:txBody>
      <dsp:txXfrm>
        <a:off x="8736887" y="3064929"/>
        <a:ext cx="2126252" cy="648247"/>
      </dsp:txXfrm>
    </dsp:sp>
    <dsp:sp modelId="{FCBC0613-1D64-4D77-B430-22ABCEDB3F74}">
      <dsp:nvSpPr>
        <dsp:cNvPr id="0" name=""/>
        <dsp:cNvSpPr/>
      </dsp:nvSpPr>
      <dsp:spPr>
        <a:xfrm>
          <a:off x="1082377" y="3875239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Ajuste por Estimación de saldos</a:t>
          </a:r>
        </a:p>
      </dsp:txBody>
      <dsp:txXfrm>
        <a:off x="1082377" y="3875239"/>
        <a:ext cx="2126252" cy="648247"/>
      </dsp:txXfrm>
    </dsp:sp>
    <dsp:sp modelId="{4D9B2174-C23F-45D0-88C7-D9C0D8159FC5}">
      <dsp:nvSpPr>
        <dsp:cNvPr id="0" name=""/>
        <dsp:cNvSpPr/>
      </dsp:nvSpPr>
      <dsp:spPr>
        <a:xfrm>
          <a:off x="3633881" y="3875239"/>
          <a:ext cx="2126252" cy="6482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00B050"/>
              </a:solidFill>
            </a:rPr>
            <a:t>Precisión Moderada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/>
            <a:t>Alta Variabilidad</a:t>
          </a:r>
        </a:p>
      </dsp:txBody>
      <dsp:txXfrm>
        <a:off x="3633881" y="3875239"/>
        <a:ext cx="2126252" cy="6482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8676E-18F7-45A1-88EA-79BA2DBF18BC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89EE6-1770-4AD7-B66B-03315F638C3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615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D78FB-DC9B-4B79-A8C2-94AD8F1EFF28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18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B9AAB-C7A4-0A39-BECF-FB5526866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568F2B-8A1B-D236-16C9-5A4DA7906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C15D4C-4501-D200-756D-9632FC0F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15F990-9954-5C29-DF5E-A2827394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B42A1A-5A13-7DF4-6DC3-0FD755F8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591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2EE9A-436A-B483-697C-10B9466D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BCA9AA-B247-F785-8770-31191DE62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22BBA-BE8B-A2FE-52FE-C98C6CD6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B97E65-9003-2A1C-8DDD-8D4E258B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EAEAC8-3F8F-4BAC-5135-E16D0468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7207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9134D-F891-CBD7-5ED1-BC538D70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584389-ED41-11F9-3639-07D029436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98508A-7D12-0B3A-E3FA-13A2414B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0FE060-E0F5-3F8E-0BB3-4CF292D6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242CCC-C85A-9AC0-9D92-F2374D1E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157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C5828-997B-AD00-3766-624E4506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282D96-F348-00DF-D7F4-FA8704DDA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63262-9635-615A-E57B-927D2BB0B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BB12C7-BA26-32A2-3360-EFC7B7C9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7FD027-B730-EB67-0568-DFD4B77A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F51A33-0AA7-A678-440D-F4A34AA1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904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4B9E3-FCB4-38A3-4442-25292E91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820672-6491-F3C7-3CF6-430F5F702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69B0C2-F1C6-16B8-2E9B-7DE6615D5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D5D586-CFBB-9D7F-929F-7CA53FD16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FC8096-7DAE-F809-F9DB-8ACA9A5CD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05D79C-D84A-A130-09D6-6810373F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F76C21-DEAE-0FB6-24AD-C45BFD8D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BA009FD-D435-A1C8-D760-7F84E3D9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49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2EE2-0EF8-977C-82CC-23EC046C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ED6047-F903-BB6C-E22F-FA36ABCC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F35E1-75AC-CE48-FA58-B51812F3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4BEADC-85F7-D389-BCAC-38A87BD1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0654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A677B9-11B4-E843-3E9D-7044704E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E32CDF-0291-7456-3E86-F3147DB5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C2C206-8E36-8FA6-170F-7DB89662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681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1671F-B42C-6D6D-A286-BE87A56D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9751E5-422C-3F92-8E70-461482DC9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07954D-A10C-B1A3-ECB9-A4003B9B2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225539-54D4-E7EC-6CC2-2FB9DC35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3A59BD-708E-EA2B-1E74-4E413E7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4C22FF-7D9F-0DE7-7BCC-6D2204EB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466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DF3D0-C520-8A3F-320C-AB6CB0DD8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DE6299-5D28-E70F-EB6C-4C21749A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28AA1-74E0-5E56-D368-85B47EAE9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B4E44D-1576-D4D4-4A2C-763005F2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6FEED9-5B92-9033-D402-1B0E7A1A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77357D-0305-C62F-8446-DA799EB0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860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4DD26-CBE7-22E2-E6C7-C39FEE96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57CDF3-CCD7-7D7E-FB74-68CDC90FB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BFF0B7-F380-52A5-8CAE-5022F3CE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7C0DDE-8F63-7FA1-A166-BF3A2CC1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C4392F-431A-EFAB-0A72-7C940527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135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AA887C-F222-E821-A6E7-A8A96126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1FE64D-F0F3-594A-19B1-8D58A530E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D89E2E-BD5A-7ED2-7883-1CC852889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3ABE50-A6D2-C82D-C31B-30D9610C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DDD239-6CA5-5852-1934-679DC638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9579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7A92D51-23FD-B0C6-E2E5-8571737BF5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401"/>
            <a:ext cx="12203723" cy="68804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F8AB8A-886B-C9D0-DBB6-13E8B478AE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40" y="2916054"/>
            <a:ext cx="2929139" cy="102289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7167F8-D4B0-500C-6781-04568DCF3F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620" y="297026"/>
            <a:ext cx="573938" cy="585006"/>
          </a:xfrm>
          <a:prstGeom prst="rect">
            <a:avLst/>
          </a:prstGeom>
        </p:spPr>
      </p:pic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AEA9E463-84BC-ADEE-0ED8-3C88044EB1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819" y="3727934"/>
            <a:ext cx="5681801" cy="569913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Subtítulo o información adicional</a:t>
            </a:r>
          </a:p>
          <a:p>
            <a:pPr lvl="0"/>
            <a:endParaRPr lang="es-PE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07B0C94A-1532-677F-CB34-376E3FED56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2819" y="2565884"/>
            <a:ext cx="5681801" cy="876300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s-ES"/>
              <a:t>Título nuevo</a:t>
            </a:r>
          </a:p>
        </p:txBody>
      </p:sp>
    </p:spTree>
    <p:extLst>
      <p:ext uri="{BB962C8B-B14F-4D97-AF65-F5344CB8AC3E}">
        <p14:creationId xmlns:p14="http://schemas.microsoft.com/office/powerpoint/2010/main" val="68857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9DA8B9-A4FB-3FA1-FD4D-C76F0B99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E7A03-57E6-3717-7629-EF9139D66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5AE701-19ED-9FF6-0D6E-AACAC9F6D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27EF8-E3E1-48A1-8D29-2FF822EE7FD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D492CA-28D4-BEAC-139B-3CABC03C0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5AB088-D150-1AC8-4E2D-BE25386C5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41FE7-C03F-4D0E-8CF3-5E1DC24D66E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92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DB991-6BCD-05E0-1ACF-A99E8505BD10}"/>
              </a:ext>
            </a:extLst>
          </p:cNvPr>
          <p:cNvSpPr txBox="1">
            <a:spLocks/>
          </p:cNvSpPr>
          <p:nvPr/>
        </p:nvSpPr>
        <p:spPr>
          <a:xfrm>
            <a:off x="4791258" y="2859723"/>
            <a:ext cx="4836606" cy="113855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Inferencia de Tasa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1902D0-722C-87B8-D17F-125FA1D4AE45}"/>
              </a:ext>
            </a:extLst>
          </p:cNvPr>
          <p:cNvSpPr txBox="1">
            <a:spLocks/>
          </p:cNvSpPr>
          <p:nvPr/>
        </p:nvSpPr>
        <p:spPr>
          <a:xfrm>
            <a:off x="4348807" y="3871202"/>
            <a:ext cx="5951973" cy="437399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>
                <a:solidFill>
                  <a:schemeClr val="bg1"/>
                </a:solidFill>
              </a:rPr>
              <a:t>CRECIMIENTO SOSTENIBLE Y GESTIÓN DEL PORTAFOLIO  BPE</a:t>
            </a:r>
          </a:p>
        </p:txBody>
      </p:sp>
    </p:spTree>
    <p:extLst>
      <p:ext uri="{BB962C8B-B14F-4D97-AF65-F5344CB8AC3E}">
        <p14:creationId xmlns:p14="http://schemas.microsoft.com/office/powerpoint/2010/main" val="373769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ADB6-8FFF-75A0-F759-74530A2DE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1C6B8F4-8D36-A172-3C51-034622D78E6A}"/>
              </a:ext>
            </a:extLst>
          </p:cNvPr>
          <p:cNvSpPr/>
          <p:nvPr/>
        </p:nvSpPr>
        <p:spPr>
          <a:xfrm>
            <a:off x="240890" y="4737941"/>
            <a:ext cx="2546272" cy="406777"/>
          </a:xfrm>
          <a:prstGeom prst="roundRect">
            <a:avLst/>
          </a:prstGeom>
          <a:solidFill>
            <a:srgbClr val="92C5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Consideraciones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5DC997A-DD1C-7B94-D796-074C1107D200}"/>
              </a:ext>
            </a:extLst>
          </p:cNvPr>
          <p:cNvSpPr/>
          <p:nvPr/>
        </p:nvSpPr>
        <p:spPr>
          <a:xfrm>
            <a:off x="240890" y="3663240"/>
            <a:ext cx="2546272" cy="406777"/>
          </a:xfrm>
          <a:prstGeom prst="roundRect">
            <a:avLst/>
          </a:prstGeom>
          <a:solidFill>
            <a:srgbClr val="92C5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Periodos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C1F98A-3FEB-F6E2-E119-1B5B2795DBF9}"/>
              </a:ext>
            </a:extLst>
          </p:cNvPr>
          <p:cNvSpPr/>
          <p:nvPr/>
        </p:nvSpPr>
        <p:spPr>
          <a:xfrm>
            <a:off x="240890" y="2708569"/>
            <a:ext cx="2546272" cy="406777"/>
          </a:xfrm>
          <a:prstGeom prst="roundRect">
            <a:avLst/>
          </a:prstGeom>
          <a:solidFill>
            <a:srgbClr val="92C5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Población Objetivo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FFCB1E9-DC5D-5182-6B90-68399E57C450}"/>
              </a:ext>
            </a:extLst>
          </p:cNvPr>
          <p:cNvSpPr/>
          <p:nvPr/>
        </p:nvSpPr>
        <p:spPr>
          <a:xfrm>
            <a:off x="240890" y="1753898"/>
            <a:ext cx="2546272" cy="406777"/>
          </a:xfrm>
          <a:prstGeom prst="roundRect">
            <a:avLst/>
          </a:prstGeom>
          <a:solidFill>
            <a:srgbClr val="92C5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Objetivo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A9F768-68BB-E79C-917A-C3CFB0EA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03"/>
            <a:ext cx="10515600" cy="11539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PE" b="1" dirty="0"/>
              <a:t>Ficha Técnica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159E494-E3BC-F877-CCE0-92FE23753084}"/>
              </a:ext>
            </a:extLst>
          </p:cNvPr>
          <p:cNvSpPr txBox="1"/>
          <p:nvPr/>
        </p:nvSpPr>
        <p:spPr>
          <a:xfrm>
            <a:off x="3014298" y="2764737"/>
            <a:ext cx="580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Clientes IBK con deuda capital Vigente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DAA00CA-29DB-1394-72DA-010A6CE7ABEA}"/>
              </a:ext>
            </a:extLst>
          </p:cNvPr>
          <p:cNvSpPr txBox="1"/>
          <p:nvPr/>
        </p:nvSpPr>
        <p:spPr>
          <a:xfrm>
            <a:off x="2991277" y="1608700"/>
            <a:ext cx="5809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Inferir la tasa (TEA) de empresas del SSFF con deuda</a:t>
            </a:r>
            <a:r>
              <a:rPr lang="es-PE" b="1" dirty="0"/>
              <a:t> capital de trabajo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7FC1E8-1FBA-7872-DDEF-CD8DA2049E03}"/>
              </a:ext>
            </a:extLst>
          </p:cNvPr>
          <p:cNvSpPr txBox="1"/>
          <p:nvPr/>
        </p:nvSpPr>
        <p:spPr>
          <a:xfrm>
            <a:off x="3014298" y="3673288"/>
            <a:ext cx="3638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Ene23 hasta actualidad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A2CCEFD-E8CB-6834-1E6C-0FC7E138EED1}"/>
              </a:ext>
            </a:extLst>
          </p:cNvPr>
          <p:cNvSpPr txBox="1"/>
          <p:nvPr/>
        </p:nvSpPr>
        <p:spPr>
          <a:xfrm>
            <a:off x="2919615" y="4581839"/>
            <a:ext cx="7465613" cy="1125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 dirty="0"/>
              <a:t>Clientes que decrementan su deuda (M0-M6)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 dirty="0"/>
              <a:t>Clientes que tengan  información completa de saldos(M0-M6) </a:t>
            </a:r>
          </a:p>
        </p:txBody>
      </p:sp>
    </p:spTree>
    <p:extLst>
      <p:ext uri="{BB962C8B-B14F-4D97-AF65-F5344CB8AC3E}">
        <p14:creationId xmlns:p14="http://schemas.microsoft.com/office/powerpoint/2010/main" val="12086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7894-CAF5-60DB-6CB2-130531FD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7661D-4B31-8E70-E340-704DC67A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6" y="108536"/>
            <a:ext cx="10515600" cy="1153959"/>
          </a:xfrm>
        </p:spPr>
        <p:txBody>
          <a:bodyPr/>
          <a:lstStyle/>
          <a:p>
            <a:r>
              <a:rPr lang="es-PE" b="1" dirty="0">
                <a:solidFill>
                  <a:srgbClr val="002060"/>
                </a:solidFill>
              </a:rPr>
              <a:t>Metodologias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Diagrama 2">
                <a:extLst>
                  <a:ext uri="{FF2B5EF4-FFF2-40B4-BE49-F238E27FC236}">
                    <a16:creationId xmlns:a16="http://schemas.microsoft.com/office/drawing/2014/main" id="{6EE33464-3843-1061-A042-E2FF6E16BCC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54333051"/>
                  </p:ext>
                </p:extLst>
              </p:nvPr>
            </p:nvGraphicFramePr>
            <p:xfrm>
              <a:off x="353792" y="760789"/>
              <a:ext cx="10872020" cy="596779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3" name="Diagrama 2">
                <a:extLst>
                  <a:ext uri="{FF2B5EF4-FFF2-40B4-BE49-F238E27FC236}">
                    <a16:creationId xmlns:a16="http://schemas.microsoft.com/office/drawing/2014/main" id="{6EE33464-3843-1061-A042-E2FF6E16BCC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54333051"/>
                  </p:ext>
                </p:extLst>
              </p:nvPr>
            </p:nvGraphicFramePr>
            <p:xfrm>
              <a:off x="353792" y="760789"/>
              <a:ext cx="10872020" cy="596779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graphicFrame>
        <p:nvGraphicFramePr>
          <p:cNvPr id="4" name="Marcador de contenido 11">
            <a:extLst>
              <a:ext uri="{FF2B5EF4-FFF2-40B4-BE49-F238E27FC236}">
                <a16:creationId xmlns:a16="http://schemas.microsoft.com/office/drawing/2014/main" id="{F17EB9B4-CB46-54C2-7E2E-795117D1C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658597"/>
              </p:ext>
            </p:extLst>
          </p:nvPr>
        </p:nvGraphicFramePr>
        <p:xfrm>
          <a:off x="3590003" y="2964426"/>
          <a:ext cx="2505997" cy="1563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EDBFC530-8106-5A79-AD17-A6CEAAADCF27}"/>
                  </a:ext>
                </a:extLst>
              </p:cNvPr>
              <p:cNvSpPr/>
              <p:nvPr/>
            </p:nvSpPr>
            <p:spPr>
              <a:xfrm>
                <a:off x="6209071" y="2964426"/>
                <a:ext cx="2610464" cy="15633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7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PE" sz="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s-PE" sz="700" dirty="0">
                  <a:solidFill>
                    <a:srgbClr val="002060"/>
                  </a:solidFill>
                </a:endParaRPr>
              </a:p>
              <a:p>
                <a:pPr lvl="0"/>
                <a:endParaRPr lang="es-PE" sz="7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´</m:t>
                      </m:r>
                      <m:d>
                        <m:d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…..−</m:t>
                      </m:r>
                      <m:r>
                        <a:rPr lang="es-PE" sz="7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PE" sz="7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PE" sz="7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EDBFC530-8106-5A79-AD17-A6CEAAADC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071" y="2964426"/>
                <a:ext cx="2610464" cy="1563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FB394548-7E17-5A5F-4FD1-5C6C443A27D6}"/>
              </a:ext>
            </a:extLst>
          </p:cNvPr>
          <p:cNvSpPr txBox="1"/>
          <p:nvPr/>
        </p:nvSpPr>
        <p:spPr>
          <a:xfrm>
            <a:off x="840658" y="6398861"/>
            <a:ext cx="7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i="1" dirty="0"/>
              <a:t>La propuesta es usar el ensamblado de la función no lineal +ajuste por estimación de saldos</a:t>
            </a:r>
          </a:p>
        </p:txBody>
      </p:sp>
    </p:spTree>
    <p:extLst>
      <p:ext uri="{BB962C8B-B14F-4D97-AF65-F5344CB8AC3E}">
        <p14:creationId xmlns:p14="http://schemas.microsoft.com/office/powerpoint/2010/main" val="56995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4F5EB5-66C4-66D7-42AF-8C7AD12A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0002209-ED3B-8C6B-4183-8763882A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75474"/>
          </a:xfrm>
        </p:spPr>
        <p:txBody>
          <a:bodyPr/>
          <a:lstStyle/>
          <a:p>
            <a:r>
              <a:rPr lang="es-PE" b="1" dirty="0"/>
              <a:t>Ajuste por Fórmula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F5CA2E-B603-F387-5E9B-9EA11587F157}"/>
              </a:ext>
            </a:extLst>
          </p:cNvPr>
          <p:cNvSpPr txBox="1"/>
          <p:nvPr/>
        </p:nvSpPr>
        <p:spPr>
          <a:xfrm>
            <a:off x="-1" y="975474"/>
            <a:ext cx="6795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/>
                </a:solidFill>
              </a:rPr>
              <a:t>Proceso para estimar Saldos</a:t>
            </a:r>
            <a:endParaRPr lang="es-PE" sz="2000" b="1" dirty="0">
              <a:solidFill>
                <a:schemeClr val="accent3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44FE7E-797F-DA92-FF38-AF65E24B1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11" r="77199" b="57252"/>
          <a:stretch>
            <a:fillRect/>
          </a:stretch>
        </p:blipFill>
        <p:spPr>
          <a:xfrm>
            <a:off x="2724839" y="1995666"/>
            <a:ext cx="1287552" cy="157760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1BD02FF-1456-5373-9FD1-A8025AE79C98}"/>
              </a:ext>
            </a:extLst>
          </p:cNvPr>
          <p:cNvSpPr txBox="1"/>
          <p:nvPr/>
        </p:nvSpPr>
        <p:spPr>
          <a:xfrm>
            <a:off x="6857308" y="1025136"/>
            <a:ext cx="533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Casuísticas encontradas</a:t>
            </a:r>
            <a:endParaRPr lang="es-PE" b="1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0EB8D1EE-7E73-F822-B62B-2C1C4D2B723E}"/>
              </a:ext>
            </a:extLst>
          </p:cNvPr>
          <p:cNvGraphicFramePr>
            <a:graphicFrameLocks noGrp="1"/>
          </p:cNvGraphicFramePr>
          <p:nvPr/>
        </p:nvGraphicFramePr>
        <p:xfrm>
          <a:off x="7348993" y="1911451"/>
          <a:ext cx="4351324" cy="1713342"/>
        </p:xfrm>
        <a:graphic>
          <a:graphicData uri="http://schemas.openxmlformats.org/drawingml/2006/table">
            <a:tbl>
              <a:tblPr/>
              <a:tblGrid>
                <a:gridCol w="576581">
                  <a:extLst>
                    <a:ext uri="{9D8B030D-6E8A-4147-A177-3AD203B41FA5}">
                      <a16:colId xmlns:a16="http://schemas.microsoft.com/office/drawing/2014/main" val="207011288"/>
                    </a:ext>
                  </a:extLst>
                </a:gridCol>
                <a:gridCol w="719011">
                  <a:extLst>
                    <a:ext uri="{9D8B030D-6E8A-4147-A177-3AD203B41FA5}">
                      <a16:colId xmlns:a16="http://schemas.microsoft.com/office/drawing/2014/main" val="605075499"/>
                    </a:ext>
                  </a:extLst>
                </a:gridCol>
                <a:gridCol w="966158">
                  <a:extLst>
                    <a:ext uri="{9D8B030D-6E8A-4147-A177-3AD203B41FA5}">
                      <a16:colId xmlns:a16="http://schemas.microsoft.com/office/drawing/2014/main" val="107580797"/>
                    </a:ext>
                  </a:extLst>
                </a:gridCol>
                <a:gridCol w="1210267">
                  <a:extLst>
                    <a:ext uri="{9D8B030D-6E8A-4147-A177-3AD203B41FA5}">
                      <a16:colId xmlns:a16="http://schemas.microsoft.com/office/drawing/2014/main" val="3425261776"/>
                    </a:ext>
                  </a:extLst>
                </a:gridCol>
                <a:gridCol w="879307">
                  <a:extLst>
                    <a:ext uri="{9D8B030D-6E8A-4147-A177-3AD203B41FA5}">
                      <a16:colId xmlns:a16="http://schemas.microsoft.com/office/drawing/2014/main" val="449161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Mes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Saldo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Amortización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Diferencia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Variación(%)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967469"/>
                  </a:ext>
                </a:extLst>
              </a:tr>
              <a:tr h="941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3,391,610.29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779547"/>
                  </a:ext>
                </a:extLst>
              </a:tr>
              <a:tr h="941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3,091,097.82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300,512.47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190430"/>
                  </a:ext>
                </a:extLst>
              </a:tr>
              <a:tr h="941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2,485,249.56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605,848.26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305,335.79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50.4%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797055"/>
                  </a:ext>
                </a:extLst>
              </a:tr>
              <a:tr h="941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2,484,763.29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486.27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605,361.99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124,490.9%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399182"/>
                  </a:ext>
                </a:extLst>
              </a:tr>
              <a:tr h="941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2,178,562.54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306,200.75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305,714.48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99.8%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229138"/>
                  </a:ext>
                </a:extLst>
              </a:tr>
              <a:tr h="941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1,868,806.02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309,756.52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35,55.77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1.1%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166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1,867,964.4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841.62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30,8914.9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36,704.8%</a:t>
                      </a:r>
                    </a:p>
                  </a:txBody>
                  <a:tcPr marL="6283" marR="6283" marT="6283" marB="4523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5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283" marR="6283" marT="6283" marB="4523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32,269.4%</a:t>
                      </a:r>
                    </a:p>
                  </a:txBody>
                  <a:tcPr marL="6283" marR="6283" marT="6283" marB="45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48052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5408BB52-BB28-3E47-F6C5-F97C251E38D5}"/>
              </a:ext>
            </a:extLst>
          </p:cNvPr>
          <p:cNvGraphicFramePr>
            <a:graphicFrameLocks noGrp="1"/>
          </p:cNvGraphicFramePr>
          <p:nvPr/>
        </p:nvGraphicFramePr>
        <p:xfrm>
          <a:off x="7320151" y="4651044"/>
          <a:ext cx="4651235" cy="1728470"/>
        </p:xfrm>
        <a:graphic>
          <a:graphicData uri="http://schemas.openxmlformats.org/drawingml/2006/table">
            <a:tbl>
              <a:tblPr/>
              <a:tblGrid>
                <a:gridCol w="582765">
                  <a:extLst>
                    <a:ext uri="{9D8B030D-6E8A-4147-A177-3AD203B41FA5}">
                      <a16:colId xmlns:a16="http://schemas.microsoft.com/office/drawing/2014/main" val="1057720717"/>
                    </a:ext>
                  </a:extLst>
                </a:gridCol>
                <a:gridCol w="876777">
                  <a:extLst>
                    <a:ext uri="{9D8B030D-6E8A-4147-A177-3AD203B41FA5}">
                      <a16:colId xmlns:a16="http://schemas.microsoft.com/office/drawing/2014/main" val="3947070212"/>
                    </a:ext>
                  </a:extLst>
                </a:gridCol>
                <a:gridCol w="1124893">
                  <a:extLst>
                    <a:ext uri="{9D8B030D-6E8A-4147-A177-3AD203B41FA5}">
                      <a16:colId xmlns:a16="http://schemas.microsoft.com/office/drawing/2014/main" val="2653537902"/>
                    </a:ext>
                  </a:extLst>
                </a:gridCol>
                <a:gridCol w="924822">
                  <a:extLst>
                    <a:ext uri="{9D8B030D-6E8A-4147-A177-3AD203B41FA5}">
                      <a16:colId xmlns:a16="http://schemas.microsoft.com/office/drawing/2014/main" val="672726775"/>
                    </a:ext>
                  </a:extLst>
                </a:gridCol>
                <a:gridCol w="1141978">
                  <a:extLst>
                    <a:ext uri="{9D8B030D-6E8A-4147-A177-3AD203B41FA5}">
                      <a16:colId xmlns:a16="http://schemas.microsoft.com/office/drawing/2014/main" val="26201115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Saldo</a:t>
                      </a:r>
                      <a:endParaRPr lang="es-PE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Amortización</a:t>
                      </a:r>
                      <a:endParaRPr lang="es-PE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Diferencia</a:t>
                      </a:r>
                      <a:endParaRPr lang="es-PE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Variación(%)</a:t>
                      </a:r>
                      <a:endParaRPr lang="es-PE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148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3,987,257.76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PE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PE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PE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349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3,689,181.97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298,075.79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PE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PE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317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3,391,610.29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297,571.68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504.11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605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3,091,097.82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300,512.47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2940.79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1732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2,485,249.56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605,848.26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305,335.79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50.4%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309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2,484,763.29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486.27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605,361.99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124,490.9%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9260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2,178,562.54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306,200.75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305,714.48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99.8%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2732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24,928.5%</a:t>
                      </a:r>
                    </a:p>
                  </a:txBody>
                  <a:tcPr marL="6350" marR="6350" marT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157713"/>
                  </a:ext>
                </a:extLst>
              </a:tr>
            </a:tbl>
          </a:graphicData>
        </a:graphic>
      </p:graphicFrame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811DC8F-30C9-6A4E-A128-58BB30FFE080}"/>
              </a:ext>
            </a:extLst>
          </p:cNvPr>
          <p:cNvCxnSpPr/>
          <p:nvPr/>
        </p:nvCxnSpPr>
        <p:spPr>
          <a:xfrm>
            <a:off x="6857311" y="882975"/>
            <a:ext cx="0" cy="5952226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" name="Gráfico 5" descr="Flecha: recto contorno">
            <a:extLst>
              <a:ext uri="{FF2B5EF4-FFF2-40B4-BE49-F238E27FC236}">
                <a16:creationId xmlns:a16="http://schemas.microsoft.com/office/drawing/2014/main" id="{B0C3DB29-89EB-AFE9-A89B-D707D8BE8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2356344" y="6069075"/>
            <a:ext cx="457200" cy="457200"/>
          </a:xfrm>
          <a:prstGeom prst="rect">
            <a:avLst/>
          </a:prstGeom>
        </p:spPr>
      </p:pic>
      <p:pic>
        <p:nvPicPr>
          <p:cNvPr id="15" name="Gráfico 14" descr="Flecha: giro a la izquierda contorno">
            <a:extLst>
              <a:ext uri="{FF2B5EF4-FFF2-40B4-BE49-F238E27FC236}">
                <a16:creationId xmlns:a16="http://schemas.microsoft.com/office/drawing/2014/main" id="{617D7F86-9A42-D6E4-9E38-F77CCE440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3254" y="3086575"/>
            <a:ext cx="914400" cy="914400"/>
          </a:xfrm>
          <a:prstGeom prst="rect">
            <a:avLst/>
          </a:prstGeom>
        </p:spPr>
      </p:pic>
      <p:pic>
        <p:nvPicPr>
          <p:cNvPr id="18" name="Gráfico 17" descr="Flecha: giro a la derecha contorno">
            <a:extLst>
              <a:ext uri="{FF2B5EF4-FFF2-40B4-BE49-F238E27FC236}">
                <a16:creationId xmlns:a16="http://schemas.microsoft.com/office/drawing/2014/main" id="{238BDF88-2872-B4C5-7414-D88ECA1F0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7035" y="3086575"/>
            <a:ext cx="914400" cy="9144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DA2CD7C-D5C9-9EE4-EE4B-4B7547BB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09" t="3355" b="52819"/>
          <a:stretch>
            <a:fillRect/>
          </a:stretch>
        </p:blipFill>
        <p:spPr>
          <a:xfrm>
            <a:off x="84230" y="4438274"/>
            <a:ext cx="3067110" cy="163080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A5E4BE9-95D7-D340-DBAD-6B0143A855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09" t="55281" b="-1"/>
          <a:stretch>
            <a:fillRect/>
          </a:stretch>
        </p:blipFill>
        <p:spPr>
          <a:xfrm>
            <a:off x="3517109" y="4438274"/>
            <a:ext cx="3067110" cy="1664057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51AAE66-E794-9823-0C78-C07B26450BFD}"/>
              </a:ext>
            </a:extLst>
          </p:cNvPr>
          <p:cNvSpPr txBox="1">
            <a:spLocks/>
          </p:cNvSpPr>
          <p:nvPr/>
        </p:nvSpPr>
        <p:spPr>
          <a:xfrm>
            <a:off x="0" y="3916890"/>
            <a:ext cx="3349869" cy="3089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b="1" dirty="0"/>
              <a:t>Pago sin Amortización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F2254B59-92A1-B818-A501-143FB6C6A7E5}"/>
              </a:ext>
            </a:extLst>
          </p:cNvPr>
          <p:cNvSpPr txBox="1">
            <a:spLocks/>
          </p:cNvSpPr>
          <p:nvPr/>
        </p:nvSpPr>
        <p:spPr>
          <a:xfrm>
            <a:off x="3349869" y="3916890"/>
            <a:ext cx="3445895" cy="3089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b="1" dirty="0"/>
              <a:t>Pago con Amortización</a:t>
            </a: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98DCF31A-332A-2643-C501-317FFA436DF1}"/>
              </a:ext>
            </a:extLst>
          </p:cNvPr>
          <p:cNvSpPr txBox="1">
            <a:spLocks/>
          </p:cNvSpPr>
          <p:nvPr/>
        </p:nvSpPr>
        <p:spPr>
          <a:xfrm>
            <a:off x="-1" y="1626334"/>
            <a:ext cx="6795766" cy="308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b="1" dirty="0"/>
              <a:t>Flujo RCC</a:t>
            </a:r>
          </a:p>
        </p:txBody>
      </p:sp>
      <p:pic>
        <p:nvPicPr>
          <p:cNvPr id="28" name="Gráfico 27" descr="Flecha: recto contorno">
            <a:extLst>
              <a:ext uri="{FF2B5EF4-FFF2-40B4-BE49-F238E27FC236}">
                <a16:creationId xmlns:a16="http://schemas.microsoft.com/office/drawing/2014/main" id="{D2F891F4-4670-3AD3-3157-50F0E45F8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5750179" y="6070517"/>
            <a:ext cx="457200" cy="457200"/>
          </a:xfrm>
          <a:prstGeom prst="rect">
            <a:avLst/>
          </a:prstGeom>
        </p:spPr>
      </p:pic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D877BFA1-96FA-300D-6076-936A59DFD1BA}"/>
              </a:ext>
            </a:extLst>
          </p:cNvPr>
          <p:cNvSpPr txBox="1">
            <a:spLocks/>
          </p:cNvSpPr>
          <p:nvPr/>
        </p:nvSpPr>
        <p:spPr>
          <a:xfrm>
            <a:off x="2073330" y="6526275"/>
            <a:ext cx="1005644" cy="308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050" dirty="0"/>
              <a:t>Tasa Estimada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13EBEFF1-1ABB-E748-5E91-2AD801E56F8C}"/>
              </a:ext>
            </a:extLst>
          </p:cNvPr>
          <p:cNvSpPr txBox="1">
            <a:spLocks/>
          </p:cNvSpPr>
          <p:nvPr/>
        </p:nvSpPr>
        <p:spPr>
          <a:xfrm>
            <a:off x="5475951" y="6526275"/>
            <a:ext cx="1005644" cy="308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050" dirty="0"/>
              <a:t>Tasa Estimada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8A7CBE7F-8745-5D0E-9A7A-F5507F7CC727}"/>
              </a:ext>
            </a:extLst>
          </p:cNvPr>
          <p:cNvSpPr txBox="1">
            <a:spLocks/>
          </p:cNvSpPr>
          <p:nvPr/>
        </p:nvSpPr>
        <p:spPr>
          <a:xfrm>
            <a:off x="6918857" y="1451464"/>
            <a:ext cx="5273142" cy="3089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b="1" dirty="0"/>
              <a:t>Caso 1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9EC991D4-A39F-1F7C-985B-A3BA7720D4C6}"/>
              </a:ext>
            </a:extLst>
          </p:cNvPr>
          <p:cNvSpPr txBox="1">
            <a:spLocks/>
          </p:cNvSpPr>
          <p:nvPr/>
        </p:nvSpPr>
        <p:spPr>
          <a:xfrm>
            <a:off x="6918858" y="3916890"/>
            <a:ext cx="5273142" cy="3089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b="1" dirty="0"/>
              <a:t>Caso 2</a:t>
            </a:r>
          </a:p>
        </p:txBody>
      </p:sp>
    </p:spTree>
    <p:extLst>
      <p:ext uri="{BB962C8B-B14F-4D97-AF65-F5344CB8AC3E}">
        <p14:creationId xmlns:p14="http://schemas.microsoft.com/office/powerpoint/2010/main" val="313530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3D3C-1708-C6C6-0880-D9B87D92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1E741-5DC6-0B2B-C90B-2974AF18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77" y="101232"/>
            <a:ext cx="10515600" cy="874242"/>
          </a:xfrm>
        </p:spPr>
        <p:txBody>
          <a:bodyPr/>
          <a:lstStyle/>
          <a:p>
            <a:r>
              <a:rPr lang="es-PE" b="1" dirty="0"/>
              <a:t>Márgenes a nivel desembolsos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6EE1EA39-F41F-14FA-E6CB-98FD99FDDE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4296922"/>
              </p:ext>
            </p:extLst>
          </p:nvPr>
        </p:nvGraphicFramePr>
        <p:xfrm>
          <a:off x="1489587" y="1548581"/>
          <a:ext cx="9363990" cy="404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509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A1271-E6D1-8774-3E99-D7E7F2A1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FB2B4-6666-987B-ECB1-98B97B7E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52" y="195057"/>
            <a:ext cx="10515600" cy="874242"/>
          </a:xfrm>
        </p:spPr>
        <p:txBody>
          <a:bodyPr/>
          <a:lstStyle/>
          <a:p>
            <a:r>
              <a:rPr lang="es-PE" b="1" dirty="0"/>
              <a:t>Resultados Nivel de Deuda 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1DC9C7D-79C9-C6DD-12C5-6B7C8DF6CC69}"/>
              </a:ext>
            </a:extLst>
          </p:cNvPr>
          <p:cNvSpPr/>
          <p:nvPr/>
        </p:nvSpPr>
        <p:spPr>
          <a:xfrm>
            <a:off x="5746954" y="1585454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rgbClr val="002060"/>
                </a:solidFill>
              </a:rPr>
              <a:t>Nivel Deuda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92D86F7B-092D-18B4-48A4-9D95401960F1}"/>
              </a:ext>
            </a:extLst>
          </p:cNvPr>
          <p:cNvSpPr/>
          <p:nvPr/>
        </p:nvSpPr>
        <p:spPr>
          <a:xfrm>
            <a:off x="5746954" y="2273711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&lt;1.</a:t>
            </a:r>
            <a:r>
              <a:rPr lang="es-PE" sz="1000" dirty="0">
                <a:solidFill>
                  <a:srgbClr val="002060"/>
                </a:solidFill>
              </a:rPr>
              <a:t>Menor a 50K] 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1928E8C3-FC4A-7E2F-5674-529C1FB64399}"/>
              </a:ext>
            </a:extLst>
          </p:cNvPr>
          <p:cNvSpPr/>
          <p:nvPr/>
        </p:nvSpPr>
        <p:spPr>
          <a:xfrm>
            <a:off x="5746954" y="2976716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 dirty="0"/>
              <a:t>&lt;</a:t>
            </a:r>
            <a:r>
              <a:rPr lang="es-PE" sz="1050" dirty="0">
                <a:solidFill>
                  <a:srgbClr val="002060"/>
                </a:solidFill>
              </a:rPr>
              <a:t>2.50K-100K] 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5041458D-CDA1-449F-1AA1-438D37527309}"/>
              </a:ext>
            </a:extLst>
          </p:cNvPr>
          <p:cNvSpPr/>
          <p:nvPr/>
        </p:nvSpPr>
        <p:spPr>
          <a:xfrm>
            <a:off x="5746954" y="3679721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&lt;</a:t>
            </a:r>
            <a:r>
              <a:rPr lang="es-PE" sz="1000" dirty="0">
                <a:solidFill>
                  <a:srgbClr val="002060"/>
                </a:solidFill>
              </a:rPr>
              <a:t>3.100K-200K] 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3C06B10C-387B-6B87-F989-BF9E8DC38538}"/>
              </a:ext>
            </a:extLst>
          </p:cNvPr>
          <p:cNvSpPr/>
          <p:nvPr/>
        </p:nvSpPr>
        <p:spPr>
          <a:xfrm>
            <a:off x="5746954" y="4382726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&lt;</a:t>
            </a:r>
            <a:r>
              <a:rPr lang="es-PE" sz="1000" dirty="0">
                <a:solidFill>
                  <a:srgbClr val="002060"/>
                </a:solidFill>
              </a:rPr>
              <a:t>4.200K-300K] 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DE032167-9A74-C81B-C412-A4E8870DB553}"/>
              </a:ext>
            </a:extLst>
          </p:cNvPr>
          <p:cNvSpPr/>
          <p:nvPr/>
        </p:nvSpPr>
        <p:spPr>
          <a:xfrm>
            <a:off x="5746954" y="5085731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&lt;&lt;</a:t>
            </a:r>
            <a:r>
              <a:rPr lang="es-PE" sz="1000" dirty="0">
                <a:solidFill>
                  <a:srgbClr val="002060"/>
                </a:solidFill>
              </a:rPr>
              <a:t>5.300K-400K] 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FA2622D7-6C68-E2C0-FD2C-5638C428141A}"/>
              </a:ext>
            </a:extLst>
          </p:cNvPr>
          <p:cNvSpPr/>
          <p:nvPr/>
        </p:nvSpPr>
        <p:spPr>
          <a:xfrm>
            <a:off x="5746954" y="5788736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rgbClr val="002060"/>
                </a:solidFill>
              </a:rPr>
              <a:t>&lt;6.Mayor a 400K ] 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320B0812-96BE-1E51-0B6A-079010EC7330}"/>
              </a:ext>
            </a:extLst>
          </p:cNvPr>
          <p:cNvSpPr/>
          <p:nvPr/>
        </p:nvSpPr>
        <p:spPr>
          <a:xfrm>
            <a:off x="7447935" y="1585454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rgbClr val="002060"/>
                </a:solidFill>
              </a:rPr>
              <a:t>Prm.Tasa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6B4006CF-CBCB-6807-361B-45887D8C3242}"/>
              </a:ext>
            </a:extLst>
          </p:cNvPr>
          <p:cNvSpPr/>
          <p:nvPr/>
        </p:nvSpPr>
        <p:spPr>
          <a:xfrm>
            <a:off x="7447935" y="2273711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22.1%</a:t>
            </a:r>
            <a:r>
              <a:rPr lang="es-PE" sz="800" dirty="0"/>
              <a:t> 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6B2654CC-0092-A4EB-5C60-A460CAD9FA67}"/>
              </a:ext>
            </a:extLst>
          </p:cNvPr>
          <p:cNvSpPr/>
          <p:nvPr/>
        </p:nvSpPr>
        <p:spPr>
          <a:xfrm>
            <a:off x="7447935" y="2976716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21.4% 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1986A226-03D4-88D6-D1EE-1B94887476CA}"/>
              </a:ext>
            </a:extLst>
          </p:cNvPr>
          <p:cNvSpPr/>
          <p:nvPr/>
        </p:nvSpPr>
        <p:spPr>
          <a:xfrm>
            <a:off x="7447935" y="3679721"/>
            <a:ext cx="1150374" cy="50144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20.3%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B325DB30-A867-CD92-745E-C5E9FB876182}"/>
              </a:ext>
            </a:extLst>
          </p:cNvPr>
          <p:cNvSpPr/>
          <p:nvPr/>
        </p:nvSpPr>
        <p:spPr>
          <a:xfrm>
            <a:off x="7447935" y="4382726"/>
            <a:ext cx="1150374" cy="50144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19.9%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A9E7E39F-BF98-31D4-A9A7-C02A4EF4A6E8}"/>
              </a:ext>
            </a:extLst>
          </p:cNvPr>
          <p:cNvSpPr/>
          <p:nvPr/>
        </p:nvSpPr>
        <p:spPr>
          <a:xfrm>
            <a:off x="7447935" y="5085731"/>
            <a:ext cx="1150374" cy="5014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19.7%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43500A8F-A6DD-0FCC-A176-C2AB0BBD0E83}"/>
              </a:ext>
            </a:extLst>
          </p:cNvPr>
          <p:cNvSpPr/>
          <p:nvPr/>
        </p:nvSpPr>
        <p:spPr>
          <a:xfrm>
            <a:off x="7447935" y="5788736"/>
            <a:ext cx="1150374" cy="5014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18.7%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AAFA0AFB-8437-ED5F-C42B-6DA16C21EBB6}"/>
              </a:ext>
            </a:extLst>
          </p:cNvPr>
          <p:cNvSpPr/>
          <p:nvPr/>
        </p:nvSpPr>
        <p:spPr>
          <a:xfrm>
            <a:off x="806246" y="1585455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rgbClr val="002060"/>
                </a:solidFill>
              </a:rPr>
              <a:t>Entidad</a:t>
            </a: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F1E06E7A-EB08-0DD8-77A9-AEFDC46CC939}"/>
              </a:ext>
            </a:extLst>
          </p:cNvPr>
          <p:cNvSpPr/>
          <p:nvPr/>
        </p:nvSpPr>
        <p:spPr>
          <a:xfrm>
            <a:off x="806246" y="2273712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rgbClr val="002060"/>
                </a:solidFill>
              </a:rPr>
              <a:t>BBVA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385FE4A9-8A74-24DC-A829-FB773773CA1F}"/>
              </a:ext>
            </a:extLst>
          </p:cNvPr>
          <p:cNvSpPr/>
          <p:nvPr/>
        </p:nvSpPr>
        <p:spPr>
          <a:xfrm>
            <a:off x="806246" y="2976717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 dirty="0">
                <a:solidFill>
                  <a:srgbClr val="002060"/>
                </a:solidFill>
              </a:rPr>
              <a:t>BCP</a:t>
            </a:r>
          </a:p>
        </p:txBody>
      </p:sp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53C044D3-9AD9-8AD1-5CCE-01AC9EAC4D17}"/>
              </a:ext>
            </a:extLst>
          </p:cNvPr>
          <p:cNvSpPr/>
          <p:nvPr/>
        </p:nvSpPr>
        <p:spPr>
          <a:xfrm>
            <a:off x="806246" y="3679722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rgbClr val="002060"/>
                </a:solidFill>
              </a:rPr>
              <a:t>IBK</a:t>
            </a: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0F31F61E-56BF-3079-753F-357E16AF2359}"/>
              </a:ext>
            </a:extLst>
          </p:cNvPr>
          <p:cNvSpPr/>
          <p:nvPr/>
        </p:nvSpPr>
        <p:spPr>
          <a:xfrm>
            <a:off x="806246" y="4382727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rgbClr val="002060"/>
                </a:solidFill>
              </a:rPr>
              <a:t>Mi Banco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197F554D-D98C-DCE8-A5E2-520101F0FF4B}"/>
              </a:ext>
            </a:extLst>
          </p:cNvPr>
          <p:cNvSpPr/>
          <p:nvPr/>
        </p:nvSpPr>
        <p:spPr>
          <a:xfrm>
            <a:off x="2625214" y="1585455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rgbClr val="002060"/>
                </a:solidFill>
              </a:rPr>
              <a:t>Prm.Tasa</a:t>
            </a: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E584B14E-88DA-FCE3-48E5-62ED87E3111A}"/>
              </a:ext>
            </a:extLst>
          </p:cNvPr>
          <p:cNvSpPr/>
          <p:nvPr/>
        </p:nvSpPr>
        <p:spPr>
          <a:xfrm>
            <a:off x="2625214" y="2273712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17.4% 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C3AC0E2B-EEFA-2244-7964-2A87AA0669DE}"/>
              </a:ext>
            </a:extLst>
          </p:cNvPr>
          <p:cNvSpPr/>
          <p:nvPr/>
        </p:nvSpPr>
        <p:spPr>
          <a:xfrm>
            <a:off x="2625214" y="2976717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21.4% </a:t>
            </a: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1BA0BC05-3375-FD2A-901D-8C68F62A929A}"/>
              </a:ext>
            </a:extLst>
          </p:cNvPr>
          <p:cNvSpPr/>
          <p:nvPr/>
        </p:nvSpPr>
        <p:spPr>
          <a:xfrm>
            <a:off x="2625214" y="3679722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18.8% </a:t>
            </a: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DD215B9A-7686-BF08-8D37-BEE947FD898D}"/>
              </a:ext>
            </a:extLst>
          </p:cNvPr>
          <p:cNvSpPr/>
          <p:nvPr/>
        </p:nvSpPr>
        <p:spPr>
          <a:xfrm>
            <a:off x="2625214" y="4382727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21.6% </a:t>
            </a:r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143E558E-92C3-28A1-6154-2FAA1CC33466}"/>
              </a:ext>
            </a:extLst>
          </p:cNvPr>
          <p:cNvSpPr/>
          <p:nvPr/>
        </p:nvSpPr>
        <p:spPr>
          <a:xfrm>
            <a:off x="806246" y="5085732"/>
            <a:ext cx="1150374" cy="501445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rgbClr val="002060"/>
                </a:solidFill>
              </a:rPr>
              <a:t>Scotiabank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C8E40C7C-F6B3-0A18-DC23-5A250EB3279C}"/>
              </a:ext>
            </a:extLst>
          </p:cNvPr>
          <p:cNvSpPr/>
          <p:nvPr/>
        </p:nvSpPr>
        <p:spPr>
          <a:xfrm>
            <a:off x="2625214" y="5085731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19.9% </a:t>
            </a:r>
          </a:p>
        </p:txBody>
      </p:sp>
    </p:spTree>
    <p:extLst>
      <p:ext uri="{BB962C8B-B14F-4D97-AF65-F5344CB8AC3E}">
        <p14:creationId xmlns:p14="http://schemas.microsoft.com/office/powerpoint/2010/main" val="18615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0E79-6F62-3016-ABFF-246BBAC9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C4F2B-8DA8-E3E2-0324-6E7F2AD2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1268"/>
            <a:ext cx="10841299" cy="874242"/>
          </a:xfrm>
        </p:spPr>
        <p:txBody>
          <a:bodyPr>
            <a:normAutofit/>
          </a:bodyPr>
          <a:lstStyle/>
          <a:p>
            <a:r>
              <a:rPr lang="es-PE" b="1" dirty="0"/>
              <a:t>Resultados promedio de tasa según entidad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EAA1EFD-DC7B-026F-72E2-CF5C9EB76EBC}"/>
              </a:ext>
            </a:extLst>
          </p:cNvPr>
          <p:cNvSpPr/>
          <p:nvPr/>
        </p:nvSpPr>
        <p:spPr>
          <a:xfrm>
            <a:off x="1552263" y="2251306"/>
            <a:ext cx="1150374" cy="5014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Micro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65E4F0C-504A-F19B-B543-B9C97DB7E878}"/>
              </a:ext>
            </a:extLst>
          </p:cNvPr>
          <p:cNvSpPr/>
          <p:nvPr/>
        </p:nvSpPr>
        <p:spPr>
          <a:xfrm>
            <a:off x="1547346" y="3045950"/>
            <a:ext cx="1150374" cy="5014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 dirty="0"/>
              <a:t>Pequeña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A5F0ABC-4690-65B2-D82F-8146E4B37F1F}"/>
              </a:ext>
            </a:extLst>
          </p:cNvPr>
          <p:cNvSpPr/>
          <p:nvPr/>
        </p:nvSpPr>
        <p:spPr>
          <a:xfrm>
            <a:off x="1547346" y="3786900"/>
            <a:ext cx="1150374" cy="5014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Mediana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F019639-86FE-7384-3021-2D6FE879B61E}"/>
              </a:ext>
            </a:extLst>
          </p:cNvPr>
          <p:cNvSpPr/>
          <p:nvPr/>
        </p:nvSpPr>
        <p:spPr>
          <a:xfrm>
            <a:off x="3154920" y="2254798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8.0% 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F592BBC-45DC-5B4F-9E5F-8CB1E829C080}"/>
              </a:ext>
            </a:extLst>
          </p:cNvPr>
          <p:cNvSpPr/>
          <p:nvPr/>
        </p:nvSpPr>
        <p:spPr>
          <a:xfrm>
            <a:off x="3154920" y="3030855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17.9% 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DD0DD27-A176-41A1-221F-0C72B7C6094D}"/>
              </a:ext>
            </a:extLst>
          </p:cNvPr>
          <p:cNvSpPr/>
          <p:nvPr/>
        </p:nvSpPr>
        <p:spPr>
          <a:xfrm>
            <a:off x="3154920" y="3780211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15.5%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118C444-0956-DE57-39E5-D8C79C4F3754}"/>
              </a:ext>
            </a:extLst>
          </p:cNvPr>
          <p:cNvSpPr txBox="1"/>
          <p:nvPr/>
        </p:nvSpPr>
        <p:spPr>
          <a:xfrm>
            <a:off x="3312236" y="1813019"/>
            <a:ext cx="206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BBVA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C5B0149-BCAE-9610-D471-8755902C48CC}"/>
              </a:ext>
            </a:extLst>
          </p:cNvPr>
          <p:cNvSpPr/>
          <p:nvPr/>
        </p:nvSpPr>
        <p:spPr>
          <a:xfrm>
            <a:off x="4731763" y="2268072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22.5% 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ACFEC77-288B-21C7-6C7C-7B87767F2F9E}"/>
              </a:ext>
            </a:extLst>
          </p:cNvPr>
          <p:cNvSpPr/>
          <p:nvPr/>
        </p:nvSpPr>
        <p:spPr>
          <a:xfrm>
            <a:off x="4731763" y="2961994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21.3% 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8613B167-A476-1327-1B85-D04D2A9EEA18}"/>
              </a:ext>
            </a:extLst>
          </p:cNvPr>
          <p:cNvSpPr/>
          <p:nvPr/>
        </p:nvSpPr>
        <p:spPr>
          <a:xfrm>
            <a:off x="4731763" y="3714837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14.9%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B5A9B04-EA13-E863-A769-58D504292B4B}"/>
              </a:ext>
            </a:extLst>
          </p:cNvPr>
          <p:cNvSpPr txBox="1"/>
          <p:nvPr/>
        </p:nvSpPr>
        <p:spPr>
          <a:xfrm>
            <a:off x="4849750" y="1813019"/>
            <a:ext cx="206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BCP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BF1BCE4-2E72-D66D-5060-3CFA5002F148}"/>
              </a:ext>
            </a:extLst>
          </p:cNvPr>
          <p:cNvSpPr/>
          <p:nvPr/>
        </p:nvSpPr>
        <p:spPr>
          <a:xfrm>
            <a:off x="6198004" y="2268072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13.5% 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CA670EE-DED9-FD15-BE54-CE8A7EA54839}"/>
              </a:ext>
            </a:extLst>
          </p:cNvPr>
          <p:cNvSpPr/>
          <p:nvPr/>
        </p:nvSpPr>
        <p:spPr>
          <a:xfrm>
            <a:off x="6198004" y="2961994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19.4%  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CADE9CA-9AEC-0F73-9EEE-C2DF1357F077}"/>
              </a:ext>
            </a:extLst>
          </p:cNvPr>
          <p:cNvSpPr/>
          <p:nvPr/>
        </p:nvSpPr>
        <p:spPr>
          <a:xfrm>
            <a:off x="6178365" y="3738827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11.8%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9CB899D-6DC2-578C-3B0F-DA35225A8B36}"/>
              </a:ext>
            </a:extLst>
          </p:cNvPr>
          <p:cNvSpPr txBox="1"/>
          <p:nvPr/>
        </p:nvSpPr>
        <p:spPr>
          <a:xfrm>
            <a:off x="6387264" y="1802502"/>
            <a:ext cx="206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IBK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D255A346-7BB0-0B01-48A3-5E8B9E0DE542}"/>
              </a:ext>
            </a:extLst>
          </p:cNvPr>
          <p:cNvSpPr/>
          <p:nvPr/>
        </p:nvSpPr>
        <p:spPr>
          <a:xfrm>
            <a:off x="7664245" y="2235923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21.1%  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38BF03B1-F409-1439-CE28-7221BFF3DB94}"/>
              </a:ext>
            </a:extLst>
          </p:cNvPr>
          <p:cNvSpPr/>
          <p:nvPr/>
        </p:nvSpPr>
        <p:spPr>
          <a:xfrm>
            <a:off x="7664245" y="3011980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21.9% 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D72B4C87-6B5C-A15E-AAA3-84C96304AD16}"/>
              </a:ext>
            </a:extLst>
          </p:cNvPr>
          <p:cNvSpPr/>
          <p:nvPr/>
        </p:nvSpPr>
        <p:spPr>
          <a:xfrm>
            <a:off x="7664245" y="3761336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21.7%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E81BFF5-C50F-24FF-501A-DBF35BD2C4C5}"/>
              </a:ext>
            </a:extLst>
          </p:cNvPr>
          <p:cNvSpPr txBox="1"/>
          <p:nvPr/>
        </p:nvSpPr>
        <p:spPr>
          <a:xfrm>
            <a:off x="7664245" y="1749227"/>
            <a:ext cx="219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Mi Banco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AA69C9FA-0829-6F23-45DB-87415FC75033}"/>
              </a:ext>
            </a:extLst>
          </p:cNvPr>
          <p:cNvSpPr/>
          <p:nvPr/>
        </p:nvSpPr>
        <p:spPr>
          <a:xfrm>
            <a:off x="9282874" y="2251305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11.4%  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C02F7474-6BEF-4305-5914-1787AFC38119}"/>
              </a:ext>
            </a:extLst>
          </p:cNvPr>
          <p:cNvSpPr/>
          <p:nvPr/>
        </p:nvSpPr>
        <p:spPr>
          <a:xfrm>
            <a:off x="9282874" y="3027362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20.2% 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36784DD0-A398-D1F5-8964-F23F1A0F46D8}"/>
              </a:ext>
            </a:extLst>
          </p:cNvPr>
          <p:cNvSpPr/>
          <p:nvPr/>
        </p:nvSpPr>
        <p:spPr>
          <a:xfrm>
            <a:off x="9282874" y="3776718"/>
            <a:ext cx="1150374" cy="50144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14.9%  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CC9CA22-9289-191D-ACFC-D525C5986A10}"/>
              </a:ext>
            </a:extLst>
          </p:cNvPr>
          <p:cNvSpPr txBox="1"/>
          <p:nvPr/>
        </p:nvSpPr>
        <p:spPr>
          <a:xfrm>
            <a:off x="9250920" y="1747744"/>
            <a:ext cx="206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Scotiabank</a:t>
            </a:r>
          </a:p>
        </p:txBody>
      </p:sp>
    </p:spTree>
    <p:extLst>
      <p:ext uri="{BB962C8B-B14F-4D97-AF65-F5344CB8AC3E}">
        <p14:creationId xmlns:p14="http://schemas.microsoft.com/office/powerpoint/2010/main" val="364617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943E-D57C-B7F0-FA8B-A7C8D60E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45E967B-C81D-A396-6F75-2645BE3C4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75474"/>
          </a:xfrm>
        </p:spPr>
        <p:txBody>
          <a:bodyPr/>
          <a:lstStyle/>
          <a:p>
            <a:r>
              <a:rPr lang="es-PE" b="1" dirty="0"/>
              <a:t>Población Compra de Deuda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E14C219-D2E4-25F4-1275-5CDD098BB938}"/>
              </a:ext>
            </a:extLst>
          </p:cNvPr>
          <p:cNvSpPr txBox="1">
            <a:spLocks/>
          </p:cNvSpPr>
          <p:nvPr/>
        </p:nvSpPr>
        <p:spPr>
          <a:xfrm>
            <a:off x="0" y="816490"/>
            <a:ext cx="12192000" cy="308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ES" sz="1800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11EA28EF-0DDF-31B8-2441-69B190FFB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51898"/>
              </p:ext>
            </p:extLst>
          </p:nvPr>
        </p:nvGraphicFramePr>
        <p:xfrm>
          <a:off x="1476471" y="1668130"/>
          <a:ext cx="9452088" cy="36026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7972">
                  <a:extLst>
                    <a:ext uri="{9D8B030D-6E8A-4147-A177-3AD203B41FA5}">
                      <a16:colId xmlns:a16="http://schemas.microsoft.com/office/drawing/2014/main" val="2183165512"/>
                    </a:ext>
                  </a:extLst>
                </a:gridCol>
                <a:gridCol w="1339770">
                  <a:extLst>
                    <a:ext uri="{9D8B030D-6E8A-4147-A177-3AD203B41FA5}">
                      <a16:colId xmlns:a16="http://schemas.microsoft.com/office/drawing/2014/main" val="53238186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075247770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877912584"/>
                    </a:ext>
                  </a:extLst>
                </a:gridCol>
                <a:gridCol w="43249">
                  <a:extLst>
                    <a:ext uri="{9D8B030D-6E8A-4147-A177-3AD203B41FA5}">
                      <a16:colId xmlns:a16="http://schemas.microsoft.com/office/drawing/2014/main" val="1053587681"/>
                    </a:ext>
                  </a:extLst>
                </a:gridCol>
                <a:gridCol w="717984">
                  <a:extLst>
                    <a:ext uri="{9D8B030D-6E8A-4147-A177-3AD203B41FA5}">
                      <a16:colId xmlns:a16="http://schemas.microsoft.com/office/drawing/2014/main" val="791980453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2786321643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625025634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1251119766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623670309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808921712"/>
                    </a:ext>
                  </a:extLst>
                </a:gridCol>
                <a:gridCol w="43249">
                  <a:extLst>
                    <a:ext uri="{9D8B030D-6E8A-4147-A177-3AD203B41FA5}">
                      <a16:colId xmlns:a16="http://schemas.microsoft.com/office/drawing/2014/main" val="3438364635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1756067188"/>
                    </a:ext>
                  </a:extLst>
                </a:gridCol>
              </a:tblGrid>
              <a:tr h="327803"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GLOBAL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BBVA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BCP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SCOTIABANK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MI BANCO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014608"/>
                  </a:ext>
                </a:extLst>
              </a:tr>
              <a:tr h="327803"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MATERIALIDAD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1,281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221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914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29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47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197875"/>
                  </a:ext>
                </a:extLst>
              </a:tr>
              <a:tr h="327803"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00616"/>
                  </a:ext>
                </a:extLst>
              </a:tr>
              <a:tr h="32780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</a:rPr>
                        <a:t>TASA PROMEDIO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>
                          <a:effectLst/>
                        </a:rPr>
                        <a:t>REAL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19.98%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20.73%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19.85%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>
                          <a:effectLst/>
                        </a:rPr>
                        <a:t>18.28%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20.46%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85574"/>
                  </a:ext>
                </a:extLst>
              </a:tr>
              <a:tr h="327803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BRENT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20.32%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20.04%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20.39%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19.51%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s-PE" sz="1000" u="none" strike="noStrike" dirty="0">
                          <a:effectLst/>
                        </a:rPr>
                        <a:t>20.69%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529687"/>
                  </a:ext>
                </a:extLst>
              </a:tr>
              <a:tr h="327803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033322"/>
                  </a:ext>
                </a:extLst>
              </a:tr>
              <a:tr h="327803"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339772"/>
                  </a:ext>
                </a:extLst>
              </a:tr>
              <a:tr h="327803"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Global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BBVA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NEWTON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BCP</a:t>
                      </a:r>
                      <a:endParaRPr kumimoji="0" lang="es-PE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SCOTIABANK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MI BANCO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344971"/>
                  </a:ext>
                </a:extLst>
              </a:tr>
              <a:tr h="32780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</a:rPr>
                        <a:t>%PRECISIÓN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>
                          <a:effectLst/>
                        </a:rPr>
                        <a:t>SUBESTIMACIÓN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96389"/>
                  </a:ext>
                </a:extLst>
              </a:tr>
              <a:tr h="327803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PRECISIÓN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68%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70229"/>
                  </a:ext>
                </a:extLst>
              </a:tr>
              <a:tr h="324576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00" u="none" strike="noStrike" dirty="0">
                          <a:effectLst/>
                        </a:rPr>
                        <a:t>SOBRESTIMACIÓN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54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350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10299</TotalTime>
  <Words>474</Words>
  <Application>Microsoft Office PowerPoint</Application>
  <PresentationFormat>Panorámica</PresentationFormat>
  <Paragraphs>219</Paragraphs>
  <Slides>8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Ficha Técnica</vt:lpstr>
      <vt:lpstr>Metodologias</vt:lpstr>
      <vt:lpstr>Ajuste por Fórmula</vt:lpstr>
      <vt:lpstr>Márgenes a nivel desembolsos</vt:lpstr>
      <vt:lpstr>Resultados Nivel de Deuda </vt:lpstr>
      <vt:lpstr>Resultados promedio de tasa según entidad</vt:lpstr>
      <vt:lpstr>Población Compra de Deuda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Centeno Gonzales, Julian Ismael</dc:creator>
  <cp:lastModifiedBy>Centeno Gonzales, Julian Ismael</cp:lastModifiedBy>
  <cp:revision>10</cp:revision>
  <dcterms:created xsi:type="dcterms:W3CDTF">2025-05-08T13:57:52Z</dcterms:created>
  <dcterms:modified xsi:type="dcterms:W3CDTF">2026-05-04T20:36:02Z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riptosClassAi">
    <vt:lpwstr>2-Confidencial</vt:lpwstr>
  </property>
</Properties>
</file>